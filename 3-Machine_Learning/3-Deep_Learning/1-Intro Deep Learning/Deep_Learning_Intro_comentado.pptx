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12.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media/image47.gif" ContentType="image/gif"/>
  <Override PartName="/ppt/media/image36.gif" ContentType="image/gif"/>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4.xml" ContentType="application/vnd.openxmlformats-officedocument.presentationml.slide+xml"/>
  <Override PartName="/ppt/slides/slide7.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comments/comment20.xml" ContentType="application/vnd.openxmlformats-officedocument.presentationml.comments+xml"/>
  <Override PartName="/ppt/comments/comment21.xml" ContentType="application/vnd.openxmlformats-officedocument.presentationml.comments+xml"/>
  <Override PartName="/ppt/comments/comment3.xml" ContentType="application/vnd.openxmlformats-officedocument.presentationml.comments+xml"/>
  <Override PartName="/ppt/comments/comment18.xml" ContentType="application/vnd.openxmlformats-officedocument.presentationml.comments+xml"/>
  <Override PartName="/ppt/comments/comment6.xml" ContentType="application/vnd.openxmlformats-officedocument.presentationml.comments+xml"/>
  <Override PartName="/ppt/comments/comment16.xml" ContentType="application/vnd.openxmlformats-officedocument.presentationml.comments+xml"/>
  <Override PartName="/ppt/comments/comment7.xml" ContentType="application/vnd.openxmlformats-officedocument.presentationml.comments+xml"/>
  <Override PartName="/ppt/comments/comment14.xml" ContentType="application/vnd.openxmlformats-officedocument.presentationml.comments+xml"/>
  <Override PartName="/ppt/comments/comment23.xml" ContentType="application/vnd.openxmlformats-officedocument.presentationml.comments+xml"/>
  <Override PartName="/ppt/comments/comment24.xml" ContentType="application/vnd.openxmlformats-officedocument.presentationml.comments+xml"/>
  <Override PartName="/ppt/comments/comment25.xml" ContentType="application/vnd.openxmlformats-officedocument.presentationml.comments+xml"/>
  <Override PartName="/ppt/comments/comment27.xml" ContentType="application/vnd.openxmlformats-officedocument.presentationml.comments+xml"/>
  <Override PartName="/ppt/comments/comment30.xml" ContentType="application/vnd.openxmlformats-officedocument.presentationml.comments+xml"/>
  <Override PartName="/ppt/comments/comment31.xml" ContentType="application/vnd.openxmlformats-officedocument.presentationml.comment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9.xml" ContentType="application/vnd.openxmlformats-officedocument.presentationml.notesSlide+xml"/>
  <Override PartName="/ppt/notesSlides/notesSlide12.xml" ContentType="application/vnd.openxmlformats-officedocument.presentationml.notesSlide+xml"/>
  <Override PartName="/ppt/notesSlides/notesSlide28.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3.xml" ContentType="application/vnd.openxmlformats-officedocument.presentationml.notesSlide+xml"/>
  <Override PartName="/ppt/notesSlides/notesSlide18.xml" ContentType="application/vnd.openxmlformats-officedocument.presentationml.notesSlide+xml"/>
  <Override PartName="/ppt/notesSlides/notesSlide22.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ommentAuthors.xml" ContentType="application/vnd.openxmlformats-officedocument.presentationml.commentAuthors+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Lst>
  <p:sldSz cx="12192000" cy="6858000"/>
  <p:notesSz cx="6858000" cy="9144000"/>
</p:presentation>
</file>

<file path=ppt/commentAuthors.xml><?xml version="1.0" encoding="utf-8"?>
<p:cmAuthorLst xmlns:p="http://schemas.openxmlformats.org/presentationml/2006/main">
  <p:cmAuthor id="0" name="" initials="" lastIdx="14" clrIdx="0"/>
</p:cmAuthorLst>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presProps" Target="presProps.xml"/><Relationship Id="rId37" Type="http://schemas.openxmlformats.org/officeDocument/2006/relationships/commentAuthors" Target="commentAuthors.xml"/>
</Relationships>
</file>

<file path=ppt/comments/comment3.xml><?xml version="1.0" encoding="utf-8"?>
<p:cmLst xmlns:p="http://schemas.openxmlformats.org/presentationml/2006/main">
  <p:cm authorId="0" dt="2026-05-05T11:49:09.000000000" idx="1">
    <p:pos x="0" y="0"/>
    <p:text>GPUs, en fabricacion de videojuegos, gran capacidad de trabajar con matrices
Con el ML tradicional funciona bien con datasets pequeños, hasta millones de registros</p:text>
  </p:cm>
</p:cmLst>
</file>

<file path=ppt/comments/comment6.xml><?xml version="1.0" encoding="utf-8"?>
<p:cmLst xmlns:p="http://schemas.openxmlformats.org/presentationml/2006/main">
  <p:cm authorId="0" dt="2026-05-05T11:54:05.000000000" idx="2">
    <p:pos x="0" y="0"/>
    <p:text>Audio: 4Dimensiones</p:text>
  </p:cm>
</p:cmLst>
</file>

<file path=ppt/comments/comment7.xml><?xml version="1.0" encoding="utf-8"?>
<p:cmLst xmlns:p="http://schemas.openxmlformats.org/presentationml/2006/main">
  <p:cm authorId="0" dt="2026-05-05T11:57:41.000000000" idx="3">
    <p:pos x="0" y="0"/>
    <p:text>Scikit learn tiene poco de redes neuronales.
Keras y tensor mejor
Google colab es una maquina externa, la nube.</p:text>
  </p:cm>
</p:cmLst>
</file>

<file path=ppt/comments/comment14.xml><?xml version="1.0" encoding="utf-8"?>
<p:cmLst xmlns:p="http://schemas.openxmlformats.org/presentationml/2006/main">
  <p:cm authorId="0" dt="2026-05-05T12:06:28.000000000" idx="4">
    <p:pos x="0" y="0"/>
    <p:text>La neurona estaba apagada o encendida, segun el estimulo recibido</p:text>
  </p:cm>
</p:cmLst>
</file>

<file path=ppt/comments/comment16.xml><?xml version="1.0" encoding="utf-8"?>
<p:cmLst xmlns:p="http://schemas.openxmlformats.org/presentationml/2006/main">
  <p:cm authorId="0" dt="2026-05-05T12:08:04.000000000" idx="5">
    <p:pos x="0" y="0"/>
    <p:text>Esto se resuelve con una combinacion de neuronas</p:text>
  </p:cm>
</p:cmLst>
</file>

<file path=ppt/comments/comment18.xml><?xml version="1.0" encoding="utf-8"?>
<p:cmLst xmlns:p="http://schemas.openxmlformats.org/presentationml/2006/main">
  <p:cm authorId="0" dt="2026-05-05T12:09:38.000000000" idx="6">
    <p:pos x="0" y="0"/>
    <p:text>Solo para modelos lineales</p:text>
  </p:cm>
</p:cmLst>
</file>

<file path=ppt/comments/comment20.xml><?xml version="1.0" encoding="utf-8"?>
<p:cmLst xmlns:p="http://schemas.openxmlformats.org/presentationml/2006/main">
  <p:cm authorId="0" dt="2026-05-05T12:11:18.000000000" idx="7">
    <p:pos x="0" y="0"/>
    <p:text>Combinacion de neuronas o perceptrones.</p:text>
  </p:cm>
</p:cmLst>
</file>

<file path=ppt/comments/comment21.xml><?xml version="1.0" encoding="utf-8"?>
<p:cmLst xmlns:p="http://schemas.openxmlformats.org/presentationml/2006/main">
  <p:cm authorId="0" dt="2026-05-05T12:16:28.000000000" idx="8">
    <p:pos x="0" y="0"/>
    <p:text>Cada bola es un perceptron</p:text>
  </p:cm>
</p:cmLst>
</file>

<file path=ppt/comments/comment23.xml><?xml version="1.0" encoding="utf-8"?>
<p:cmLst xmlns:p="http://schemas.openxmlformats.org/presentationml/2006/main">
  <p:cm authorId="0" dt="2026-05-05T12:26:04.000000000" idx="9">
    <p:pos x="0" y="0"/>
    <p:text>Deep learning sencillo tb se puede responder con ML boosting,
ANN , MLP se resuelven bien con ML tradicional.</p:text>
  </p:cm>
</p:cmLst>
</file>

<file path=ppt/comments/comment24.xml><?xml version="1.0" encoding="utf-8"?>
<p:cmLst xmlns:p="http://schemas.openxmlformats.org/presentationml/2006/main">
  <p:cm authorId="0" dt="2026-05-05T12:30:39.000000000" idx="10">
    <p:pos x="0" y="0"/>
    <p:text>Funciones que van de 0 a 1 de diferentes formas. Hay que definir cual nos viene mejor</p:text>
  </p:cm>
</p:cmLst>
</file>

<file path=ppt/comments/comment25.xml><?xml version="1.0" encoding="utf-8"?>
<p:cmLst xmlns:p="http://schemas.openxmlformats.org/presentationml/2006/main">
  <p:cm authorId="0" dt="2026-05-05T12:34:41.000000000" idx="11">
    <p:pos x="0" y="0"/>
    <p:text>Tanh: tangente hiperbolica</p:text>
  </p:cm>
</p:cmLst>
</file>

<file path=ppt/comments/comment27.xml><?xml version="1.0" encoding="utf-8"?>
<p:cmLst xmlns:p="http://schemas.openxmlformats.org/presentationml/2006/main">
  <p:cm authorId="0" dt="2026-05-05T12:42:44.000000000" idx="12">
    <p:pos x="0" y="0"/>
    <p:text>Descubrimiento clave sobre redes neuronales</p:text>
  </p:cm>
</p:cmLst>
</file>

<file path=ppt/comments/comment30.xml><?xml version="1.0" encoding="utf-8"?>
<p:cmLst xmlns:p="http://schemas.openxmlformats.org/presentationml/2006/main">
  <p:cm authorId="0" dt="2026-05-05T12:46:35.000000000" idx="13">
    <p:pos x="0" y="0"/>
    <p:text>Tencicas matematics para minimicar el error</p:text>
  </p:cm>
</p:cmLst>
</file>

<file path=ppt/comments/comment31.xml><?xml version="1.0" encoding="utf-8"?>
<p:cmLst xmlns:p="http://schemas.openxmlformats.org/presentationml/2006/main">
  <p:cm authorId="0" dt="2026-05-05T12:47:53.000000000" idx="14">
    <p:pos x="0" y="0"/>
    <p:text>Drop out: apagar neuronas al azar, para que no sobreaprendan, para que el conocimiento este distribuido</p:text>
  </p:cm>
</p:cmLst>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r>
              <a:rPr lang="es-ES" sz="1400" b="0" u="none" strike="noStrike">
                <a:solidFill>
                  <a:srgbClr val="000000"/>
                </a:solidFill>
                <a:effectLst/>
                <a:uFillTx/>
                <a:latin typeface="Arial"/>
              </a:rPr>
              <a:t>Pulse para desplazar la diapositiva</a:t>
            </a:r>
            <a:endParaRPr lang="es-ES" sz="1400" b="0" u="none" strike="noStrike">
              <a:solidFill>
                <a:srgbClr val="000000"/>
              </a:solidFill>
              <a:effectLst/>
              <a:uFillTx/>
              <a:latin typeface="Arial"/>
            </a:endParaRPr>
          </a:p>
        </p:txBody>
      </p:sp>
      <p:sp>
        <p:nvSpPr>
          <p:cNvPr id="60"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s-ES" sz="2000" b="0" u="none" strike="noStrike">
                <a:solidFill>
                  <a:srgbClr val="000000"/>
                </a:solidFill>
                <a:effectLst/>
                <a:uFillTx/>
                <a:latin typeface="Arial"/>
              </a:rPr>
              <a:t>Pulse para editar el formato de las notas</a:t>
            </a:r>
            <a:endParaRPr lang="es-ES" sz="2000" b="0" u="none" strike="noStrike">
              <a:solidFill>
                <a:srgbClr val="000000"/>
              </a:solidFill>
              <a:effectLst/>
              <a:uFillTx/>
              <a:latin typeface="Arial"/>
            </a:endParaRPr>
          </a:p>
        </p:txBody>
      </p:sp>
      <p:sp>
        <p:nvSpPr>
          <p:cNvPr id="61"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s-ES" sz="1400" b="0" u="none" strike="noStrike">
                <a:solidFill>
                  <a:srgbClr val="000000"/>
                </a:solidFill>
                <a:effectLst/>
                <a:uFillTx/>
                <a:latin typeface="Times New Roman"/>
              </a:rPr>
              <a:t>&lt;cabecera&gt;</a:t>
            </a:r>
            <a:endParaRPr lang="es-ES" sz="1400" b="0" u="none" strike="noStrike">
              <a:solidFill>
                <a:srgbClr val="000000"/>
              </a:solidFill>
              <a:effectLst/>
              <a:uFillTx/>
              <a:latin typeface="Times New Roman"/>
            </a:endParaRPr>
          </a:p>
        </p:txBody>
      </p:sp>
      <p:sp>
        <p:nvSpPr>
          <p:cNvPr id="62"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s-ES" sz="1400" b="0" u="none" strike="noStrike">
                <a:solidFill>
                  <a:srgbClr val="000000"/>
                </a:solidFill>
                <a:effectLst/>
                <a:uFillTx/>
                <a:latin typeface="Times New Roman"/>
              </a:defRPr>
            </a:lvl1pPr>
          </a:lstStyle>
          <a:p>
            <a:pPr indent="0" algn="r">
              <a:buNone/>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
        <p:nvSpPr>
          <p:cNvPr id="63"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s-ES" sz="1400" b="0" u="none" strike="noStrike">
                <a:solidFill>
                  <a:srgbClr val="000000"/>
                </a:solidFill>
                <a:effectLst/>
                <a:uFillTx/>
                <a:latin typeface="Times New Roman"/>
              </a:defRPr>
            </a:lvl1pPr>
          </a:lstStyle>
          <a:p>
            <a:pPr indent="0" algn="l">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64"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s-ES" sz="1400" b="0" u="none" strike="noStrike">
                <a:solidFill>
                  <a:srgbClr val="000000"/>
                </a:solidFill>
                <a:effectLst/>
                <a:uFillTx/>
                <a:latin typeface="Times New Roman"/>
              </a:defRPr>
            </a:lvl1pPr>
          </a:lstStyle>
          <a:p>
            <a:pPr indent="0" algn="r">
              <a:buNone/>
            </a:pPr>
            <a:fld id="{72FDC4AB-70F0-44AF-B0F1-6D9C2BF878E3}" type="slidenum">
              <a:rPr lang="es-ES" sz="1400" b="0" u="none" strike="noStrike">
                <a:solidFill>
                  <a:srgbClr val="000000"/>
                </a:solidFill>
                <a:effectLst/>
                <a:uFillTx/>
                <a:latin typeface="Times New Roman"/>
              </a:rPr>
              <a:t>&lt;número&gt;</a:t>
            </a:fld>
            <a:endParaRPr lang="es-E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PlaceHolder 1"/>
          <p:cNvSpPr>
            <a:spLocks noGrp="1"/>
          </p:cNvSpPr>
          <p:nvPr>
            <p:ph type="sldImg"/>
          </p:nvPr>
        </p:nvSpPr>
        <p:spPr>
          <a:xfrm>
            <a:off x="685800" y="1143000"/>
            <a:ext cx="5486040" cy="3085920"/>
          </a:xfrm>
          <a:prstGeom prst="rect">
            <a:avLst/>
          </a:prstGeom>
          <a:ln w="0">
            <a:noFill/>
          </a:ln>
        </p:spPr>
      </p:sp>
      <p:sp>
        <p:nvSpPr>
          <p:cNvPr id="21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s-ES" sz="1200" b="0" u="none" strike="noStrike">
              <a:solidFill>
                <a:schemeClr val="dk1"/>
              </a:solidFill>
              <a:effectLst/>
              <a:uFillTx/>
              <a:latin typeface="Calibri"/>
            </a:endParaRPr>
          </a:p>
        </p:txBody>
      </p:sp>
      <p:sp>
        <p:nvSpPr>
          <p:cNvPr id="214" name="PlaceHolder 3"/>
          <p:cNvSpPr>
            <a:spLocks noGrp="1"/>
          </p:cNvSpPr>
          <p:nvPr>
            <p:ph type="sldNum" idx="3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s-ES" sz="1400" b="0" u="none" strike="noStrike">
                <a:solidFill>
                  <a:srgbClr val="000000"/>
                </a:solidFill>
                <a:effectLst/>
                <a:uFillTx/>
                <a:latin typeface="Times New Roman"/>
              </a:defRPr>
            </a:lvl1pPr>
          </a:lstStyle>
          <a:p>
            <a:pPr indent="0" algn="r">
              <a:lnSpc>
                <a:spcPct val="100000"/>
              </a:lnSpc>
              <a:buNone/>
              <a:tabLst>
                <a:tab pos="0" algn="l"/>
              </a:tabLst>
            </a:pPr>
            <a:fld id="{D167F0AC-2761-45E8-AA8A-EA80B2155543}" type="slidenum">
              <a:rPr lang="es-ES" sz="1400" b="0" u="none" strike="noStrike">
                <a:solidFill>
                  <a:srgbClr val="000000"/>
                </a:solidFill>
                <a:effectLst/>
                <a:uFillTx/>
                <a:latin typeface="Times New Roman"/>
              </a:rPr>
              <a:t>5</a:t>
            </a:fld>
            <a:endParaRPr lang="es-ES" sz="14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PlaceHolder 1"/>
          <p:cNvSpPr>
            <a:spLocks noGrp="1"/>
          </p:cNvSpPr>
          <p:nvPr>
            <p:ph type="sldImg"/>
          </p:nvPr>
        </p:nvSpPr>
        <p:spPr>
          <a:xfrm>
            <a:off x="685800" y="1143000"/>
            <a:ext cx="5486040" cy="3085920"/>
          </a:xfrm>
          <a:prstGeom prst="rect">
            <a:avLst/>
          </a:prstGeom>
          <a:ln w="0">
            <a:noFill/>
          </a:ln>
        </p:spPr>
      </p:sp>
      <p:sp>
        <p:nvSpPr>
          <p:cNvPr id="21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s-ES" sz="1200" b="0" u="none" strike="noStrike">
              <a:solidFill>
                <a:schemeClr val="dk1"/>
              </a:solidFill>
              <a:effectLst/>
              <a:uFillTx/>
              <a:latin typeface="Calibri"/>
            </a:endParaRPr>
          </a:p>
        </p:txBody>
      </p:sp>
      <p:sp>
        <p:nvSpPr>
          <p:cNvPr id="217" name="PlaceHolder 3"/>
          <p:cNvSpPr>
            <a:spLocks noGrp="1"/>
          </p:cNvSpPr>
          <p:nvPr>
            <p:ph type="sldNum" idx="3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s-ES" sz="1400" b="0" u="none" strike="noStrike">
                <a:solidFill>
                  <a:srgbClr val="000000"/>
                </a:solidFill>
                <a:effectLst/>
                <a:uFillTx/>
                <a:latin typeface="Times New Roman"/>
              </a:defRPr>
            </a:lvl1pPr>
          </a:lstStyle>
          <a:p>
            <a:pPr indent="0" algn="r">
              <a:lnSpc>
                <a:spcPct val="100000"/>
              </a:lnSpc>
              <a:buNone/>
              <a:tabLst>
                <a:tab pos="0" algn="l"/>
              </a:tabLst>
            </a:pPr>
            <a:fld id="{18356404-2E55-4F69-A1EA-777CB4631D95}" type="slidenum">
              <a:rPr lang="es-ES" sz="1400" b="0" u="none" strike="noStrike">
                <a:solidFill>
                  <a:srgbClr val="000000"/>
                </a:solidFill>
                <a:effectLst/>
                <a:uFillTx/>
                <a:latin typeface="Times New Roman"/>
              </a:rPr>
              <a:t>5</a:t>
            </a:fld>
            <a:endParaRPr lang="es-ES" sz="14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type="sldImg"/>
          </p:nvPr>
        </p:nvSpPr>
        <p:spPr>
          <a:xfrm>
            <a:off x="685800" y="1143000"/>
            <a:ext cx="5486040" cy="3085920"/>
          </a:xfrm>
          <a:prstGeom prst="rect">
            <a:avLst/>
          </a:prstGeom>
          <a:ln w="0">
            <a:noFill/>
          </a:ln>
        </p:spPr>
      </p:sp>
      <p:sp>
        <p:nvSpPr>
          <p:cNvPr id="219"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p>
            <a:pPr indent="0" algn="l">
              <a:buNone/>
            </a:pPr>
            <a:endParaRPr lang="es-ES" sz="1200" b="0" u="none" strike="noStrike">
              <a:solidFill>
                <a:schemeClr val="dk1"/>
              </a:solidFill>
              <a:effectLst/>
              <a:uFillTx/>
              <a:latin typeface="Calibri"/>
            </a:endParaRPr>
          </a:p>
        </p:txBody>
      </p:sp>
      <p:sp>
        <p:nvSpPr>
          <p:cNvPr id="220" name="PlaceHolder 3"/>
          <p:cNvSpPr>
            <a:spLocks noGrp="1"/>
          </p:cNvSpPr>
          <p:nvPr>
            <p:ph type="sldNum" idx="3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s-ES" sz="1400" b="0" u="none" strike="noStrike">
                <a:solidFill>
                  <a:srgbClr val="000000"/>
                </a:solidFill>
                <a:effectLst/>
                <a:uFillTx/>
                <a:latin typeface="Times New Roman"/>
              </a:defRPr>
            </a:lvl1pPr>
          </a:lstStyle>
          <a:p>
            <a:pPr indent="0" algn="r">
              <a:lnSpc>
                <a:spcPct val="100000"/>
              </a:lnSpc>
              <a:buNone/>
              <a:tabLst>
                <a:tab pos="0" algn="l"/>
              </a:tabLst>
            </a:pPr>
            <a:fld id="{8ABCDF2B-F2EC-40B8-9986-1B288441346B}" type="slidenum">
              <a:rPr lang="es-ES" sz="1400" b="0" u="none" strike="noStrike">
                <a:solidFill>
                  <a:srgbClr val="000000"/>
                </a:solidFill>
                <a:effectLst/>
                <a:uFillTx/>
                <a:latin typeface="Times New Roman"/>
              </a:rPr>
              <a:t>5</a:t>
            </a:fld>
            <a:endParaRPr lang="es-ES" sz="14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PlaceHolder 1"/>
          <p:cNvSpPr>
            <a:spLocks noGrp="1"/>
          </p:cNvSpPr>
          <p:nvPr>
            <p:ph type="sldImg"/>
          </p:nvPr>
        </p:nvSpPr>
        <p:spPr>
          <a:xfrm>
            <a:off x="685800" y="1143000"/>
            <a:ext cx="5486040" cy="3085920"/>
          </a:xfrm>
          <a:prstGeom prst="rect">
            <a:avLst/>
          </a:prstGeom>
          <a:ln w="0">
            <a:noFill/>
          </a:ln>
        </p:spPr>
      </p:sp>
      <p:sp>
        <p:nvSpPr>
          <p:cNvPr id="222"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p>
            <a:pPr indent="0" algn="l">
              <a:buNone/>
            </a:pPr>
            <a:endParaRPr lang="es-ES" sz="1200" b="0" u="none" strike="noStrike">
              <a:solidFill>
                <a:schemeClr val="dk1"/>
              </a:solidFill>
              <a:effectLst/>
              <a:uFillTx/>
              <a:latin typeface="Calibri"/>
            </a:endParaRPr>
          </a:p>
        </p:txBody>
      </p:sp>
      <p:sp>
        <p:nvSpPr>
          <p:cNvPr id="223" name="PlaceHolder 3"/>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s-ES" sz="1400" b="0" u="none" strike="noStrike">
                <a:solidFill>
                  <a:srgbClr val="000000"/>
                </a:solidFill>
                <a:effectLst/>
                <a:uFillTx/>
                <a:latin typeface="Times New Roman"/>
              </a:defRPr>
            </a:lvl1pPr>
          </a:lstStyle>
          <a:p>
            <a:pPr indent="0" algn="r">
              <a:lnSpc>
                <a:spcPct val="100000"/>
              </a:lnSpc>
              <a:buNone/>
              <a:tabLst>
                <a:tab pos="0" algn="l"/>
              </a:tabLst>
            </a:pPr>
            <a:fld id="{46AF5DD9-8595-472B-B1DF-67F6D6F5F5D3}" type="slidenum">
              <a:rPr lang="es-ES" sz="1400" b="0" u="none" strike="noStrike">
                <a:solidFill>
                  <a:srgbClr val="000000"/>
                </a:solidFill>
                <a:effectLst/>
                <a:uFillTx/>
                <a:latin typeface="Times New Roman"/>
              </a:rPr>
              <a:t>5</a:t>
            </a:fld>
            <a:endParaRPr lang="es-ES" sz="14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type="sldImg"/>
          </p:nvPr>
        </p:nvSpPr>
        <p:spPr>
          <a:xfrm>
            <a:off x="685800" y="1143000"/>
            <a:ext cx="5486040" cy="3085920"/>
          </a:xfrm>
          <a:prstGeom prst="rect">
            <a:avLst/>
          </a:prstGeom>
          <a:ln w="0">
            <a:noFill/>
          </a:ln>
        </p:spPr>
      </p:sp>
      <p:sp>
        <p:nvSpPr>
          <p:cNvPr id="22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s-ES" sz="1200" b="0" u="none" strike="noStrike">
              <a:solidFill>
                <a:schemeClr val="dk1"/>
              </a:solidFill>
              <a:effectLst/>
              <a:uFillTx/>
              <a:latin typeface="Calibri"/>
            </a:endParaRPr>
          </a:p>
        </p:txBody>
      </p:sp>
      <p:sp>
        <p:nvSpPr>
          <p:cNvPr id="226" name="PlaceHolder 3"/>
          <p:cNvSpPr>
            <a:spLocks noGrp="1"/>
          </p:cNvSpPr>
          <p:nvPr>
            <p:ph type="sldNum" idx="4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s-ES" sz="1400" b="0" u="none" strike="noStrike">
                <a:solidFill>
                  <a:srgbClr val="000000"/>
                </a:solidFill>
                <a:effectLst/>
                <a:uFillTx/>
                <a:latin typeface="Times New Roman"/>
              </a:defRPr>
            </a:lvl1pPr>
          </a:lstStyle>
          <a:p>
            <a:pPr indent="0" algn="r">
              <a:lnSpc>
                <a:spcPct val="100000"/>
              </a:lnSpc>
              <a:buNone/>
              <a:tabLst>
                <a:tab pos="0" algn="l"/>
              </a:tabLst>
            </a:pPr>
            <a:fld id="{B812F4F5-3DDE-43A1-83DB-CF65FF605CD4}" type="slidenum">
              <a:rPr lang="es-ES" sz="1400" b="0" u="none" strike="noStrike">
                <a:solidFill>
                  <a:srgbClr val="000000"/>
                </a:solidFill>
                <a:effectLst/>
                <a:uFillTx/>
                <a:latin typeface="Times New Roman"/>
              </a:rPr>
              <a:t>5</a:t>
            </a:fld>
            <a:endParaRPr lang="es-ES" sz="14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PlaceHolder 1"/>
          <p:cNvSpPr>
            <a:spLocks noGrp="1"/>
          </p:cNvSpPr>
          <p:nvPr>
            <p:ph type="sldImg"/>
          </p:nvPr>
        </p:nvSpPr>
        <p:spPr>
          <a:xfrm>
            <a:off x="685800" y="1143000"/>
            <a:ext cx="5486040" cy="3085920"/>
          </a:xfrm>
          <a:prstGeom prst="rect">
            <a:avLst/>
          </a:prstGeom>
          <a:ln w="0">
            <a:noFill/>
          </a:ln>
        </p:spPr>
      </p:sp>
      <p:sp>
        <p:nvSpPr>
          <p:cNvPr id="228"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p>
            <a:pPr indent="0" algn="l">
              <a:buNone/>
            </a:pPr>
            <a:endParaRPr lang="es-ES" sz="1200" b="0" u="none" strike="noStrike">
              <a:solidFill>
                <a:schemeClr val="dk1"/>
              </a:solidFill>
              <a:effectLst/>
              <a:uFillTx/>
              <a:latin typeface="Calibri"/>
            </a:endParaRPr>
          </a:p>
        </p:txBody>
      </p:sp>
      <p:sp>
        <p:nvSpPr>
          <p:cNvPr id="229" name="PlaceHolder 3"/>
          <p:cNvSpPr>
            <a:spLocks noGrp="1"/>
          </p:cNvSpPr>
          <p:nvPr>
            <p:ph type="sldNum" idx="4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s-ES" sz="1400" b="0" u="none" strike="noStrike">
                <a:solidFill>
                  <a:srgbClr val="000000"/>
                </a:solidFill>
                <a:effectLst/>
                <a:uFillTx/>
                <a:latin typeface="Times New Roman"/>
              </a:defRPr>
            </a:lvl1pPr>
          </a:lstStyle>
          <a:p>
            <a:pPr indent="0" algn="r">
              <a:lnSpc>
                <a:spcPct val="100000"/>
              </a:lnSpc>
              <a:buNone/>
              <a:tabLst>
                <a:tab pos="0" algn="l"/>
              </a:tabLst>
            </a:pPr>
            <a:fld id="{7D5BC13C-EC1C-4DF7-BF67-5D8F996A9B8A}" type="slidenum">
              <a:rPr lang="es-ES" sz="1400" b="0" u="none" strike="noStrike">
                <a:solidFill>
                  <a:srgbClr val="000000"/>
                </a:solidFill>
                <a:effectLst/>
                <a:uFillTx/>
                <a:latin typeface="Times New Roman"/>
              </a:rPr>
              <a:t>5</a:t>
            </a:fld>
            <a:endParaRPr lang="es-ES" sz="14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PlaceHolder 1"/>
          <p:cNvSpPr>
            <a:spLocks noGrp="1"/>
          </p:cNvSpPr>
          <p:nvPr>
            <p:ph type="sldImg"/>
          </p:nvPr>
        </p:nvSpPr>
        <p:spPr>
          <a:xfrm>
            <a:off x="685800" y="1143000"/>
            <a:ext cx="5486040" cy="3085920"/>
          </a:xfrm>
          <a:prstGeom prst="rect">
            <a:avLst/>
          </a:prstGeom>
          <a:ln w="0">
            <a:noFill/>
          </a:ln>
        </p:spPr>
      </p:sp>
      <p:sp>
        <p:nvSpPr>
          <p:cNvPr id="231"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p>
            <a:pPr indent="0" algn="l">
              <a:buNone/>
            </a:pPr>
            <a:endParaRPr lang="es-ES" sz="1200" b="0" u="none" strike="noStrike">
              <a:solidFill>
                <a:schemeClr val="dk1"/>
              </a:solidFill>
              <a:effectLst/>
              <a:uFillTx/>
              <a:latin typeface="Calibri"/>
            </a:endParaRPr>
          </a:p>
        </p:txBody>
      </p:sp>
      <p:sp>
        <p:nvSpPr>
          <p:cNvPr id="232" name="PlaceHolder 3"/>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s-ES" sz="1400" b="0" u="none" strike="noStrike">
                <a:solidFill>
                  <a:srgbClr val="000000"/>
                </a:solidFill>
                <a:effectLst/>
                <a:uFillTx/>
                <a:latin typeface="Times New Roman"/>
              </a:defRPr>
            </a:lvl1pPr>
          </a:lstStyle>
          <a:p>
            <a:pPr indent="0" algn="r">
              <a:lnSpc>
                <a:spcPct val="100000"/>
              </a:lnSpc>
              <a:buNone/>
              <a:tabLst>
                <a:tab pos="0" algn="l"/>
              </a:tabLst>
            </a:pPr>
            <a:fld id="{094DAA14-3602-476A-8340-C0FA69D34012}" type="slidenum">
              <a:rPr lang="es-ES" sz="1400" b="0" u="none" strike="noStrike">
                <a:solidFill>
                  <a:srgbClr val="000000"/>
                </a:solidFill>
                <a:effectLst/>
                <a:uFillTx/>
                <a:latin typeface="Times New Roman"/>
              </a:rPr>
              <a:t>5</a:t>
            </a:fld>
            <a:endParaRPr lang="es-ES" sz="14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sldImg"/>
          </p:nvPr>
        </p:nvSpPr>
        <p:spPr>
          <a:xfrm>
            <a:off x="685800" y="1143000"/>
            <a:ext cx="5486040" cy="3085920"/>
          </a:xfrm>
          <a:prstGeom prst="rect">
            <a:avLst/>
          </a:prstGeom>
          <a:ln w="0">
            <a:noFill/>
          </a:ln>
        </p:spPr>
      </p:sp>
      <p:sp>
        <p:nvSpPr>
          <p:cNvPr id="234"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p>
            <a:pPr indent="0" algn="l">
              <a:buNone/>
            </a:pPr>
            <a:endParaRPr lang="es-ES" sz="1200" b="0" u="none" strike="noStrike">
              <a:solidFill>
                <a:schemeClr val="dk1"/>
              </a:solidFill>
              <a:effectLst/>
              <a:uFillTx/>
              <a:latin typeface="Calibri"/>
            </a:endParaRPr>
          </a:p>
        </p:txBody>
      </p:sp>
      <p:sp>
        <p:nvSpPr>
          <p:cNvPr id="235" name="PlaceHolder 3"/>
          <p:cNvSpPr>
            <a:spLocks noGrp="1"/>
          </p:cNvSpPr>
          <p:nvPr>
            <p:ph type="sldNum" idx="4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s-ES" sz="1400" b="0" u="none" strike="noStrike">
                <a:solidFill>
                  <a:srgbClr val="000000"/>
                </a:solidFill>
                <a:effectLst/>
                <a:uFillTx/>
                <a:latin typeface="Times New Roman"/>
              </a:defRPr>
            </a:lvl1pPr>
          </a:lstStyle>
          <a:p>
            <a:pPr indent="0" algn="r">
              <a:lnSpc>
                <a:spcPct val="100000"/>
              </a:lnSpc>
              <a:buNone/>
              <a:tabLst>
                <a:tab pos="0" algn="l"/>
              </a:tabLst>
            </a:pPr>
            <a:fld id="{240982EE-23EC-4F1D-8364-CD3494F662B6}" type="slidenum">
              <a:rPr lang="es-ES" sz="1400" b="0" u="none" strike="noStrike">
                <a:solidFill>
                  <a:srgbClr val="000000"/>
                </a:solidFill>
                <a:effectLst/>
                <a:uFillTx/>
                <a:latin typeface="Times New Roman"/>
              </a:rPr>
              <a:t>5</a:t>
            </a:fld>
            <a:endParaRPr lang="es-ES" sz="14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PlaceHolder 1"/>
          <p:cNvSpPr>
            <a:spLocks noGrp="1"/>
          </p:cNvSpPr>
          <p:nvPr>
            <p:ph type="sldImg"/>
          </p:nvPr>
        </p:nvSpPr>
        <p:spPr>
          <a:xfrm>
            <a:off x="685800" y="1143000"/>
            <a:ext cx="5486040" cy="3085920"/>
          </a:xfrm>
          <a:prstGeom prst="rect">
            <a:avLst/>
          </a:prstGeom>
          <a:ln w="0">
            <a:noFill/>
          </a:ln>
        </p:spPr>
      </p:sp>
      <p:sp>
        <p:nvSpPr>
          <p:cNvPr id="237"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p>
            <a:pPr indent="0" algn="l">
              <a:buNone/>
            </a:pPr>
            <a:endParaRPr lang="es-ES" sz="1200" b="0" u="none" strike="noStrike">
              <a:solidFill>
                <a:schemeClr val="dk1"/>
              </a:solidFill>
              <a:effectLst/>
              <a:uFillTx/>
              <a:latin typeface="Calibri"/>
            </a:endParaRPr>
          </a:p>
        </p:txBody>
      </p:sp>
      <p:sp>
        <p:nvSpPr>
          <p:cNvPr id="238" name="PlaceHolder 3"/>
          <p:cNvSpPr>
            <a:spLocks noGrp="1"/>
          </p:cNvSpPr>
          <p:nvPr>
            <p:ph type="sldNum" idx="4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s-ES" sz="1400" b="0" u="none" strike="noStrike">
                <a:solidFill>
                  <a:srgbClr val="000000"/>
                </a:solidFill>
                <a:effectLst/>
                <a:uFillTx/>
                <a:latin typeface="Times New Roman"/>
              </a:defRPr>
            </a:lvl1pPr>
          </a:lstStyle>
          <a:p>
            <a:pPr indent="0" algn="r">
              <a:lnSpc>
                <a:spcPct val="100000"/>
              </a:lnSpc>
              <a:buNone/>
              <a:tabLst>
                <a:tab pos="0" algn="l"/>
              </a:tabLst>
            </a:pPr>
            <a:fld id="{E9B38B8A-9EA7-456D-9F8A-2193352837EC}" type="slidenum">
              <a:rPr lang="es-ES" sz="1400" b="0" u="none" strike="noStrike">
                <a:solidFill>
                  <a:srgbClr val="000000"/>
                </a:solidFill>
                <a:effectLst/>
                <a:uFillTx/>
                <a:latin typeface="Times New Roman"/>
              </a:rPr>
              <a:t>5</a:t>
            </a:fld>
            <a:endParaRPr lang="es-ES" sz="14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PlaceHolder 1"/>
          <p:cNvSpPr>
            <a:spLocks noGrp="1"/>
          </p:cNvSpPr>
          <p:nvPr>
            <p:ph type="sldImg"/>
          </p:nvPr>
        </p:nvSpPr>
        <p:spPr>
          <a:xfrm>
            <a:off x="685800" y="1143000"/>
            <a:ext cx="5486040" cy="3085920"/>
          </a:xfrm>
          <a:prstGeom prst="rect">
            <a:avLst/>
          </a:prstGeom>
          <a:ln w="0">
            <a:noFill/>
          </a:ln>
        </p:spPr>
      </p:sp>
      <p:sp>
        <p:nvSpPr>
          <p:cNvPr id="240"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p>
            <a:pPr indent="0" algn="l">
              <a:buNone/>
            </a:pPr>
            <a:endParaRPr lang="es-ES" sz="1200" b="0" u="none" strike="noStrike">
              <a:solidFill>
                <a:schemeClr val="dk1"/>
              </a:solidFill>
              <a:effectLst/>
              <a:uFillTx/>
              <a:latin typeface="Calibri"/>
            </a:endParaRPr>
          </a:p>
        </p:txBody>
      </p:sp>
      <p:sp>
        <p:nvSpPr>
          <p:cNvPr id="241" name="PlaceHolder 3"/>
          <p:cNvSpPr>
            <a:spLocks noGrp="1"/>
          </p:cNvSpPr>
          <p:nvPr>
            <p:ph type="sldNum" idx="4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s-ES" sz="1400" b="0" u="none" strike="noStrike">
                <a:solidFill>
                  <a:srgbClr val="000000"/>
                </a:solidFill>
                <a:effectLst/>
                <a:uFillTx/>
                <a:latin typeface="Times New Roman"/>
              </a:defRPr>
            </a:lvl1pPr>
          </a:lstStyle>
          <a:p>
            <a:pPr indent="0" algn="r">
              <a:lnSpc>
                <a:spcPct val="100000"/>
              </a:lnSpc>
              <a:buNone/>
              <a:tabLst>
                <a:tab pos="0" algn="l"/>
              </a:tabLst>
            </a:pPr>
            <a:fld id="{73907000-2E89-4555-A07A-3A5BBE983331}" type="slidenum">
              <a:rPr lang="es-ES" sz="1400" b="0" u="none" strike="noStrike">
                <a:solidFill>
                  <a:srgbClr val="000000"/>
                </a:solidFill>
                <a:effectLst/>
                <a:uFillTx/>
                <a:latin typeface="Times New Roman"/>
              </a:rPr>
              <a:t>5</a:t>
            </a:fld>
            <a:endParaRPr lang="es-ES" sz="14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PlaceHolder 1"/>
          <p:cNvSpPr>
            <a:spLocks noGrp="1"/>
          </p:cNvSpPr>
          <p:nvPr>
            <p:ph type="sldImg"/>
          </p:nvPr>
        </p:nvSpPr>
        <p:spPr>
          <a:xfrm>
            <a:off x="685800" y="1143000"/>
            <a:ext cx="5486040" cy="3085920"/>
          </a:xfrm>
          <a:prstGeom prst="rect">
            <a:avLst/>
          </a:prstGeom>
          <a:ln w="0">
            <a:noFill/>
          </a:ln>
        </p:spPr>
      </p:sp>
      <p:sp>
        <p:nvSpPr>
          <p:cNvPr id="243"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p>
            <a:pPr indent="0" algn="l">
              <a:buNone/>
            </a:pPr>
            <a:endParaRPr lang="es-ES" sz="1200" b="0" u="none" strike="noStrike">
              <a:solidFill>
                <a:schemeClr val="dk1"/>
              </a:solidFill>
              <a:effectLst/>
              <a:uFillTx/>
              <a:latin typeface="Calibri"/>
            </a:endParaRPr>
          </a:p>
        </p:txBody>
      </p:sp>
      <p:sp>
        <p:nvSpPr>
          <p:cNvPr id="244" name="PlaceHolder 3"/>
          <p:cNvSpPr>
            <a:spLocks noGrp="1"/>
          </p:cNvSpPr>
          <p:nvPr>
            <p:ph type="sldNum" idx="4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s-ES" sz="1400" b="0" u="none" strike="noStrike">
                <a:solidFill>
                  <a:srgbClr val="000000"/>
                </a:solidFill>
                <a:effectLst/>
                <a:uFillTx/>
                <a:latin typeface="Times New Roman"/>
              </a:defRPr>
            </a:lvl1pPr>
          </a:lstStyle>
          <a:p>
            <a:pPr indent="0" algn="r">
              <a:lnSpc>
                <a:spcPct val="100000"/>
              </a:lnSpc>
              <a:buNone/>
              <a:tabLst>
                <a:tab pos="0" algn="l"/>
              </a:tabLst>
            </a:pPr>
            <a:fld id="{5732F1EC-1B24-4017-A6E1-41957C660CFD}" type="slidenum">
              <a:rPr lang="es-ES" sz="1400" b="0" u="none" strike="noStrike">
                <a:solidFill>
                  <a:srgbClr val="000000"/>
                </a:solidFill>
                <a:effectLst/>
                <a:uFillTx/>
                <a:latin typeface="Times New Roman"/>
              </a:rPr>
              <a:t>5</a:t>
            </a:fld>
            <a:endParaRPr lang="es-ES" sz="14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 name="PlaceHolder 1"/>
          <p:cNvSpPr>
            <a:spLocks noGrp="1"/>
          </p:cNvSpPr>
          <p:nvPr>
            <p:ph type="sldImg"/>
          </p:nvPr>
        </p:nvSpPr>
        <p:spPr>
          <a:xfrm>
            <a:off x="685800" y="1143000"/>
            <a:ext cx="5486040" cy="3085920"/>
          </a:xfrm>
          <a:prstGeom prst="rect">
            <a:avLst/>
          </a:prstGeom>
          <a:ln w="0">
            <a:noFill/>
          </a:ln>
        </p:spPr>
      </p:sp>
      <p:sp>
        <p:nvSpPr>
          <p:cNvPr id="246"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p>
            <a:pPr indent="0" algn="l">
              <a:buNone/>
            </a:pPr>
            <a:endParaRPr lang="es-ES" sz="1200" b="0" u="none" strike="noStrike">
              <a:solidFill>
                <a:schemeClr val="dk1"/>
              </a:solidFill>
              <a:effectLst/>
              <a:uFillTx/>
              <a:latin typeface="Calibri"/>
            </a:endParaRPr>
          </a:p>
        </p:txBody>
      </p:sp>
      <p:sp>
        <p:nvSpPr>
          <p:cNvPr id="247" name="PlaceHolder 3"/>
          <p:cNvSpPr>
            <a:spLocks noGrp="1"/>
          </p:cNvSpPr>
          <p:nvPr>
            <p:ph type="sldNum" idx="4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s-ES" sz="1400" b="0" u="none" strike="noStrike">
                <a:solidFill>
                  <a:srgbClr val="000000"/>
                </a:solidFill>
                <a:effectLst/>
                <a:uFillTx/>
                <a:latin typeface="Times New Roman"/>
              </a:defRPr>
            </a:lvl1pPr>
          </a:lstStyle>
          <a:p>
            <a:pPr indent="0" algn="r">
              <a:lnSpc>
                <a:spcPct val="100000"/>
              </a:lnSpc>
              <a:buNone/>
              <a:tabLst>
                <a:tab pos="0" algn="l"/>
              </a:tabLst>
            </a:pPr>
            <a:fld id="{717A6CB7-7719-40CC-92F4-6AC3D1169F96}" type="slidenum">
              <a:rPr lang="es-ES" sz="1400" b="0" u="none" strike="noStrike">
                <a:solidFill>
                  <a:srgbClr val="000000"/>
                </a:solidFill>
                <a:effectLst/>
                <a:uFillTx/>
                <a:latin typeface="Times New Roman"/>
              </a:rPr>
              <a:t>5</a:t>
            </a:fld>
            <a:endParaRPr lang="es-ES" sz="14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8" name="PlaceHolder 1"/>
          <p:cNvSpPr>
            <a:spLocks noGrp="1"/>
          </p:cNvSpPr>
          <p:nvPr>
            <p:ph type="sldImg"/>
          </p:nvPr>
        </p:nvSpPr>
        <p:spPr>
          <a:xfrm>
            <a:off x="685800" y="1143000"/>
            <a:ext cx="5486040" cy="3085920"/>
          </a:xfrm>
          <a:prstGeom prst="rect">
            <a:avLst/>
          </a:prstGeom>
          <a:ln w="0">
            <a:noFill/>
          </a:ln>
        </p:spPr>
      </p:sp>
      <p:sp>
        <p:nvSpPr>
          <p:cNvPr id="249"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p>
            <a:pPr indent="0" algn="l">
              <a:buNone/>
            </a:pPr>
            <a:endParaRPr lang="es-ES" sz="1200" b="0" u="none" strike="noStrike">
              <a:solidFill>
                <a:schemeClr val="dk1"/>
              </a:solidFill>
              <a:effectLst/>
              <a:uFillTx/>
              <a:latin typeface="Calibri"/>
            </a:endParaRPr>
          </a:p>
        </p:txBody>
      </p:sp>
      <p:sp>
        <p:nvSpPr>
          <p:cNvPr id="250" name="PlaceHolder 3"/>
          <p:cNvSpPr>
            <a:spLocks noGrp="1"/>
          </p:cNvSpPr>
          <p:nvPr>
            <p:ph type="sldNum" idx="4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s-ES" sz="1400" b="0" u="none" strike="noStrike">
                <a:solidFill>
                  <a:srgbClr val="000000"/>
                </a:solidFill>
                <a:effectLst/>
                <a:uFillTx/>
                <a:latin typeface="Times New Roman"/>
              </a:defRPr>
            </a:lvl1pPr>
          </a:lstStyle>
          <a:p>
            <a:pPr indent="0" algn="r">
              <a:lnSpc>
                <a:spcPct val="100000"/>
              </a:lnSpc>
              <a:buNone/>
              <a:tabLst>
                <a:tab pos="0" algn="l"/>
              </a:tabLst>
            </a:pPr>
            <a:fld id="{A11E36A5-88FC-492F-9485-389C2D11433E}" type="slidenum">
              <a:rPr lang="es-ES" sz="1400" b="0" u="none" strike="noStrike">
                <a:solidFill>
                  <a:srgbClr val="000000"/>
                </a:solidFill>
                <a:effectLst/>
                <a:uFillTx/>
                <a:latin typeface="Times New Roman"/>
              </a:rPr>
              <a:t>5</a:t>
            </a:fld>
            <a:endParaRPr lang="es-ES" sz="14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PlaceHolder 1"/>
          <p:cNvSpPr>
            <a:spLocks noGrp="1"/>
          </p:cNvSpPr>
          <p:nvPr>
            <p:ph type="sldImg"/>
          </p:nvPr>
        </p:nvSpPr>
        <p:spPr>
          <a:xfrm>
            <a:off x="685800" y="1143000"/>
            <a:ext cx="5486040" cy="3085920"/>
          </a:xfrm>
          <a:prstGeom prst="rect">
            <a:avLst/>
          </a:prstGeom>
          <a:ln w="0">
            <a:noFill/>
          </a:ln>
        </p:spPr>
      </p:sp>
      <p:sp>
        <p:nvSpPr>
          <p:cNvPr id="252"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p>
            <a:pPr indent="0" algn="l">
              <a:buNone/>
            </a:pPr>
            <a:endParaRPr lang="es-ES" sz="1200" b="0" u="none" strike="noStrike">
              <a:solidFill>
                <a:schemeClr val="dk1"/>
              </a:solidFill>
              <a:effectLst/>
              <a:uFillTx/>
              <a:latin typeface="Calibri"/>
            </a:endParaRPr>
          </a:p>
        </p:txBody>
      </p:sp>
      <p:sp>
        <p:nvSpPr>
          <p:cNvPr id="253" name="PlaceHolder 3"/>
          <p:cNvSpPr>
            <a:spLocks noGrp="1"/>
          </p:cNvSpPr>
          <p:nvPr>
            <p:ph type="sldNum" idx="5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s-ES" sz="1400" b="0" u="none" strike="noStrike">
                <a:solidFill>
                  <a:srgbClr val="000000"/>
                </a:solidFill>
                <a:effectLst/>
                <a:uFillTx/>
                <a:latin typeface="Times New Roman"/>
              </a:defRPr>
            </a:lvl1pPr>
          </a:lstStyle>
          <a:p>
            <a:pPr indent="0" algn="r">
              <a:lnSpc>
                <a:spcPct val="100000"/>
              </a:lnSpc>
              <a:buNone/>
              <a:tabLst>
                <a:tab pos="0" algn="l"/>
              </a:tabLst>
            </a:pPr>
            <a:fld id="{B1AE09FD-7903-4ACD-AA61-00224998B211}" type="slidenum">
              <a:rPr lang="es-ES" sz="1400" b="0" u="none" strike="noStrike">
                <a:solidFill>
                  <a:srgbClr val="000000"/>
                </a:solidFill>
                <a:effectLst/>
                <a:uFillTx/>
                <a:latin typeface="Times New Roman"/>
              </a:rPr>
              <a:t>5</a:t>
            </a:fld>
            <a:endParaRPr lang="es-ES" sz="14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4" name="PlaceHolder 1"/>
          <p:cNvSpPr>
            <a:spLocks noGrp="1"/>
          </p:cNvSpPr>
          <p:nvPr>
            <p:ph type="sldImg"/>
          </p:nvPr>
        </p:nvSpPr>
        <p:spPr>
          <a:xfrm>
            <a:off x="685800" y="1143000"/>
            <a:ext cx="5486040" cy="3085920"/>
          </a:xfrm>
          <a:prstGeom prst="rect">
            <a:avLst/>
          </a:prstGeom>
          <a:ln w="0">
            <a:noFill/>
          </a:ln>
        </p:spPr>
      </p:sp>
      <p:sp>
        <p:nvSpPr>
          <p:cNvPr id="255"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p>
            <a:pPr indent="0" algn="l">
              <a:buNone/>
            </a:pPr>
            <a:endParaRPr lang="es-ES" sz="1200" b="0" u="none" strike="noStrike">
              <a:solidFill>
                <a:schemeClr val="dk1"/>
              </a:solidFill>
              <a:effectLst/>
              <a:uFillTx/>
              <a:latin typeface="Calibri"/>
            </a:endParaRPr>
          </a:p>
        </p:txBody>
      </p:sp>
      <p:sp>
        <p:nvSpPr>
          <p:cNvPr id="256" name="PlaceHolder 3"/>
          <p:cNvSpPr>
            <a:spLocks noGrp="1"/>
          </p:cNvSpPr>
          <p:nvPr>
            <p:ph type="sldNum" idx="5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s-ES" sz="1800" b="0" u="none" strike="noStrike">
                <a:solidFill>
                  <a:srgbClr val="000000"/>
                </a:solidFill>
                <a:effectLst/>
                <a:uFillTx/>
                <a:latin typeface="Times New Roman"/>
              </a:defRPr>
            </a:lvl1pPr>
          </a:lstStyle>
          <a:p>
            <a:pPr indent="0" algn="r">
              <a:lnSpc>
                <a:spcPct val="100000"/>
              </a:lnSpc>
              <a:buNone/>
              <a:tabLst>
                <a:tab pos="0" algn="l"/>
              </a:tabLst>
            </a:pPr>
            <a:fld id="{9782F691-22F9-4A55-A150-5D787EFBFF9C}" type="slidenum">
              <a:rPr lang="es-ES" sz="1800" b="0" u="none" strike="noStrike">
                <a:solidFill>
                  <a:srgbClr val="000000"/>
                </a:solidFill>
                <a:effectLst/>
                <a:uFillTx/>
                <a:latin typeface="Times New Roman"/>
              </a:rPr>
              <a:t>5</a:t>
            </a:fld>
            <a:endParaRPr lang="es-ES" sz="18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PlaceHolder 1"/>
          <p:cNvSpPr>
            <a:spLocks noGrp="1"/>
          </p:cNvSpPr>
          <p:nvPr>
            <p:ph type="sldImg"/>
          </p:nvPr>
        </p:nvSpPr>
        <p:spPr>
          <a:xfrm>
            <a:off x="685800" y="1143000"/>
            <a:ext cx="5486040" cy="3085920"/>
          </a:xfrm>
          <a:prstGeom prst="rect">
            <a:avLst/>
          </a:prstGeom>
          <a:ln w="0">
            <a:noFill/>
          </a:ln>
        </p:spPr>
      </p:sp>
      <p:sp>
        <p:nvSpPr>
          <p:cNvPr id="258"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p>
            <a:pPr indent="0" algn="l">
              <a:buNone/>
            </a:pPr>
            <a:endParaRPr lang="es-ES" sz="1200" b="0" u="none" strike="noStrike">
              <a:solidFill>
                <a:schemeClr val="dk1"/>
              </a:solidFill>
              <a:effectLst/>
              <a:uFillTx/>
              <a:latin typeface="Calibri"/>
            </a:endParaRPr>
          </a:p>
        </p:txBody>
      </p:sp>
      <p:sp>
        <p:nvSpPr>
          <p:cNvPr id="259" name="PlaceHolder 3"/>
          <p:cNvSpPr>
            <a:spLocks noGrp="1"/>
          </p:cNvSpPr>
          <p:nvPr>
            <p:ph type="sldNum" idx="5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s-ES" sz="1800" b="0" u="none" strike="noStrike">
                <a:solidFill>
                  <a:srgbClr val="000000"/>
                </a:solidFill>
                <a:effectLst/>
                <a:uFillTx/>
                <a:latin typeface="Times New Roman"/>
              </a:defRPr>
            </a:lvl1pPr>
          </a:lstStyle>
          <a:p>
            <a:pPr indent="0" algn="r">
              <a:lnSpc>
                <a:spcPct val="100000"/>
              </a:lnSpc>
              <a:buNone/>
              <a:tabLst>
                <a:tab pos="0" algn="l"/>
              </a:tabLst>
            </a:pPr>
            <a:fld id="{767FA3B2-2B01-41B0-B73C-F33A27A80E35}" type="slidenum">
              <a:rPr lang="es-ES" sz="1800" b="0" u="none" strike="noStrike">
                <a:solidFill>
                  <a:srgbClr val="000000"/>
                </a:solidFill>
                <a:effectLst/>
                <a:uFillTx/>
                <a:latin typeface="Times New Roman"/>
              </a:rPr>
              <a:t>&lt;número&gt;</a:t>
            </a:fld>
            <a:endParaRPr lang="es-ES" sz="18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0" name="PlaceHolder 1"/>
          <p:cNvSpPr>
            <a:spLocks noGrp="1"/>
          </p:cNvSpPr>
          <p:nvPr>
            <p:ph type="sldImg"/>
          </p:nvPr>
        </p:nvSpPr>
        <p:spPr>
          <a:xfrm>
            <a:off x="685800" y="1143000"/>
            <a:ext cx="5486040" cy="3085920"/>
          </a:xfrm>
          <a:prstGeom prst="rect">
            <a:avLst/>
          </a:prstGeom>
          <a:ln w="0">
            <a:noFill/>
          </a:ln>
        </p:spPr>
      </p:sp>
      <p:sp>
        <p:nvSpPr>
          <p:cNvPr id="261"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p>
            <a:pPr indent="0" algn="l">
              <a:buNone/>
            </a:pPr>
            <a:endParaRPr lang="es-ES" sz="1200" b="0" u="none" strike="noStrike">
              <a:solidFill>
                <a:schemeClr val="dk1"/>
              </a:solidFill>
              <a:effectLst/>
              <a:uFillTx/>
              <a:latin typeface="Calibri"/>
            </a:endParaRPr>
          </a:p>
        </p:txBody>
      </p:sp>
      <p:sp>
        <p:nvSpPr>
          <p:cNvPr id="262" name="PlaceHolder 3"/>
          <p:cNvSpPr>
            <a:spLocks noGrp="1"/>
          </p:cNvSpPr>
          <p:nvPr>
            <p:ph type="sldNum" idx="5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s-ES" sz="1800" b="0" u="none" strike="noStrike">
                <a:solidFill>
                  <a:srgbClr val="000000"/>
                </a:solidFill>
                <a:effectLst/>
                <a:uFillTx/>
                <a:latin typeface="Times New Roman"/>
              </a:defRPr>
            </a:lvl1pPr>
          </a:lstStyle>
          <a:p>
            <a:pPr indent="0" algn="r">
              <a:lnSpc>
                <a:spcPct val="100000"/>
              </a:lnSpc>
              <a:buNone/>
              <a:tabLst>
                <a:tab pos="0" algn="l"/>
              </a:tabLst>
            </a:pPr>
            <a:fld id="{B993F6B7-3DDC-44AD-A43F-E1E5BDC3D34B}" type="slidenum">
              <a:rPr lang="es-ES" sz="1800" b="0" u="none" strike="noStrike">
                <a:solidFill>
                  <a:srgbClr val="000000"/>
                </a:solidFill>
                <a:effectLst/>
                <a:uFillTx/>
                <a:latin typeface="Times New Roman"/>
              </a:rPr>
              <a:t>&lt;número&gt;</a:t>
            </a:fld>
            <a:endParaRPr lang="es-ES" sz="18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3" name="PlaceHolder 1"/>
          <p:cNvSpPr>
            <a:spLocks noGrp="1"/>
          </p:cNvSpPr>
          <p:nvPr>
            <p:ph type="sldImg"/>
          </p:nvPr>
        </p:nvSpPr>
        <p:spPr>
          <a:xfrm>
            <a:off x="685800" y="1143000"/>
            <a:ext cx="5486040" cy="3085920"/>
          </a:xfrm>
          <a:prstGeom prst="rect">
            <a:avLst/>
          </a:prstGeom>
          <a:ln w="0">
            <a:noFill/>
          </a:ln>
        </p:spPr>
      </p:sp>
      <p:sp>
        <p:nvSpPr>
          <p:cNvPr id="264"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p>
            <a:pPr indent="0" algn="l">
              <a:buNone/>
            </a:pPr>
            <a:endParaRPr lang="es-ES" sz="1200" b="0" u="none" strike="noStrike">
              <a:solidFill>
                <a:schemeClr val="dk1"/>
              </a:solidFill>
              <a:effectLst/>
              <a:uFillTx/>
              <a:latin typeface="Calibri"/>
            </a:endParaRPr>
          </a:p>
        </p:txBody>
      </p:sp>
      <p:sp>
        <p:nvSpPr>
          <p:cNvPr id="265" name="PlaceHolder 3"/>
          <p:cNvSpPr>
            <a:spLocks noGrp="1"/>
          </p:cNvSpPr>
          <p:nvPr>
            <p:ph type="sldNum" idx="5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s-ES" sz="1800" b="0" u="none" strike="noStrike">
                <a:solidFill>
                  <a:srgbClr val="000000"/>
                </a:solidFill>
                <a:effectLst/>
                <a:uFillTx/>
                <a:latin typeface="Times New Roman"/>
              </a:defRPr>
            </a:lvl1pPr>
          </a:lstStyle>
          <a:p>
            <a:pPr indent="0" algn="r">
              <a:lnSpc>
                <a:spcPct val="100000"/>
              </a:lnSpc>
              <a:buNone/>
              <a:tabLst>
                <a:tab pos="0" algn="l"/>
              </a:tabLst>
            </a:pPr>
            <a:fld id="{81E5FD51-7885-43AE-B418-E26FCF5B13EB}" type="slidenum">
              <a:rPr lang="es-ES" sz="1800" b="0" u="none" strike="noStrike">
                <a:solidFill>
                  <a:srgbClr val="000000"/>
                </a:solidFill>
                <a:effectLst/>
                <a:uFillTx/>
                <a:latin typeface="Times New Roman"/>
              </a:rPr>
              <a:t>&lt;número&gt;</a:t>
            </a:fld>
            <a:endParaRPr lang="es-ES" sz="18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6" name="PlaceHolder 1"/>
          <p:cNvSpPr>
            <a:spLocks noGrp="1"/>
          </p:cNvSpPr>
          <p:nvPr>
            <p:ph type="sldImg"/>
          </p:nvPr>
        </p:nvSpPr>
        <p:spPr>
          <a:xfrm>
            <a:off x="685800" y="1143000"/>
            <a:ext cx="5486040" cy="3085920"/>
          </a:xfrm>
          <a:prstGeom prst="rect">
            <a:avLst/>
          </a:prstGeom>
          <a:ln w="0">
            <a:noFill/>
          </a:ln>
        </p:spPr>
      </p:sp>
      <p:sp>
        <p:nvSpPr>
          <p:cNvPr id="267"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p>
            <a:pPr indent="0" algn="l">
              <a:buNone/>
            </a:pPr>
            <a:endParaRPr lang="es-ES" sz="1200" b="0" u="none" strike="noStrike">
              <a:solidFill>
                <a:schemeClr val="dk1"/>
              </a:solidFill>
              <a:effectLst/>
              <a:uFillTx/>
              <a:latin typeface="Calibri"/>
            </a:endParaRPr>
          </a:p>
        </p:txBody>
      </p:sp>
      <p:sp>
        <p:nvSpPr>
          <p:cNvPr id="268" name="PlaceHolder 3"/>
          <p:cNvSpPr>
            <a:spLocks noGrp="1"/>
          </p:cNvSpPr>
          <p:nvPr>
            <p:ph type="sldNum" idx="5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s-ES" sz="1800" b="0" u="none" strike="noStrike">
                <a:solidFill>
                  <a:srgbClr val="000000"/>
                </a:solidFill>
                <a:effectLst/>
                <a:uFillTx/>
                <a:latin typeface="Times New Roman"/>
              </a:defRPr>
            </a:lvl1pPr>
          </a:lstStyle>
          <a:p>
            <a:pPr indent="0" algn="r">
              <a:lnSpc>
                <a:spcPct val="100000"/>
              </a:lnSpc>
              <a:buNone/>
              <a:tabLst>
                <a:tab pos="0" algn="l"/>
              </a:tabLst>
            </a:pPr>
            <a:fld id="{CDAD2946-127C-4CD4-BFC2-12D9E9069556}" type="slidenum">
              <a:rPr lang="es-ES" sz="1800" b="0" u="none" strike="noStrike">
                <a:solidFill>
                  <a:srgbClr val="000000"/>
                </a:solidFill>
                <a:effectLst/>
                <a:uFillTx/>
                <a:latin typeface="Times New Roman"/>
              </a:rPr>
              <a:t>&lt;número&gt;</a:t>
            </a:fld>
            <a:endParaRPr lang="es-ES" sz="18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9" name="PlaceHolder 1"/>
          <p:cNvSpPr>
            <a:spLocks noGrp="1"/>
          </p:cNvSpPr>
          <p:nvPr>
            <p:ph type="sldImg"/>
          </p:nvPr>
        </p:nvSpPr>
        <p:spPr>
          <a:xfrm>
            <a:off x="685800" y="1143000"/>
            <a:ext cx="5486040" cy="3085920"/>
          </a:xfrm>
          <a:prstGeom prst="rect">
            <a:avLst/>
          </a:prstGeom>
          <a:ln w="0">
            <a:noFill/>
          </a:ln>
        </p:spPr>
      </p:sp>
      <p:sp>
        <p:nvSpPr>
          <p:cNvPr id="270"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p>
            <a:pPr indent="0" algn="l">
              <a:buNone/>
            </a:pPr>
            <a:endParaRPr lang="es-ES" sz="1200" b="0" u="none" strike="noStrike">
              <a:solidFill>
                <a:schemeClr val="dk1"/>
              </a:solidFill>
              <a:effectLst/>
              <a:uFillTx/>
              <a:latin typeface="Calibri"/>
            </a:endParaRPr>
          </a:p>
        </p:txBody>
      </p:sp>
      <p:sp>
        <p:nvSpPr>
          <p:cNvPr id="271" name="PlaceHolder 3"/>
          <p:cNvSpPr>
            <a:spLocks noGrp="1"/>
          </p:cNvSpPr>
          <p:nvPr>
            <p:ph type="sldNum" idx="5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s-ES" sz="1800" b="0" u="none" strike="noStrike">
                <a:solidFill>
                  <a:srgbClr val="000000"/>
                </a:solidFill>
                <a:effectLst/>
                <a:uFillTx/>
                <a:latin typeface="Times New Roman"/>
              </a:defRPr>
            </a:lvl1pPr>
          </a:lstStyle>
          <a:p>
            <a:pPr indent="0" algn="r">
              <a:lnSpc>
                <a:spcPct val="100000"/>
              </a:lnSpc>
              <a:buNone/>
              <a:tabLst>
                <a:tab pos="0" algn="l"/>
              </a:tabLst>
            </a:pPr>
            <a:fld id="{CA5764D2-B3AF-413A-8892-28CA917CF196}" type="slidenum">
              <a:rPr lang="es-ES" sz="1800" b="0" u="none" strike="noStrike">
                <a:solidFill>
                  <a:srgbClr val="000000"/>
                </a:solidFill>
                <a:effectLst/>
                <a:uFillTx/>
                <a:latin typeface="Times New Roman"/>
              </a:rPr>
              <a:t>&lt;número&gt;</a:t>
            </a:fld>
            <a:endParaRPr lang="es-ES" sz="18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 name="PlaceHolder 1"/>
          <p:cNvSpPr>
            <a:spLocks noGrp="1"/>
          </p:cNvSpPr>
          <p:nvPr>
            <p:ph type="sldImg"/>
          </p:nvPr>
        </p:nvSpPr>
        <p:spPr>
          <a:xfrm>
            <a:off x="685800" y="1143000"/>
            <a:ext cx="5486040" cy="3085920"/>
          </a:xfrm>
          <a:prstGeom prst="rect">
            <a:avLst/>
          </a:prstGeom>
          <a:ln w="0">
            <a:noFill/>
          </a:ln>
        </p:spPr>
      </p:sp>
      <p:sp>
        <p:nvSpPr>
          <p:cNvPr id="273"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p>
            <a:pPr indent="0" algn="l">
              <a:buNone/>
            </a:pPr>
            <a:endParaRPr lang="es-ES" sz="1200" b="0" u="none" strike="noStrike">
              <a:solidFill>
                <a:schemeClr val="dk1"/>
              </a:solidFill>
              <a:effectLst/>
              <a:uFillTx/>
              <a:latin typeface="Calibri"/>
            </a:endParaRPr>
          </a:p>
        </p:txBody>
      </p:sp>
      <p:sp>
        <p:nvSpPr>
          <p:cNvPr id="274" name="PlaceHolder 3"/>
          <p:cNvSpPr>
            <a:spLocks noGrp="1"/>
          </p:cNvSpPr>
          <p:nvPr>
            <p:ph type="sldNum" idx="5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s-ES" sz="1800" b="0" u="none" strike="noStrike">
                <a:solidFill>
                  <a:srgbClr val="000000"/>
                </a:solidFill>
                <a:effectLst/>
                <a:uFillTx/>
                <a:latin typeface="Times New Roman"/>
              </a:defRPr>
            </a:lvl1pPr>
          </a:lstStyle>
          <a:p>
            <a:pPr indent="0" algn="r">
              <a:lnSpc>
                <a:spcPct val="100000"/>
              </a:lnSpc>
              <a:buNone/>
              <a:tabLst>
                <a:tab pos="0" algn="l"/>
              </a:tabLst>
            </a:pPr>
            <a:fld id="{1C5F26CD-13E9-4C48-85DE-A14E412E4B09}" type="slidenum">
              <a:rPr lang="es-ES" sz="1800" b="0" u="none" strike="noStrike">
                <a:solidFill>
                  <a:srgbClr val="000000"/>
                </a:solidFill>
                <a:effectLst/>
                <a:uFillTx/>
                <a:latin typeface="Times New Roman"/>
              </a:rPr>
              <a:t>&lt;número&gt;</a:t>
            </a:fld>
            <a:endParaRPr lang="es-ES" sz="18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5" name="PlaceHolder 1"/>
          <p:cNvSpPr>
            <a:spLocks noGrp="1"/>
          </p:cNvSpPr>
          <p:nvPr>
            <p:ph type="sldImg"/>
          </p:nvPr>
        </p:nvSpPr>
        <p:spPr>
          <a:xfrm>
            <a:off x="685800" y="1143000"/>
            <a:ext cx="5486040" cy="3085920"/>
          </a:xfrm>
          <a:prstGeom prst="rect">
            <a:avLst/>
          </a:prstGeom>
          <a:ln w="0">
            <a:noFill/>
          </a:ln>
        </p:spPr>
      </p:sp>
      <p:sp>
        <p:nvSpPr>
          <p:cNvPr id="276"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p>
            <a:pPr indent="0" algn="l">
              <a:buNone/>
            </a:pPr>
            <a:endParaRPr lang="es-ES" sz="1200" b="0" u="none" strike="noStrike">
              <a:solidFill>
                <a:schemeClr val="dk1"/>
              </a:solidFill>
              <a:effectLst/>
              <a:uFillTx/>
              <a:latin typeface="Calibri"/>
            </a:endParaRPr>
          </a:p>
        </p:txBody>
      </p:sp>
      <p:sp>
        <p:nvSpPr>
          <p:cNvPr id="277" name="PlaceHolder 3"/>
          <p:cNvSpPr>
            <a:spLocks noGrp="1"/>
          </p:cNvSpPr>
          <p:nvPr>
            <p:ph type="sldNum" idx="5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s-ES" sz="1800" b="0" u="none" strike="noStrike">
                <a:solidFill>
                  <a:srgbClr val="000000"/>
                </a:solidFill>
                <a:effectLst/>
                <a:uFillTx/>
                <a:latin typeface="Times New Roman"/>
              </a:defRPr>
            </a:lvl1pPr>
          </a:lstStyle>
          <a:p>
            <a:pPr indent="0" algn="r">
              <a:lnSpc>
                <a:spcPct val="100000"/>
              </a:lnSpc>
              <a:buNone/>
              <a:tabLst>
                <a:tab pos="0" algn="l"/>
              </a:tabLst>
            </a:pPr>
            <a:fld id="{E966319A-7FFF-4A3C-8E12-2B614B2EA340}" type="slidenum">
              <a:rPr lang="es-ES" sz="1800" b="0" u="none" strike="noStrike">
                <a:solidFill>
                  <a:srgbClr val="000000"/>
                </a:solidFill>
                <a:effectLst/>
                <a:uFillTx/>
                <a:latin typeface="Times New Roman"/>
              </a:rPr>
              <a:t>&lt;número&gt;</a:t>
            </a:fld>
            <a:endParaRPr lang="es-ES" sz="18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 name="PlaceHolder 1"/>
          <p:cNvSpPr>
            <a:spLocks noGrp="1"/>
          </p:cNvSpPr>
          <p:nvPr>
            <p:ph type="sldImg"/>
          </p:nvPr>
        </p:nvSpPr>
        <p:spPr>
          <a:xfrm>
            <a:off x="685800" y="1143000"/>
            <a:ext cx="5486040" cy="3085920"/>
          </a:xfrm>
          <a:prstGeom prst="rect">
            <a:avLst/>
          </a:prstGeom>
          <a:ln w="0">
            <a:noFill/>
          </a:ln>
        </p:spPr>
      </p:sp>
      <p:sp>
        <p:nvSpPr>
          <p:cNvPr id="279"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p>
            <a:pPr indent="0" algn="l">
              <a:buNone/>
            </a:pPr>
            <a:endParaRPr lang="es-ES" sz="1200" b="0" u="none" strike="noStrike">
              <a:solidFill>
                <a:schemeClr val="dk1"/>
              </a:solidFill>
              <a:effectLst/>
              <a:uFillTx/>
              <a:latin typeface="Calibri"/>
            </a:endParaRPr>
          </a:p>
        </p:txBody>
      </p:sp>
      <p:sp>
        <p:nvSpPr>
          <p:cNvPr id="280" name="PlaceHolder 3"/>
          <p:cNvSpPr>
            <a:spLocks noGrp="1"/>
          </p:cNvSpPr>
          <p:nvPr>
            <p:ph type="sldNum" idx="5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s-ES" sz="1800" b="0" u="none" strike="noStrike">
                <a:solidFill>
                  <a:srgbClr val="000000"/>
                </a:solidFill>
                <a:effectLst/>
                <a:uFillTx/>
                <a:latin typeface="Times New Roman"/>
              </a:defRPr>
            </a:lvl1pPr>
          </a:lstStyle>
          <a:p>
            <a:pPr indent="0" algn="r">
              <a:lnSpc>
                <a:spcPct val="100000"/>
              </a:lnSpc>
              <a:buNone/>
              <a:tabLst>
                <a:tab pos="0" algn="l"/>
              </a:tabLst>
            </a:pPr>
            <a:fld id="{F5EF2FCD-73F0-4D82-8CBE-C812C51CB89E}" type="slidenum">
              <a:rPr lang="es-ES" sz="1800" b="0" u="none" strike="noStrike">
                <a:solidFill>
                  <a:srgbClr val="000000"/>
                </a:solidFill>
                <a:effectLst/>
                <a:uFillTx/>
                <a:latin typeface="Times New Roman"/>
              </a:rPr>
              <a:t>&lt;número&gt;</a:t>
            </a:fld>
            <a:endParaRPr lang="es-ES" sz="18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 name="PlaceHolder 1"/>
          <p:cNvSpPr>
            <a:spLocks noGrp="1"/>
          </p:cNvSpPr>
          <p:nvPr>
            <p:ph type="sldImg"/>
          </p:nvPr>
        </p:nvSpPr>
        <p:spPr>
          <a:xfrm>
            <a:off x="685800" y="1143000"/>
            <a:ext cx="5486040" cy="3085920"/>
          </a:xfrm>
          <a:prstGeom prst="rect">
            <a:avLst/>
          </a:prstGeom>
          <a:ln w="0">
            <a:noFill/>
          </a:ln>
        </p:spPr>
      </p:sp>
      <p:sp>
        <p:nvSpPr>
          <p:cNvPr id="282"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p>
            <a:pPr indent="0" algn="l">
              <a:buNone/>
            </a:pPr>
            <a:endParaRPr lang="es-ES" sz="1200" b="0" u="none" strike="noStrike">
              <a:solidFill>
                <a:schemeClr val="dk1"/>
              </a:solidFill>
              <a:effectLst/>
              <a:uFillTx/>
              <a:latin typeface="Calibri"/>
            </a:endParaRPr>
          </a:p>
        </p:txBody>
      </p:sp>
      <p:sp>
        <p:nvSpPr>
          <p:cNvPr id="283" name="PlaceHolder 3"/>
          <p:cNvSpPr>
            <a:spLocks noGrp="1"/>
          </p:cNvSpPr>
          <p:nvPr>
            <p:ph type="sldNum" idx="6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s-ES" sz="1800" b="0" u="none" strike="noStrike">
                <a:solidFill>
                  <a:srgbClr val="000000"/>
                </a:solidFill>
                <a:effectLst/>
                <a:uFillTx/>
                <a:latin typeface="Times New Roman"/>
              </a:defRPr>
            </a:lvl1pPr>
          </a:lstStyle>
          <a:p>
            <a:pPr indent="0" algn="r">
              <a:lnSpc>
                <a:spcPct val="100000"/>
              </a:lnSpc>
              <a:buNone/>
              <a:tabLst>
                <a:tab pos="0" algn="l"/>
              </a:tabLst>
            </a:pPr>
            <a:fld id="{2EC64D5D-E9A0-446F-9753-288B611348B3}" type="slidenum">
              <a:rPr lang="es-ES" sz="1800" b="0" u="none" strike="noStrike">
                <a:solidFill>
                  <a:srgbClr val="000000"/>
                </a:solidFill>
                <a:effectLst/>
                <a:uFillTx/>
                <a:latin typeface="Times New Roman"/>
              </a:rPr>
              <a:t>&lt;número&gt;</a:t>
            </a:fld>
            <a:endParaRPr lang="es-ES" sz="18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 name="PlaceHolder 1"/>
          <p:cNvSpPr>
            <a:spLocks noGrp="1"/>
          </p:cNvSpPr>
          <p:nvPr>
            <p:ph type="sldImg"/>
          </p:nvPr>
        </p:nvSpPr>
        <p:spPr>
          <a:xfrm>
            <a:off x="685800" y="1143000"/>
            <a:ext cx="5486040" cy="3085920"/>
          </a:xfrm>
          <a:prstGeom prst="rect">
            <a:avLst/>
          </a:prstGeom>
          <a:ln w="0">
            <a:noFill/>
          </a:ln>
        </p:spPr>
      </p:sp>
      <p:sp>
        <p:nvSpPr>
          <p:cNvPr id="285"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p>
            <a:pPr indent="0" algn="l">
              <a:buNone/>
            </a:pPr>
            <a:endParaRPr lang="es-ES" sz="1200" b="0" u="none" strike="noStrike">
              <a:solidFill>
                <a:schemeClr val="dk1"/>
              </a:solidFill>
              <a:effectLst/>
              <a:uFillTx/>
              <a:latin typeface="Calibri"/>
            </a:endParaRPr>
          </a:p>
        </p:txBody>
      </p:sp>
      <p:sp>
        <p:nvSpPr>
          <p:cNvPr id="286" name="PlaceHolder 3"/>
          <p:cNvSpPr>
            <a:spLocks noGrp="1"/>
          </p:cNvSpPr>
          <p:nvPr>
            <p:ph type="sldNum" idx="6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s-ES" sz="1800" b="0" u="none" strike="noStrike">
                <a:solidFill>
                  <a:srgbClr val="000000"/>
                </a:solidFill>
                <a:effectLst/>
                <a:uFillTx/>
                <a:latin typeface="Times New Roman"/>
              </a:defRPr>
            </a:lvl1pPr>
          </a:lstStyle>
          <a:p>
            <a:pPr indent="0" algn="r">
              <a:lnSpc>
                <a:spcPct val="100000"/>
              </a:lnSpc>
              <a:buNone/>
              <a:tabLst>
                <a:tab pos="0" algn="l"/>
              </a:tabLst>
            </a:pPr>
            <a:fld id="{7EAD004A-7851-4E53-A69D-53079015B5F3}" type="slidenum">
              <a:rPr lang="es-ES" sz="1800" b="0" u="none" strike="noStrike">
                <a:solidFill>
                  <a:srgbClr val="000000"/>
                </a:solidFill>
                <a:effectLst/>
                <a:uFillTx/>
                <a:latin typeface="Times New Roman"/>
              </a:rPr>
              <a:t>&lt;número&gt;</a:t>
            </a:fld>
            <a:endParaRPr lang="es-ES" sz="18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 name="PlaceHolder 1"/>
          <p:cNvSpPr>
            <a:spLocks noGrp="1"/>
          </p:cNvSpPr>
          <p:nvPr>
            <p:ph type="sldImg"/>
          </p:nvPr>
        </p:nvSpPr>
        <p:spPr>
          <a:xfrm>
            <a:off x="685800" y="1143000"/>
            <a:ext cx="5486040" cy="3085920"/>
          </a:xfrm>
          <a:prstGeom prst="rect">
            <a:avLst/>
          </a:prstGeom>
          <a:ln w="0">
            <a:noFill/>
          </a:ln>
        </p:spPr>
      </p:sp>
      <p:sp>
        <p:nvSpPr>
          <p:cNvPr id="288"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p>
            <a:pPr indent="0" algn="l">
              <a:buNone/>
            </a:pPr>
            <a:endParaRPr lang="es-ES" sz="1200" b="0" u="none" strike="noStrike">
              <a:solidFill>
                <a:schemeClr val="dk1"/>
              </a:solidFill>
              <a:effectLst/>
              <a:uFillTx/>
              <a:latin typeface="Calibri"/>
            </a:endParaRPr>
          </a:p>
        </p:txBody>
      </p:sp>
      <p:sp>
        <p:nvSpPr>
          <p:cNvPr id="289" name="PlaceHolder 3"/>
          <p:cNvSpPr>
            <a:spLocks noGrp="1"/>
          </p:cNvSpPr>
          <p:nvPr>
            <p:ph type="sldNum" idx="6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s-ES" sz="1800" b="0" u="none" strike="noStrike">
                <a:solidFill>
                  <a:srgbClr val="000000"/>
                </a:solidFill>
                <a:effectLst/>
                <a:uFillTx/>
                <a:latin typeface="Times New Roman"/>
              </a:defRPr>
            </a:lvl1pPr>
          </a:lstStyle>
          <a:p>
            <a:pPr indent="0" algn="r">
              <a:lnSpc>
                <a:spcPct val="100000"/>
              </a:lnSpc>
              <a:buNone/>
              <a:tabLst>
                <a:tab pos="0" algn="l"/>
              </a:tabLst>
            </a:pPr>
            <a:fld id="{64E67497-0727-4536-8DDA-D7FF69B293A5}" type="slidenum">
              <a:rPr lang="es-ES" sz="1800" b="0" u="none" strike="noStrike">
                <a:solidFill>
                  <a:srgbClr val="000000"/>
                </a:solidFill>
                <a:effectLst/>
                <a:uFillTx/>
                <a:latin typeface="Times New Roman"/>
              </a:rPr>
              <a:t>&lt;número&gt;</a:t>
            </a:fld>
            <a:endParaRPr lang="es-ES" sz="18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 name="PlaceHolder 1"/>
          <p:cNvSpPr>
            <a:spLocks noGrp="1"/>
          </p:cNvSpPr>
          <p:nvPr>
            <p:ph type="sldImg"/>
          </p:nvPr>
        </p:nvSpPr>
        <p:spPr>
          <a:xfrm>
            <a:off x="685800" y="1143000"/>
            <a:ext cx="5486040" cy="3085920"/>
          </a:xfrm>
          <a:prstGeom prst="rect">
            <a:avLst/>
          </a:prstGeom>
          <a:ln w="0">
            <a:noFill/>
          </a:ln>
        </p:spPr>
      </p:sp>
      <p:sp>
        <p:nvSpPr>
          <p:cNvPr id="291"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p>
            <a:pPr indent="0" algn="l">
              <a:buNone/>
            </a:pPr>
            <a:endParaRPr lang="es-ES" sz="1200" b="0" u="none" strike="noStrike">
              <a:solidFill>
                <a:schemeClr val="dk1"/>
              </a:solidFill>
              <a:effectLst/>
              <a:uFillTx/>
              <a:latin typeface="Calibri"/>
            </a:endParaRPr>
          </a:p>
        </p:txBody>
      </p:sp>
      <p:sp>
        <p:nvSpPr>
          <p:cNvPr id="292" name="PlaceHolder 3"/>
          <p:cNvSpPr>
            <a:spLocks noGrp="1"/>
          </p:cNvSpPr>
          <p:nvPr>
            <p:ph type="sldNum" idx="6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s-ES" sz="1800" b="0" u="none" strike="noStrike">
                <a:solidFill>
                  <a:srgbClr val="000000"/>
                </a:solidFill>
                <a:effectLst/>
                <a:uFillTx/>
                <a:latin typeface="Times New Roman"/>
              </a:defRPr>
            </a:lvl1pPr>
          </a:lstStyle>
          <a:p>
            <a:pPr indent="0" algn="r">
              <a:lnSpc>
                <a:spcPct val="100000"/>
              </a:lnSpc>
              <a:buNone/>
              <a:tabLst>
                <a:tab pos="0" algn="l"/>
              </a:tabLst>
            </a:pPr>
            <a:fld id="{79203B21-6185-4870-B450-5552B53EBD04}" type="slidenum">
              <a:rPr lang="es-ES" sz="1800" b="0" u="none" strike="noStrike">
                <a:solidFill>
                  <a:srgbClr val="000000"/>
                </a:solidFill>
                <a:effectLst/>
                <a:uFillTx/>
                <a:latin typeface="Times New Roman"/>
              </a:rPr>
              <a:t>&lt;número&gt;</a:t>
            </a:fld>
            <a:endParaRPr lang="es-ES" sz="18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 name="PlaceHolder 1"/>
          <p:cNvSpPr>
            <a:spLocks noGrp="1"/>
          </p:cNvSpPr>
          <p:nvPr>
            <p:ph type="sldImg"/>
          </p:nvPr>
        </p:nvSpPr>
        <p:spPr>
          <a:xfrm>
            <a:off x="685800" y="1143000"/>
            <a:ext cx="5486040" cy="3085920"/>
          </a:xfrm>
          <a:prstGeom prst="rect">
            <a:avLst/>
          </a:prstGeom>
          <a:ln w="0">
            <a:noFill/>
          </a:ln>
        </p:spPr>
      </p:sp>
      <p:sp>
        <p:nvSpPr>
          <p:cNvPr id="294"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p>
            <a:pPr indent="0" algn="l">
              <a:buNone/>
            </a:pPr>
            <a:endParaRPr lang="es-ES" sz="1200" b="0" u="none" strike="noStrike">
              <a:solidFill>
                <a:schemeClr val="dk1"/>
              </a:solidFill>
              <a:effectLst/>
              <a:uFillTx/>
              <a:latin typeface="Calibri"/>
            </a:endParaRPr>
          </a:p>
        </p:txBody>
      </p:sp>
      <p:sp>
        <p:nvSpPr>
          <p:cNvPr id="295" name="PlaceHolder 3"/>
          <p:cNvSpPr>
            <a:spLocks noGrp="1"/>
          </p:cNvSpPr>
          <p:nvPr>
            <p:ph type="sldNum" idx="6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s-ES" sz="1800" b="0" u="none" strike="noStrike">
                <a:solidFill>
                  <a:srgbClr val="000000"/>
                </a:solidFill>
                <a:effectLst/>
                <a:uFillTx/>
                <a:latin typeface="Times New Roman"/>
              </a:defRPr>
            </a:lvl1pPr>
          </a:lstStyle>
          <a:p>
            <a:pPr indent="0" algn="r">
              <a:lnSpc>
                <a:spcPct val="100000"/>
              </a:lnSpc>
              <a:buNone/>
              <a:tabLst>
                <a:tab pos="0" algn="l"/>
              </a:tabLst>
            </a:pPr>
            <a:fld id="{E8DD702C-388E-49F6-96BB-ECB71166DFEE}" type="slidenum">
              <a:rPr lang="es-ES" sz="1800" b="0" u="none" strike="noStrike">
                <a:solidFill>
                  <a:srgbClr val="000000"/>
                </a:solidFill>
                <a:effectLst/>
                <a:uFillTx/>
                <a:latin typeface="Times New Roman"/>
              </a:rPr>
              <a:t>&lt;número&gt;</a:t>
            </a:fld>
            <a:endParaRPr lang="es-ES" sz="18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 name="PlaceHolder 1"/>
          <p:cNvSpPr>
            <a:spLocks noGrp="1"/>
          </p:cNvSpPr>
          <p:nvPr>
            <p:ph type="sldImg"/>
          </p:nvPr>
        </p:nvSpPr>
        <p:spPr>
          <a:xfrm>
            <a:off x="685800" y="1143000"/>
            <a:ext cx="5486040" cy="3085920"/>
          </a:xfrm>
          <a:prstGeom prst="rect">
            <a:avLst/>
          </a:prstGeom>
          <a:ln w="0">
            <a:noFill/>
          </a:ln>
        </p:spPr>
      </p:sp>
      <p:sp>
        <p:nvSpPr>
          <p:cNvPr id="297"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p>
            <a:pPr indent="0" algn="l">
              <a:buNone/>
            </a:pPr>
            <a:endParaRPr lang="es-ES" sz="1200" b="0" u="none" strike="noStrike">
              <a:solidFill>
                <a:schemeClr val="dk1"/>
              </a:solidFill>
              <a:effectLst/>
              <a:uFillTx/>
              <a:latin typeface="Calibri"/>
            </a:endParaRPr>
          </a:p>
        </p:txBody>
      </p:sp>
      <p:sp>
        <p:nvSpPr>
          <p:cNvPr id="298" name="PlaceHolder 3"/>
          <p:cNvSpPr>
            <a:spLocks noGrp="1"/>
          </p:cNvSpPr>
          <p:nvPr>
            <p:ph type="sldNum" idx="6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s-ES" sz="1800" b="0" u="none" strike="noStrike">
                <a:solidFill>
                  <a:srgbClr val="000000"/>
                </a:solidFill>
                <a:effectLst/>
                <a:uFillTx/>
                <a:latin typeface="Times New Roman"/>
              </a:defRPr>
            </a:lvl1pPr>
          </a:lstStyle>
          <a:p>
            <a:pPr indent="0" algn="r">
              <a:lnSpc>
                <a:spcPct val="100000"/>
              </a:lnSpc>
              <a:buNone/>
              <a:tabLst>
                <a:tab pos="0" algn="l"/>
              </a:tabLst>
            </a:pPr>
            <a:fld id="{DF66FBBE-E56B-423B-B51F-7014C66D0AD4}" type="slidenum">
              <a:rPr lang="es-ES" sz="1800" b="0" u="none" strike="noStrike">
                <a:solidFill>
                  <a:srgbClr val="000000"/>
                </a:solidFill>
                <a:effectLst/>
                <a:uFillTx/>
                <a:latin typeface="Times New Roman"/>
              </a:rPr>
              <a:t>&lt;número&gt;</a:t>
            </a:fld>
            <a:endParaRPr lang="es-ES" sz="18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 name="PlaceHolder 1"/>
          <p:cNvSpPr>
            <a:spLocks noGrp="1"/>
          </p:cNvSpPr>
          <p:nvPr>
            <p:ph type="sldImg"/>
          </p:nvPr>
        </p:nvSpPr>
        <p:spPr>
          <a:xfrm>
            <a:off x="685800" y="1143000"/>
            <a:ext cx="5486040" cy="3085920"/>
          </a:xfrm>
          <a:prstGeom prst="rect">
            <a:avLst/>
          </a:prstGeom>
          <a:ln w="0">
            <a:noFill/>
          </a:ln>
        </p:spPr>
      </p:sp>
      <p:sp>
        <p:nvSpPr>
          <p:cNvPr id="300"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p>
            <a:pPr indent="0" algn="l">
              <a:buNone/>
            </a:pPr>
            <a:endParaRPr lang="es-ES" sz="1200" b="0" u="none" strike="noStrike">
              <a:solidFill>
                <a:schemeClr val="dk1"/>
              </a:solidFill>
              <a:effectLst/>
              <a:uFillTx/>
              <a:latin typeface="Calibri"/>
            </a:endParaRPr>
          </a:p>
        </p:txBody>
      </p:sp>
      <p:sp>
        <p:nvSpPr>
          <p:cNvPr id="301" name="PlaceHolder 3"/>
          <p:cNvSpPr>
            <a:spLocks noGrp="1"/>
          </p:cNvSpPr>
          <p:nvPr>
            <p:ph type="sldNum" idx="6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s-ES" sz="1800" b="0" u="none" strike="noStrike">
                <a:solidFill>
                  <a:srgbClr val="000000"/>
                </a:solidFill>
                <a:effectLst/>
                <a:uFillTx/>
                <a:latin typeface="Times New Roman"/>
              </a:defRPr>
            </a:lvl1pPr>
          </a:lstStyle>
          <a:p>
            <a:pPr indent="0" algn="r">
              <a:lnSpc>
                <a:spcPct val="100000"/>
              </a:lnSpc>
              <a:buNone/>
              <a:tabLst>
                <a:tab pos="0" algn="l"/>
              </a:tabLst>
            </a:pPr>
            <a:fld id="{77AAA217-CC79-4D9B-B17A-D591C2D1F71C}" type="slidenum">
              <a:rPr lang="es-ES" sz="1800" b="0" u="none" strike="noStrike">
                <a:solidFill>
                  <a:srgbClr val="000000"/>
                </a:solidFill>
                <a:effectLst/>
                <a:uFillTx/>
                <a:latin typeface="Times New Roman"/>
              </a:rPr>
              <a:t>&lt;número&gt;</a:t>
            </a:fld>
            <a:endParaRPr lang="es-ES" sz="18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 name="PlaceHolder 1"/>
          <p:cNvSpPr>
            <a:spLocks noGrp="1"/>
          </p:cNvSpPr>
          <p:nvPr>
            <p:ph type="sldImg"/>
          </p:nvPr>
        </p:nvSpPr>
        <p:spPr>
          <a:xfrm>
            <a:off x="685800" y="1143000"/>
            <a:ext cx="5486040" cy="3085920"/>
          </a:xfrm>
          <a:prstGeom prst="rect">
            <a:avLst/>
          </a:prstGeom>
          <a:ln w="0">
            <a:noFill/>
          </a:ln>
        </p:spPr>
      </p:sp>
      <p:sp>
        <p:nvSpPr>
          <p:cNvPr id="303"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p>
            <a:pPr indent="0" algn="l">
              <a:buNone/>
            </a:pPr>
            <a:endParaRPr lang="es-ES" sz="1200" b="0" u="none" strike="noStrike">
              <a:solidFill>
                <a:schemeClr val="dk1"/>
              </a:solidFill>
              <a:effectLst/>
              <a:uFillTx/>
              <a:latin typeface="Calibri"/>
            </a:endParaRPr>
          </a:p>
        </p:txBody>
      </p:sp>
      <p:sp>
        <p:nvSpPr>
          <p:cNvPr id="304" name="PlaceHolder 3"/>
          <p:cNvSpPr>
            <a:spLocks noGrp="1"/>
          </p:cNvSpPr>
          <p:nvPr>
            <p:ph type="sldNum" idx="6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s-ES" sz="1800" b="0" u="none" strike="noStrike">
                <a:solidFill>
                  <a:srgbClr val="000000"/>
                </a:solidFill>
                <a:effectLst/>
                <a:uFillTx/>
                <a:latin typeface="Times New Roman"/>
              </a:defRPr>
            </a:lvl1pPr>
          </a:lstStyle>
          <a:p>
            <a:pPr indent="0" algn="r">
              <a:lnSpc>
                <a:spcPct val="100000"/>
              </a:lnSpc>
              <a:buNone/>
              <a:tabLst>
                <a:tab pos="0" algn="l"/>
              </a:tabLst>
            </a:pPr>
            <a:fld id="{E1960462-C3BC-4387-A7A1-9C2A2898A43E}" type="slidenum">
              <a:rPr lang="es-ES" sz="1800" b="0" u="none" strike="noStrike">
                <a:solidFill>
                  <a:srgbClr val="000000"/>
                </a:solidFill>
                <a:effectLst/>
                <a:uFillTx/>
                <a:latin typeface="Times New Roman"/>
              </a:rPr>
              <a:t>&lt;número&gt;</a:t>
            </a:fld>
            <a:endParaRPr lang="es-ES" sz="18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 name="PlaceHolder 1"/>
          <p:cNvSpPr>
            <a:spLocks noGrp="1"/>
          </p:cNvSpPr>
          <p:nvPr>
            <p:ph type="sldImg"/>
          </p:nvPr>
        </p:nvSpPr>
        <p:spPr>
          <a:xfrm>
            <a:off x="685800" y="1143000"/>
            <a:ext cx="5486040" cy="3085920"/>
          </a:xfrm>
          <a:prstGeom prst="rect">
            <a:avLst/>
          </a:prstGeom>
          <a:ln w="0">
            <a:noFill/>
          </a:ln>
        </p:spPr>
      </p:sp>
      <p:sp>
        <p:nvSpPr>
          <p:cNvPr id="306"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p>
            <a:pPr indent="0" algn="l">
              <a:buNone/>
            </a:pPr>
            <a:endParaRPr lang="es-ES" sz="1200" b="0" u="none" strike="noStrike">
              <a:solidFill>
                <a:schemeClr val="dk1"/>
              </a:solidFill>
              <a:effectLst/>
              <a:uFillTx/>
              <a:latin typeface="Calibri"/>
            </a:endParaRPr>
          </a:p>
        </p:txBody>
      </p:sp>
      <p:sp>
        <p:nvSpPr>
          <p:cNvPr id="307" name="PlaceHolder 3"/>
          <p:cNvSpPr>
            <a:spLocks noGrp="1"/>
          </p:cNvSpPr>
          <p:nvPr>
            <p:ph type="sldNum" idx="6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s-ES" sz="1800" b="0" u="none" strike="noStrike">
                <a:solidFill>
                  <a:srgbClr val="000000"/>
                </a:solidFill>
                <a:effectLst/>
                <a:uFillTx/>
                <a:latin typeface="Times New Roman"/>
              </a:defRPr>
            </a:lvl1pPr>
          </a:lstStyle>
          <a:p>
            <a:pPr indent="0" algn="r">
              <a:lnSpc>
                <a:spcPct val="100000"/>
              </a:lnSpc>
              <a:buNone/>
              <a:tabLst>
                <a:tab pos="0" algn="l"/>
              </a:tabLst>
            </a:pPr>
            <a:fld id="{4D4EC82B-8703-4094-A478-E16D14E6A66A}" type="slidenum">
              <a:rPr lang="es-ES" sz="1800" b="0" u="none" strike="noStrike">
                <a:solidFill>
                  <a:srgbClr val="000000"/>
                </a:solidFill>
                <a:effectLst/>
                <a:uFillTx/>
                <a:latin typeface="Times New Roman"/>
              </a:rPr>
              <a:t>&lt;número&gt;</a:t>
            </a:fld>
            <a:endParaRPr lang="es-ES" sz="18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_OBJECTS">
    <p:bg>
      <p:bgPr>
        <a:solidFill>
          <a:srgbClr val="000000"/>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lnSpcReduction="9999"/>
          </a:bodyPr>
          <a:lstStyle>
            <a:lvl1pPr indent="0" algn="l">
              <a:buNone/>
              <a:defRPr lang="es-ES" sz="4400" b="0" u="none" strike="noStrike">
                <a:solidFill>
                  <a:srgbClr val="000000"/>
                </a:solidFill>
                <a:effectLst/>
                <a:uFillTx/>
                <a:latin typeface="Arial"/>
              </a:defRPr>
            </a:lvl1pPr>
          </a:lstStyle>
          <a:p>
            <a:pPr indent="0" algn="l">
              <a:buNone/>
            </a:pPr>
            <a:r>
              <a:rPr lang="es-ES" sz="4400" b="0" u="none" strike="noStrike">
                <a:solidFill>
                  <a:srgbClr val="000000"/>
                </a:solidFill>
                <a:effectLst/>
                <a:uFillTx/>
                <a:latin typeface="Arial"/>
              </a:rPr>
              <a:t>Pulse para editar el formato del texto de título</a:t>
            </a:r>
            <a:endParaRPr lang="es-ES" sz="4400" b="0" u="none" strike="noStrike">
              <a:solidFill>
                <a:srgbClr val="000000"/>
              </a:solidFill>
              <a:effectLst/>
              <a:uFillTx/>
              <a:latin typeface="Arial"/>
            </a:endParaRPr>
          </a:p>
        </p:txBody>
      </p:sp>
      <p:sp>
        <p:nvSpPr>
          <p:cNvPr id="3"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rmAutofit fontScale="85000" lnSpcReduction="19999"/>
          </a:bodyPr>
          <a:lstStyle>
            <a:lvl1pPr algn="l">
              <a:spcBef>
                <a:spcPts val="1417"/>
              </a:spcBef>
              <a:buClr>
                <a:srgbClr val="FFFFFF"/>
              </a:buClr>
              <a:buSzPct val="45000"/>
              <a:buFont typeface="Wingdings" charset="2"/>
              <a:buChar char=""/>
              <a:defRPr lang="es-ES" sz="2800" b="0" u="none" strike="noStrike">
                <a:solidFill>
                  <a:srgbClr val="000000"/>
                </a:solidFill>
                <a:effectLst/>
                <a:uFillTx/>
                <a:latin typeface="Arial"/>
              </a:defRPr>
            </a:lvl1pPr>
            <a:lvl2pPr lvl="1" algn="l">
              <a:spcBef>
                <a:spcPts val="1134"/>
              </a:spcBef>
              <a:buClr>
                <a:srgbClr val="FFFFFF"/>
              </a:buClr>
              <a:buSzPct val="75000"/>
              <a:buFont typeface="Symbol" charset="2"/>
              <a:buChar char=""/>
              <a:defRPr lang="es-ES" sz="2800" b="0" u="none" strike="noStrike">
                <a:solidFill>
                  <a:srgbClr val="000000"/>
                </a:solidFill>
                <a:effectLst/>
                <a:uFillTx/>
                <a:latin typeface="Arial"/>
              </a:defRPr>
            </a:lvl2pPr>
            <a:lvl3pPr lvl="2" algn="l">
              <a:spcBef>
                <a:spcPts val="850"/>
              </a:spcBef>
              <a:buClr>
                <a:srgbClr val="FFFFFF"/>
              </a:buClr>
              <a:buSzPct val="45000"/>
              <a:buFont typeface="Wingdings" charset="2"/>
              <a:buChar char=""/>
              <a:defRPr lang="es-ES" sz="2800" b="0" u="none" strike="noStrike">
                <a:solidFill>
                  <a:srgbClr val="000000"/>
                </a:solidFill>
                <a:effectLst/>
                <a:uFillTx/>
                <a:latin typeface="Arial"/>
              </a:defRPr>
            </a:lvl3pPr>
            <a:lvl4pPr lvl="3" algn="l">
              <a:spcBef>
                <a:spcPts val="567"/>
              </a:spcBef>
              <a:buClr>
                <a:srgbClr val="FFFFFF"/>
              </a:buClr>
              <a:buSzPct val="75000"/>
              <a:buFont typeface="Symbol" charset="2"/>
              <a:buChar char=""/>
              <a:defRPr lang="es-ES" sz="2800" b="0" u="none" strike="noStrike">
                <a:solidFill>
                  <a:srgbClr val="000000"/>
                </a:solidFill>
                <a:effectLst/>
                <a:uFillTx/>
                <a:latin typeface="Arial"/>
              </a:defRPr>
            </a:lvl4pPr>
            <a:lvl5pPr lvl="4" algn="l">
              <a:spcBef>
                <a:spcPts val="283"/>
              </a:spcBef>
              <a:buClr>
                <a:srgbClr val="FFFFFF"/>
              </a:buClr>
              <a:buSzPct val="45000"/>
              <a:buFont typeface="Wingdings" charset="2"/>
              <a:buChar char=""/>
              <a:defRPr lang="es-ES" sz="2800" b="0" u="none" strike="noStrike">
                <a:solidFill>
                  <a:srgbClr val="000000"/>
                </a:solidFill>
                <a:effectLst/>
                <a:uFillTx/>
                <a:latin typeface="Arial"/>
              </a:defRPr>
            </a:lvl5pPr>
            <a:lvl6pPr lvl="5" algn="l">
              <a:spcBef>
                <a:spcPts val="283"/>
              </a:spcBef>
              <a:buClr>
                <a:srgbClr val="FFFFFF"/>
              </a:buClr>
              <a:buSzPct val="45000"/>
              <a:buFont typeface="Wingdings" charset="2"/>
              <a:buChar char=""/>
              <a:defRPr lang="es-ES" sz="2800" b="0" u="none" strike="noStrike">
                <a:solidFill>
                  <a:srgbClr val="000000"/>
                </a:solidFill>
                <a:effectLst/>
                <a:uFillTx/>
                <a:latin typeface="Arial"/>
              </a:defRPr>
            </a:lvl6pPr>
            <a:lvl7pPr lvl="6" algn="l">
              <a:spcBef>
                <a:spcPts val="283"/>
              </a:spcBef>
              <a:buClr>
                <a:srgbClr val="FFFFFF"/>
              </a:buClr>
              <a:buSzPct val="45000"/>
              <a:buFont typeface="Wingdings" charset="2"/>
              <a:buChar char=""/>
              <a:defRPr lang="es-ES" sz="2800" b="0" u="none" strike="noStrike">
                <a:solidFill>
                  <a:srgbClr val="000000"/>
                </a:solidFill>
                <a:effectLst/>
                <a:uFillTx/>
                <a:latin typeface="Arial"/>
              </a:defRPr>
            </a:lvl7pPr>
          </a:lstStyle>
          <a:p>
            <a:pPr marL="457200" indent="-343080" algn="l">
              <a:spcBef>
                <a:spcPts val="1417"/>
              </a:spcBef>
              <a:buClr>
                <a:srgbClr val="FFFFFF"/>
              </a:buClr>
              <a:buSzPct val="45000"/>
              <a:buFont typeface="Wingdings" charset="2"/>
              <a:buChar char=""/>
            </a:pPr>
            <a:r>
              <a:rPr lang="es-ES" sz="2800" b="0" u="none" strike="noStrike">
                <a:solidFill>
                  <a:srgbClr val="000000"/>
                </a:solidFill>
                <a:effectLst/>
                <a:uFillTx/>
                <a:latin typeface="Arial"/>
              </a:rPr>
              <a:t>Pulse para editar el formato de texto del esquema</a:t>
            </a:r>
            <a:endParaRPr lang="es-ES" sz="2800" b="0" u="none" strike="noStrike">
              <a:solidFill>
                <a:srgbClr val="000000"/>
              </a:solidFill>
              <a:effectLst/>
              <a:uFillTx/>
              <a:latin typeface="Arial"/>
            </a:endParaRPr>
          </a:p>
          <a:p>
            <a:pPr marL="914400" lvl="1" indent="-343080" algn="l">
              <a:spcBef>
                <a:spcPts val="1134"/>
              </a:spcBef>
              <a:buClr>
                <a:srgbClr val="FFFFFF"/>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371600" lvl="2" indent="-343080" algn="l">
              <a:spcBef>
                <a:spcPts val="850"/>
              </a:spcBef>
              <a:buClr>
                <a:srgbClr val="FFFFFF"/>
              </a:buClr>
              <a:buSzPct val="45000"/>
              <a:buFont typeface="Wingdings" charset="2"/>
              <a:buChar char=""/>
            </a:pPr>
            <a:r>
              <a:rPr lang="es-ES" sz="2800" b="0" u="none" strike="noStrike">
                <a:solidFill>
                  <a:srgbClr val="000000"/>
                </a:solidFill>
                <a:effectLst/>
                <a:uFillTx/>
                <a:latin typeface="Arial"/>
              </a:rPr>
              <a:t>Tercer nivel del esquema</a:t>
            </a:r>
            <a:endParaRPr lang="es-ES" sz="2800" b="0" u="none" strike="noStrike">
              <a:solidFill>
                <a:srgbClr val="000000"/>
              </a:solidFill>
              <a:effectLst/>
              <a:uFillTx/>
              <a:latin typeface="Arial"/>
            </a:endParaRPr>
          </a:p>
          <a:p>
            <a:pPr marL="1828800" lvl="3" indent="-343080" algn="l">
              <a:spcBef>
                <a:spcPts val="567"/>
              </a:spcBef>
              <a:buClr>
                <a:srgbClr val="FFFFFF"/>
              </a:buClr>
              <a:buSzPct val="75000"/>
              <a:buFont typeface="Symbol" charset="2"/>
              <a:buChar char=""/>
            </a:pPr>
            <a:r>
              <a:rPr lang="es-ES" sz="2800" b="0" u="none" strike="noStrike">
                <a:solidFill>
                  <a:srgbClr val="000000"/>
                </a:solidFill>
                <a:effectLst/>
                <a:uFillTx/>
                <a:latin typeface="Arial"/>
              </a:rPr>
              <a:t>Cuarto nivel del esquema</a:t>
            </a:r>
            <a:endParaRPr lang="es-ES" sz="2800" b="0" u="none" strike="noStrike">
              <a:solidFill>
                <a:srgbClr val="000000"/>
              </a:solidFill>
              <a:effectLst/>
              <a:uFillTx/>
              <a:latin typeface="Arial"/>
            </a:endParaRPr>
          </a:p>
          <a:p>
            <a:pPr marL="2286000" lvl="4" indent="-343080" algn="l">
              <a:spcBef>
                <a:spcPts val="283"/>
              </a:spcBef>
              <a:buClr>
                <a:srgbClr val="FFFFFF"/>
              </a:buClr>
              <a:buSzPct val="45000"/>
              <a:buFont typeface="Wingdings" charset="2"/>
              <a:buChar char=""/>
            </a:pPr>
            <a:r>
              <a:rPr lang="es-ES" sz="2800" b="0" u="none" strike="noStrike">
                <a:solidFill>
                  <a:srgbClr val="000000"/>
                </a:solidFill>
                <a:effectLst/>
                <a:uFillTx/>
                <a:latin typeface="Arial"/>
              </a:rPr>
              <a:t>Quinto nivel del esquema</a:t>
            </a:r>
            <a:endParaRPr lang="es-ES" sz="2800" b="0" u="none" strike="noStrike">
              <a:solidFill>
                <a:srgbClr val="000000"/>
              </a:solidFill>
              <a:effectLst/>
              <a:uFillTx/>
              <a:latin typeface="Arial"/>
            </a:endParaRPr>
          </a:p>
          <a:p>
            <a:pPr marL="2743200" lvl="5" indent="-343080" algn="l">
              <a:spcBef>
                <a:spcPts val="283"/>
              </a:spcBef>
              <a:buClr>
                <a:srgbClr val="FFFFFF"/>
              </a:buClr>
              <a:buSzPct val="45000"/>
              <a:buFont typeface="Wingdings" charset="2"/>
              <a:buChar char=""/>
            </a:pPr>
            <a:r>
              <a:rPr lang="es-ES" sz="2800" b="0" u="none" strike="noStrike">
                <a:solidFill>
                  <a:srgbClr val="000000"/>
                </a:solidFill>
                <a:effectLst/>
                <a:uFillTx/>
                <a:latin typeface="Arial"/>
              </a:rPr>
              <a:t>Sexto nivel del esquema</a:t>
            </a:r>
            <a:endParaRPr lang="es-ES" sz="2800" b="0" u="none" strike="noStrike">
              <a:solidFill>
                <a:srgbClr val="000000"/>
              </a:solidFill>
              <a:effectLst/>
              <a:uFillTx/>
              <a:latin typeface="Arial"/>
            </a:endParaRPr>
          </a:p>
          <a:p>
            <a:pPr marL="3200400" lvl="6" indent="-343080" algn="l">
              <a:spcBef>
                <a:spcPts val="283"/>
              </a:spcBef>
              <a:buClr>
                <a:srgbClr val="FFFFFF"/>
              </a:buClr>
              <a:buSzPct val="45000"/>
              <a:buFont typeface="Wingdings" charset="2"/>
              <a:buChar char=""/>
            </a:pPr>
            <a:r>
              <a:rPr lang="es-ES" sz="2800" b="0" u="none" strike="noStrike">
                <a:solidFill>
                  <a:srgbClr val="000000"/>
                </a:solidFill>
                <a:effectLst/>
                <a:uFillTx/>
                <a:latin typeface="Arial"/>
              </a:rPr>
              <a:t>Séptimo nivel del esquema</a:t>
            </a:r>
            <a:endParaRPr lang="es-ES" sz="2800" b="0" u="none" strike="noStrike">
              <a:solidFill>
                <a:srgbClr val="000000"/>
              </a:solidFill>
              <a:effectLst/>
              <a:uFillTx/>
              <a:latin typeface="Arial"/>
            </a:endParaRPr>
          </a:p>
        </p:txBody>
      </p:sp>
      <p:sp>
        <p:nvSpPr>
          <p:cNvPr id="4"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rmAutofit fontScale="85000" lnSpcReduction="19999"/>
          </a:bodyPr>
          <a:lstStyle>
            <a:lvl1pPr algn="l">
              <a:spcBef>
                <a:spcPts val="1417"/>
              </a:spcBef>
              <a:buClr>
                <a:srgbClr val="FFFFFF"/>
              </a:buClr>
              <a:buSzPct val="45000"/>
              <a:buFont typeface="Wingdings" charset="2"/>
              <a:buChar char=""/>
              <a:defRPr lang="es-ES" sz="2800" b="0" u="none" strike="noStrike">
                <a:solidFill>
                  <a:srgbClr val="000000"/>
                </a:solidFill>
                <a:effectLst/>
                <a:uFillTx/>
                <a:latin typeface="Arial"/>
              </a:defRPr>
            </a:lvl1pPr>
            <a:lvl2pPr lvl="1" algn="l">
              <a:spcBef>
                <a:spcPts val="1134"/>
              </a:spcBef>
              <a:buClr>
                <a:srgbClr val="FFFFFF"/>
              </a:buClr>
              <a:buSzPct val="75000"/>
              <a:buFont typeface="Symbol" charset="2"/>
              <a:buChar char=""/>
              <a:defRPr lang="es-ES" sz="2800" b="0" u="none" strike="noStrike">
                <a:solidFill>
                  <a:srgbClr val="000000"/>
                </a:solidFill>
                <a:effectLst/>
                <a:uFillTx/>
                <a:latin typeface="Arial"/>
              </a:defRPr>
            </a:lvl2pPr>
            <a:lvl3pPr lvl="2" algn="l">
              <a:spcBef>
                <a:spcPts val="850"/>
              </a:spcBef>
              <a:buClr>
                <a:srgbClr val="FFFFFF"/>
              </a:buClr>
              <a:buSzPct val="45000"/>
              <a:buFont typeface="Wingdings" charset="2"/>
              <a:buChar char=""/>
              <a:defRPr lang="es-ES" sz="2800" b="0" u="none" strike="noStrike">
                <a:solidFill>
                  <a:srgbClr val="000000"/>
                </a:solidFill>
                <a:effectLst/>
                <a:uFillTx/>
                <a:latin typeface="Arial"/>
              </a:defRPr>
            </a:lvl3pPr>
            <a:lvl4pPr lvl="3" algn="l">
              <a:spcBef>
                <a:spcPts val="567"/>
              </a:spcBef>
              <a:buClr>
                <a:srgbClr val="FFFFFF"/>
              </a:buClr>
              <a:buSzPct val="75000"/>
              <a:buFont typeface="Symbol" charset="2"/>
              <a:buChar char=""/>
              <a:defRPr lang="es-ES" sz="2800" b="0" u="none" strike="noStrike">
                <a:solidFill>
                  <a:srgbClr val="000000"/>
                </a:solidFill>
                <a:effectLst/>
                <a:uFillTx/>
                <a:latin typeface="Arial"/>
              </a:defRPr>
            </a:lvl4pPr>
            <a:lvl5pPr lvl="4" algn="l">
              <a:spcBef>
                <a:spcPts val="283"/>
              </a:spcBef>
              <a:buClr>
                <a:srgbClr val="FFFFFF"/>
              </a:buClr>
              <a:buSzPct val="45000"/>
              <a:buFont typeface="Wingdings" charset="2"/>
              <a:buChar char=""/>
              <a:defRPr lang="es-ES" sz="2800" b="0" u="none" strike="noStrike">
                <a:solidFill>
                  <a:srgbClr val="000000"/>
                </a:solidFill>
                <a:effectLst/>
                <a:uFillTx/>
                <a:latin typeface="Arial"/>
              </a:defRPr>
            </a:lvl5pPr>
            <a:lvl6pPr lvl="5" algn="l">
              <a:spcBef>
                <a:spcPts val="283"/>
              </a:spcBef>
              <a:buClr>
                <a:srgbClr val="FFFFFF"/>
              </a:buClr>
              <a:buSzPct val="45000"/>
              <a:buFont typeface="Wingdings" charset="2"/>
              <a:buChar char=""/>
              <a:defRPr lang="es-ES" sz="2800" b="0" u="none" strike="noStrike">
                <a:solidFill>
                  <a:srgbClr val="000000"/>
                </a:solidFill>
                <a:effectLst/>
                <a:uFillTx/>
                <a:latin typeface="Arial"/>
              </a:defRPr>
            </a:lvl6pPr>
            <a:lvl7pPr lvl="6" algn="l">
              <a:spcBef>
                <a:spcPts val="283"/>
              </a:spcBef>
              <a:buClr>
                <a:srgbClr val="FFFFFF"/>
              </a:buClr>
              <a:buSzPct val="45000"/>
              <a:buFont typeface="Wingdings" charset="2"/>
              <a:buChar char=""/>
              <a:defRPr lang="es-ES" sz="2800" b="0" u="none" strike="noStrike">
                <a:solidFill>
                  <a:srgbClr val="000000"/>
                </a:solidFill>
                <a:effectLst/>
                <a:uFillTx/>
                <a:latin typeface="Arial"/>
              </a:defRPr>
            </a:lvl7pPr>
          </a:lstStyle>
          <a:p>
            <a:pPr marL="457200" indent="-343080" algn="l">
              <a:spcBef>
                <a:spcPts val="1417"/>
              </a:spcBef>
              <a:buClr>
                <a:srgbClr val="FFFFFF"/>
              </a:buClr>
              <a:buSzPct val="45000"/>
              <a:buFont typeface="Wingdings" charset="2"/>
              <a:buChar char=""/>
            </a:pPr>
            <a:r>
              <a:rPr lang="es-ES" sz="2800" b="0" u="none" strike="noStrike">
                <a:solidFill>
                  <a:srgbClr val="000000"/>
                </a:solidFill>
                <a:effectLst/>
                <a:uFillTx/>
                <a:latin typeface="Arial"/>
              </a:rPr>
              <a:t>Pulse para editar el formato de texto del esquema</a:t>
            </a:r>
            <a:endParaRPr lang="es-ES" sz="2800" b="0" u="none" strike="noStrike">
              <a:solidFill>
                <a:srgbClr val="000000"/>
              </a:solidFill>
              <a:effectLst/>
              <a:uFillTx/>
              <a:latin typeface="Arial"/>
            </a:endParaRPr>
          </a:p>
          <a:p>
            <a:pPr marL="914400" lvl="1" indent="-343080" algn="l">
              <a:spcBef>
                <a:spcPts val="1134"/>
              </a:spcBef>
              <a:buClr>
                <a:srgbClr val="FFFFFF"/>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371600" lvl="2" indent="-343080" algn="l">
              <a:spcBef>
                <a:spcPts val="850"/>
              </a:spcBef>
              <a:buClr>
                <a:srgbClr val="FFFFFF"/>
              </a:buClr>
              <a:buSzPct val="45000"/>
              <a:buFont typeface="Wingdings" charset="2"/>
              <a:buChar char=""/>
            </a:pPr>
            <a:r>
              <a:rPr lang="es-ES" sz="2800" b="0" u="none" strike="noStrike">
                <a:solidFill>
                  <a:srgbClr val="000000"/>
                </a:solidFill>
                <a:effectLst/>
                <a:uFillTx/>
                <a:latin typeface="Arial"/>
              </a:rPr>
              <a:t>Tercer nivel del esquema</a:t>
            </a:r>
            <a:endParaRPr lang="es-ES" sz="2800" b="0" u="none" strike="noStrike">
              <a:solidFill>
                <a:srgbClr val="000000"/>
              </a:solidFill>
              <a:effectLst/>
              <a:uFillTx/>
              <a:latin typeface="Arial"/>
            </a:endParaRPr>
          </a:p>
          <a:p>
            <a:pPr marL="1828800" lvl="3" indent="-343080" algn="l">
              <a:spcBef>
                <a:spcPts val="567"/>
              </a:spcBef>
              <a:buClr>
                <a:srgbClr val="FFFFFF"/>
              </a:buClr>
              <a:buSzPct val="75000"/>
              <a:buFont typeface="Symbol" charset="2"/>
              <a:buChar char=""/>
            </a:pPr>
            <a:r>
              <a:rPr lang="es-ES" sz="2800" b="0" u="none" strike="noStrike">
                <a:solidFill>
                  <a:srgbClr val="000000"/>
                </a:solidFill>
                <a:effectLst/>
                <a:uFillTx/>
                <a:latin typeface="Arial"/>
              </a:rPr>
              <a:t>Cuarto nivel del esquema</a:t>
            </a:r>
            <a:endParaRPr lang="es-ES" sz="2800" b="0" u="none" strike="noStrike">
              <a:solidFill>
                <a:srgbClr val="000000"/>
              </a:solidFill>
              <a:effectLst/>
              <a:uFillTx/>
              <a:latin typeface="Arial"/>
            </a:endParaRPr>
          </a:p>
          <a:p>
            <a:pPr marL="2286000" lvl="4" indent="-343080" algn="l">
              <a:spcBef>
                <a:spcPts val="283"/>
              </a:spcBef>
              <a:buClr>
                <a:srgbClr val="FFFFFF"/>
              </a:buClr>
              <a:buSzPct val="45000"/>
              <a:buFont typeface="Wingdings" charset="2"/>
              <a:buChar char=""/>
            </a:pPr>
            <a:r>
              <a:rPr lang="es-ES" sz="2800" b="0" u="none" strike="noStrike">
                <a:solidFill>
                  <a:srgbClr val="000000"/>
                </a:solidFill>
                <a:effectLst/>
                <a:uFillTx/>
                <a:latin typeface="Arial"/>
              </a:rPr>
              <a:t>Quinto nivel del esquema</a:t>
            </a:r>
            <a:endParaRPr lang="es-ES" sz="2800" b="0" u="none" strike="noStrike">
              <a:solidFill>
                <a:srgbClr val="000000"/>
              </a:solidFill>
              <a:effectLst/>
              <a:uFillTx/>
              <a:latin typeface="Arial"/>
            </a:endParaRPr>
          </a:p>
          <a:p>
            <a:pPr marL="2743200" lvl="5" indent="-343080" algn="l">
              <a:spcBef>
                <a:spcPts val="283"/>
              </a:spcBef>
              <a:buClr>
                <a:srgbClr val="FFFFFF"/>
              </a:buClr>
              <a:buSzPct val="45000"/>
              <a:buFont typeface="Wingdings" charset="2"/>
              <a:buChar char=""/>
            </a:pPr>
            <a:r>
              <a:rPr lang="es-ES" sz="2800" b="0" u="none" strike="noStrike">
                <a:solidFill>
                  <a:srgbClr val="000000"/>
                </a:solidFill>
                <a:effectLst/>
                <a:uFillTx/>
                <a:latin typeface="Arial"/>
              </a:rPr>
              <a:t>Sexto nivel del esquema</a:t>
            </a:r>
            <a:endParaRPr lang="es-ES" sz="2800" b="0" u="none" strike="noStrike">
              <a:solidFill>
                <a:srgbClr val="000000"/>
              </a:solidFill>
              <a:effectLst/>
              <a:uFillTx/>
              <a:latin typeface="Arial"/>
            </a:endParaRPr>
          </a:p>
          <a:p>
            <a:pPr marL="3200400" lvl="6" indent="-343080" algn="l">
              <a:spcBef>
                <a:spcPts val="283"/>
              </a:spcBef>
              <a:buClr>
                <a:srgbClr val="FFFFFF"/>
              </a:buClr>
              <a:buSzPct val="45000"/>
              <a:buFont typeface="Wingdings" charset="2"/>
              <a:buChar char=""/>
            </a:pPr>
            <a:r>
              <a:rPr lang="es-ES" sz="2800" b="0" u="none" strike="noStrike">
                <a:solidFill>
                  <a:srgbClr val="000000"/>
                </a:solidFill>
                <a:effectLst/>
                <a:uFillTx/>
                <a:latin typeface="Arial"/>
              </a:rPr>
              <a:t>Séptimo nivel del esquema</a:t>
            </a:r>
            <a:endParaRPr lang="es-ES" sz="2800" b="0" u="none" strike="noStrike">
              <a:solidFill>
                <a:srgbClr val="000000"/>
              </a:solidFill>
              <a:effectLst/>
              <a:uFillTx/>
              <a:latin typeface="Arial"/>
            </a:endParaRPr>
          </a:p>
        </p:txBody>
      </p:sp>
      <p:sp>
        <p:nvSpPr>
          <p:cNvPr id="5" name="PlaceHolder 4"/>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s-ES" sz="1400" b="0" u="none" strike="noStrike">
                <a:solidFill>
                  <a:srgbClr val="FFFFFF"/>
                </a:solidFill>
                <a:effectLst/>
                <a:uFillTx/>
                <a:latin typeface="Times New Roman"/>
              </a:defRPr>
            </a:lvl1pPr>
          </a:lstStyle>
          <a:p>
            <a:pPr indent="0" algn="l">
              <a:buNone/>
            </a:pPr>
            <a:r>
              <a:rPr lang="es-ES" sz="1400" b="0" u="none" strike="noStrike">
                <a:solidFill>
                  <a:srgbClr val="FFFFFF"/>
                </a:solidFill>
                <a:effectLst/>
                <a:uFillTx/>
                <a:latin typeface="Times New Roman"/>
              </a:rPr>
              <a:t>&lt;fecha/hora&gt;</a:t>
            </a:r>
            <a:endParaRPr lang="es-ES" sz="1400" b="0" u="none" strike="noStrike">
              <a:solidFill>
                <a:srgbClr val="FFFFFF"/>
              </a:solidFill>
              <a:effectLst/>
              <a:uFillTx/>
              <a:latin typeface="Times New Roman"/>
            </a:endParaRPr>
          </a:p>
        </p:txBody>
      </p:sp>
      <p:sp>
        <p:nvSpPr>
          <p:cNvPr id="6" name="PlaceHolder 5"/>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FFFFFF"/>
                </a:solidFill>
                <a:effectLst/>
                <a:uFillTx/>
                <a:latin typeface="Times New Roman"/>
              </a:defRPr>
            </a:lvl1pPr>
          </a:lstStyle>
          <a:p>
            <a:pPr indent="0" algn="ctr">
              <a:buNone/>
            </a:pPr>
            <a:r>
              <a:rPr lang="es-ES" sz="1400" b="0" u="none" strike="noStrike">
                <a:solidFill>
                  <a:srgbClr val="FFFFFF"/>
                </a:solidFill>
                <a:effectLst/>
                <a:uFillTx/>
                <a:latin typeface="Times New Roman"/>
              </a:rPr>
              <a:t>&lt;pie de página&gt;</a:t>
            </a:r>
            <a:endParaRPr lang="es-ES" sz="1400" b="0" u="none" strike="noStrike">
              <a:solidFill>
                <a:srgbClr val="FFFFFF"/>
              </a:solidFill>
              <a:effectLst/>
              <a:uFillTx/>
              <a:latin typeface="Times New Roman"/>
            </a:endParaRPr>
          </a:p>
        </p:txBody>
      </p:sp>
      <p:sp>
        <p:nvSpPr>
          <p:cNvPr id="7" name="PlaceHolder 6"/>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s-ES" sz="1200" b="0" u="none" strike="noStrike">
                <a:solidFill>
                  <a:schemeClr val="lt1"/>
                </a:solidFill>
                <a:effectLst/>
                <a:uFillTx/>
                <a:latin typeface="Calibri"/>
                <a:ea typeface="Calibri"/>
              </a:defRPr>
            </a:lvl1pPr>
          </a:lstStyle>
          <a:p>
            <a:pPr indent="0" algn="r">
              <a:lnSpc>
                <a:spcPct val="100000"/>
              </a:lnSpc>
              <a:buNone/>
              <a:tabLst>
                <a:tab pos="0" algn="l"/>
              </a:tabLst>
            </a:pPr>
            <a:fld id="{5CAE30EC-1BB3-4340-8061-33B65D219E5E}" type="slidenum">
              <a:rPr lang="es-ES" sz="1200" b="0" u="none" strike="noStrike">
                <a:solidFill>
                  <a:schemeClr val="lt1"/>
                </a:solidFill>
                <a:effectLst/>
                <a:uFillTx/>
                <a:latin typeface="Calibri"/>
                <a:ea typeface="Calibri"/>
              </a:rPr>
              <a:t>&lt;número&gt;</a:t>
            </a:fld>
            <a:endParaRPr lang="es-ES" sz="1200" b="0" u="none" strike="noStrike">
              <a:solidFill>
                <a:srgbClr val="FFFFFF"/>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VERTICAL_TEXT">
    <p:bg>
      <p:bgPr>
        <a:solidFill>
          <a:srgbClr val="000000"/>
        </a:solid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lnSpcReduction="9999"/>
          </a:bodyPr>
          <a:lstStyle>
            <a:lvl1pPr indent="0" algn="l">
              <a:buNone/>
              <a:defRPr lang="es-ES" sz="4400" b="0" u="none" strike="noStrike">
                <a:solidFill>
                  <a:srgbClr val="000000"/>
                </a:solidFill>
                <a:effectLst/>
                <a:uFillTx/>
                <a:latin typeface="Arial"/>
              </a:defRPr>
            </a:lvl1pPr>
          </a:lstStyle>
          <a:p>
            <a:pPr indent="0" algn="l">
              <a:buNone/>
            </a:pPr>
            <a:r>
              <a:rPr lang="es-ES" sz="4400" b="0" u="none" strike="noStrike">
                <a:solidFill>
                  <a:srgbClr val="000000"/>
                </a:solidFill>
                <a:effectLst/>
                <a:uFillTx/>
                <a:latin typeface="Arial"/>
              </a:rPr>
              <a:t>Pulse para editar el formato del texto de título</a:t>
            </a:r>
            <a:endParaRPr lang="es-ES" sz="4400" b="0" u="none" strike="noStrike">
              <a:solidFill>
                <a:srgbClr val="000000"/>
              </a:solidFill>
              <a:effectLst/>
              <a:uFillTx/>
              <a:latin typeface="Arial"/>
            </a:endParaRPr>
          </a:p>
        </p:txBody>
      </p:sp>
      <p:sp>
        <p:nvSpPr>
          <p:cNvPr id="9" name="PlaceHolder 2"/>
          <p:cNvSpPr>
            <a:spLocks noGrp="1"/>
          </p:cNvSpPr>
          <p:nvPr>
            <p:ph type="body"/>
          </p:nvPr>
        </p:nvSpPr>
        <p:spPr>
          <a:xfrm rot="5400000">
            <a:off x="3920400" y="-1256400"/>
            <a:ext cx="4350960" cy="10515240"/>
          </a:xfrm>
          <a:prstGeom prst="rect">
            <a:avLst/>
          </a:prstGeom>
          <a:noFill/>
          <a:ln w="0">
            <a:noFill/>
          </a:ln>
        </p:spPr>
        <p:txBody>
          <a:bodyPr lIns="91440" tIns="45720" rIns="91440" bIns="45720" anchor="t">
            <a:normAutofit/>
          </a:bodyPr>
          <a:lstStyle>
            <a:lvl1pPr algn="l">
              <a:spcBef>
                <a:spcPts val="1417"/>
              </a:spcBef>
              <a:buClr>
                <a:srgbClr val="FFFFFF"/>
              </a:buClr>
              <a:buSzPct val="45000"/>
              <a:buFont typeface="Wingdings" charset="2"/>
              <a:buChar char=""/>
              <a:defRPr lang="es-ES" sz="2800" b="0" u="none" strike="noStrike">
                <a:solidFill>
                  <a:srgbClr val="000000"/>
                </a:solidFill>
                <a:effectLst/>
                <a:uFillTx/>
                <a:latin typeface="Arial"/>
              </a:defRPr>
            </a:lvl1pPr>
            <a:lvl2pPr lvl="1" algn="l">
              <a:spcBef>
                <a:spcPts val="1134"/>
              </a:spcBef>
              <a:buClr>
                <a:srgbClr val="FFFFFF"/>
              </a:buClr>
              <a:buSzPct val="75000"/>
              <a:buFont typeface="Symbol" charset="2"/>
              <a:buChar char=""/>
              <a:defRPr lang="es-ES" sz="2800" b="0" u="none" strike="noStrike">
                <a:solidFill>
                  <a:srgbClr val="000000"/>
                </a:solidFill>
                <a:effectLst/>
                <a:uFillTx/>
                <a:latin typeface="Arial"/>
              </a:defRPr>
            </a:lvl2pPr>
            <a:lvl3pPr lvl="2" algn="l">
              <a:spcBef>
                <a:spcPts val="850"/>
              </a:spcBef>
              <a:buClr>
                <a:srgbClr val="FFFFFF"/>
              </a:buClr>
              <a:buSzPct val="45000"/>
              <a:buFont typeface="Wingdings" charset="2"/>
              <a:buChar char=""/>
              <a:defRPr lang="es-ES" sz="2800" b="0" u="none" strike="noStrike">
                <a:solidFill>
                  <a:srgbClr val="000000"/>
                </a:solidFill>
                <a:effectLst/>
                <a:uFillTx/>
                <a:latin typeface="Arial"/>
              </a:defRPr>
            </a:lvl3pPr>
            <a:lvl4pPr lvl="3" algn="l">
              <a:spcBef>
                <a:spcPts val="567"/>
              </a:spcBef>
              <a:buClr>
                <a:srgbClr val="FFFFFF"/>
              </a:buClr>
              <a:buSzPct val="75000"/>
              <a:buFont typeface="Symbol" charset="2"/>
              <a:buChar char=""/>
              <a:defRPr lang="es-ES" sz="2800" b="0" u="none" strike="noStrike">
                <a:solidFill>
                  <a:srgbClr val="000000"/>
                </a:solidFill>
                <a:effectLst/>
                <a:uFillTx/>
                <a:latin typeface="Arial"/>
              </a:defRPr>
            </a:lvl4pPr>
            <a:lvl5pPr lvl="4" algn="l">
              <a:spcBef>
                <a:spcPts val="283"/>
              </a:spcBef>
              <a:buClr>
                <a:srgbClr val="FFFFFF"/>
              </a:buClr>
              <a:buSzPct val="45000"/>
              <a:buFont typeface="Wingdings" charset="2"/>
              <a:buChar char=""/>
              <a:defRPr lang="es-ES" sz="2800" b="0" u="none" strike="noStrike">
                <a:solidFill>
                  <a:srgbClr val="000000"/>
                </a:solidFill>
                <a:effectLst/>
                <a:uFillTx/>
                <a:latin typeface="Arial"/>
              </a:defRPr>
            </a:lvl5pPr>
            <a:lvl6pPr lvl="5" algn="l">
              <a:spcBef>
                <a:spcPts val="283"/>
              </a:spcBef>
              <a:buClr>
                <a:srgbClr val="FFFFFF"/>
              </a:buClr>
              <a:buSzPct val="45000"/>
              <a:buFont typeface="Wingdings" charset="2"/>
              <a:buChar char=""/>
              <a:defRPr lang="es-ES" sz="2800" b="0" u="none" strike="noStrike">
                <a:solidFill>
                  <a:srgbClr val="000000"/>
                </a:solidFill>
                <a:effectLst/>
                <a:uFillTx/>
                <a:latin typeface="Arial"/>
              </a:defRPr>
            </a:lvl6pPr>
            <a:lvl7pPr lvl="6" algn="l">
              <a:spcBef>
                <a:spcPts val="283"/>
              </a:spcBef>
              <a:buClr>
                <a:srgbClr val="FFFFFF"/>
              </a:buClr>
              <a:buSzPct val="45000"/>
              <a:buFont typeface="Wingdings" charset="2"/>
              <a:buChar char=""/>
              <a:defRPr lang="es-ES" sz="2800" b="0" u="none" strike="noStrike">
                <a:solidFill>
                  <a:srgbClr val="000000"/>
                </a:solidFill>
                <a:effectLst/>
                <a:uFillTx/>
                <a:latin typeface="Arial"/>
              </a:defRPr>
            </a:lvl7pPr>
          </a:lstStyle>
          <a:p>
            <a:pPr marL="457200" indent="-343080" algn="l">
              <a:spcBef>
                <a:spcPts val="1417"/>
              </a:spcBef>
              <a:buClr>
                <a:srgbClr val="FFFFFF"/>
              </a:buClr>
              <a:buSzPct val="45000"/>
              <a:buFont typeface="Wingdings" charset="2"/>
              <a:buChar char=""/>
            </a:pPr>
            <a:r>
              <a:rPr lang="es-ES" sz="2800" b="0" u="none" strike="noStrike">
                <a:solidFill>
                  <a:srgbClr val="000000"/>
                </a:solidFill>
                <a:effectLst/>
                <a:uFillTx/>
                <a:latin typeface="Arial"/>
              </a:rPr>
              <a:t>Pulse para editar el formato de texto del esquema</a:t>
            </a:r>
            <a:endParaRPr lang="es-ES" sz="2800" b="0" u="none" strike="noStrike">
              <a:solidFill>
                <a:srgbClr val="000000"/>
              </a:solidFill>
              <a:effectLst/>
              <a:uFillTx/>
              <a:latin typeface="Arial"/>
            </a:endParaRPr>
          </a:p>
          <a:p>
            <a:pPr marL="914400" lvl="1" indent="-343080" algn="l">
              <a:spcBef>
                <a:spcPts val="1134"/>
              </a:spcBef>
              <a:buClr>
                <a:srgbClr val="FFFFFF"/>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371600" lvl="2" indent="-343080" algn="l">
              <a:spcBef>
                <a:spcPts val="850"/>
              </a:spcBef>
              <a:buClr>
                <a:srgbClr val="FFFFFF"/>
              </a:buClr>
              <a:buSzPct val="45000"/>
              <a:buFont typeface="Wingdings" charset="2"/>
              <a:buChar char=""/>
            </a:pPr>
            <a:r>
              <a:rPr lang="es-ES" sz="2800" b="0" u="none" strike="noStrike">
                <a:solidFill>
                  <a:srgbClr val="000000"/>
                </a:solidFill>
                <a:effectLst/>
                <a:uFillTx/>
                <a:latin typeface="Arial"/>
              </a:rPr>
              <a:t>Tercer nivel del esquema</a:t>
            </a:r>
            <a:endParaRPr lang="es-ES" sz="2800" b="0" u="none" strike="noStrike">
              <a:solidFill>
                <a:srgbClr val="000000"/>
              </a:solidFill>
              <a:effectLst/>
              <a:uFillTx/>
              <a:latin typeface="Arial"/>
            </a:endParaRPr>
          </a:p>
          <a:p>
            <a:pPr marL="1828800" lvl="3" indent="-343080" algn="l">
              <a:spcBef>
                <a:spcPts val="567"/>
              </a:spcBef>
              <a:buClr>
                <a:srgbClr val="FFFFFF"/>
              </a:buClr>
              <a:buSzPct val="75000"/>
              <a:buFont typeface="Symbol" charset="2"/>
              <a:buChar char=""/>
            </a:pPr>
            <a:r>
              <a:rPr lang="es-ES" sz="2800" b="0" u="none" strike="noStrike">
                <a:solidFill>
                  <a:srgbClr val="000000"/>
                </a:solidFill>
                <a:effectLst/>
                <a:uFillTx/>
                <a:latin typeface="Arial"/>
              </a:rPr>
              <a:t>Cuarto nivel del esquema</a:t>
            </a:r>
            <a:endParaRPr lang="es-ES" sz="2800" b="0" u="none" strike="noStrike">
              <a:solidFill>
                <a:srgbClr val="000000"/>
              </a:solidFill>
              <a:effectLst/>
              <a:uFillTx/>
              <a:latin typeface="Arial"/>
            </a:endParaRPr>
          </a:p>
          <a:p>
            <a:pPr marL="2286000" lvl="4" indent="-343080" algn="l">
              <a:spcBef>
                <a:spcPts val="283"/>
              </a:spcBef>
              <a:buClr>
                <a:srgbClr val="FFFFFF"/>
              </a:buClr>
              <a:buSzPct val="45000"/>
              <a:buFont typeface="Wingdings" charset="2"/>
              <a:buChar char=""/>
            </a:pPr>
            <a:r>
              <a:rPr lang="es-ES" sz="2800" b="0" u="none" strike="noStrike">
                <a:solidFill>
                  <a:srgbClr val="000000"/>
                </a:solidFill>
                <a:effectLst/>
                <a:uFillTx/>
                <a:latin typeface="Arial"/>
              </a:rPr>
              <a:t>Quinto nivel del esquema</a:t>
            </a:r>
            <a:endParaRPr lang="es-ES" sz="2800" b="0" u="none" strike="noStrike">
              <a:solidFill>
                <a:srgbClr val="000000"/>
              </a:solidFill>
              <a:effectLst/>
              <a:uFillTx/>
              <a:latin typeface="Arial"/>
            </a:endParaRPr>
          </a:p>
          <a:p>
            <a:pPr marL="2743200" lvl="5" indent="-343080" algn="l">
              <a:spcBef>
                <a:spcPts val="283"/>
              </a:spcBef>
              <a:buClr>
                <a:srgbClr val="FFFFFF"/>
              </a:buClr>
              <a:buSzPct val="45000"/>
              <a:buFont typeface="Wingdings" charset="2"/>
              <a:buChar char=""/>
            </a:pPr>
            <a:r>
              <a:rPr lang="es-ES" sz="2800" b="0" u="none" strike="noStrike">
                <a:solidFill>
                  <a:srgbClr val="000000"/>
                </a:solidFill>
                <a:effectLst/>
                <a:uFillTx/>
                <a:latin typeface="Arial"/>
              </a:rPr>
              <a:t>Sexto nivel del esquema</a:t>
            </a:r>
            <a:endParaRPr lang="es-ES" sz="2800" b="0" u="none" strike="noStrike">
              <a:solidFill>
                <a:srgbClr val="000000"/>
              </a:solidFill>
              <a:effectLst/>
              <a:uFillTx/>
              <a:latin typeface="Arial"/>
            </a:endParaRPr>
          </a:p>
          <a:p>
            <a:pPr marL="3200400" lvl="6" indent="-343080" algn="l">
              <a:spcBef>
                <a:spcPts val="283"/>
              </a:spcBef>
              <a:buClr>
                <a:srgbClr val="FFFFFF"/>
              </a:buClr>
              <a:buSzPct val="45000"/>
              <a:buFont typeface="Wingdings" charset="2"/>
              <a:buChar char=""/>
            </a:pPr>
            <a:r>
              <a:rPr lang="es-ES" sz="2800" b="0" u="none" strike="noStrike">
                <a:solidFill>
                  <a:srgbClr val="000000"/>
                </a:solidFill>
                <a:effectLst/>
                <a:uFillTx/>
                <a:latin typeface="Arial"/>
              </a:rPr>
              <a:t>Séptimo nivel del esquema</a:t>
            </a:r>
            <a:endParaRPr lang="es-ES" sz="2800" b="0" u="none" strike="noStrike">
              <a:solidFill>
                <a:srgbClr val="000000"/>
              </a:solidFill>
              <a:effectLst/>
              <a:uFillTx/>
              <a:latin typeface="Arial"/>
            </a:endParaRPr>
          </a:p>
        </p:txBody>
      </p:sp>
      <p:sp>
        <p:nvSpPr>
          <p:cNvPr id="10"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s-ES" sz="1400" b="0" u="none" strike="noStrike">
                <a:solidFill>
                  <a:srgbClr val="FFFFFF"/>
                </a:solidFill>
                <a:effectLst/>
                <a:uFillTx/>
                <a:latin typeface="Times New Roman"/>
              </a:defRPr>
            </a:lvl1pPr>
          </a:lstStyle>
          <a:p>
            <a:pPr indent="0" algn="l">
              <a:buNone/>
            </a:pPr>
            <a:r>
              <a:rPr lang="es-ES" sz="1400" b="0" u="none" strike="noStrike">
                <a:solidFill>
                  <a:srgbClr val="FFFFFF"/>
                </a:solidFill>
                <a:effectLst/>
                <a:uFillTx/>
                <a:latin typeface="Times New Roman"/>
              </a:rPr>
              <a:t>&lt;fecha/hora&gt;</a:t>
            </a:r>
            <a:endParaRPr lang="es-ES" sz="1400" b="0" u="none" strike="noStrike">
              <a:solidFill>
                <a:srgbClr val="FFFFFF"/>
              </a:solidFill>
              <a:effectLst/>
              <a:uFillTx/>
              <a:latin typeface="Times New Roman"/>
            </a:endParaRPr>
          </a:p>
        </p:txBody>
      </p:sp>
      <p:sp>
        <p:nvSpPr>
          <p:cNvPr id="11"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FFFFFF"/>
                </a:solidFill>
                <a:effectLst/>
                <a:uFillTx/>
                <a:latin typeface="Times New Roman"/>
              </a:defRPr>
            </a:lvl1pPr>
          </a:lstStyle>
          <a:p>
            <a:pPr indent="0" algn="ctr">
              <a:buNone/>
            </a:pPr>
            <a:r>
              <a:rPr lang="es-ES" sz="1400" b="0" u="none" strike="noStrike">
                <a:solidFill>
                  <a:srgbClr val="FFFFFF"/>
                </a:solidFill>
                <a:effectLst/>
                <a:uFillTx/>
                <a:latin typeface="Times New Roman"/>
              </a:rPr>
              <a:t>&lt;pie de página&gt;</a:t>
            </a:r>
            <a:endParaRPr lang="es-ES" sz="1400" b="0" u="none" strike="noStrike">
              <a:solidFill>
                <a:srgbClr val="FFFFFF"/>
              </a:solidFill>
              <a:effectLst/>
              <a:uFillTx/>
              <a:latin typeface="Times New Roman"/>
            </a:endParaRPr>
          </a:p>
        </p:txBody>
      </p:sp>
      <p:sp>
        <p:nvSpPr>
          <p:cNvPr id="12"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s-ES" sz="1200" b="0" u="none" strike="noStrike">
                <a:solidFill>
                  <a:schemeClr val="lt1"/>
                </a:solidFill>
                <a:effectLst/>
                <a:uFillTx/>
                <a:latin typeface="Calibri"/>
                <a:ea typeface="Calibri"/>
              </a:defRPr>
            </a:lvl1pPr>
          </a:lstStyle>
          <a:p>
            <a:pPr indent="0" algn="r">
              <a:lnSpc>
                <a:spcPct val="100000"/>
              </a:lnSpc>
              <a:buNone/>
              <a:tabLst>
                <a:tab pos="0" algn="l"/>
              </a:tabLst>
            </a:pPr>
            <a:fld id="{FCD6151E-A43F-4574-9FC7-257BB9296D55}" type="slidenum">
              <a:rPr lang="es-ES" sz="1200" b="0" u="none" strike="noStrike">
                <a:solidFill>
                  <a:schemeClr val="lt1"/>
                </a:solidFill>
                <a:effectLst/>
                <a:uFillTx/>
                <a:latin typeface="Calibri"/>
                <a:ea typeface="Calibri"/>
              </a:rPr>
              <a:t>&lt;número&gt;</a:t>
            </a:fld>
            <a:endParaRPr lang="es-ES" sz="1200" b="0" u="none" strike="noStrike">
              <a:solidFill>
                <a:srgbClr val="FFFFFF"/>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_TITLE_AND_VERTICAL_TEXT">
    <p:bg>
      <p:bgPr>
        <a:solidFill>
          <a:srgbClr val="000000"/>
        </a:solid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rot="5400000">
            <a:off x="7133400" y="1956240"/>
            <a:ext cx="5811480" cy="2628720"/>
          </a:xfrm>
          <a:prstGeom prst="rect">
            <a:avLst/>
          </a:prstGeom>
          <a:noFill/>
          <a:ln w="0">
            <a:noFill/>
          </a:ln>
        </p:spPr>
        <p:txBody>
          <a:bodyPr lIns="91440" tIns="45720" rIns="91440" bIns="45720" anchor="ctr">
            <a:normAutofit/>
          </a:bodyPr>
          <a:lstStyle>
            <a:lvl1pPr indent="0" algn="l">
              <a:buNone/>
              <a:defRPr lang="es-ES" sz="4400" b="0" u="none" strike="noStrike">
                <a:solidFill>
                  <a:srgbClr val="000000"/>
                </a:solidFill>
                <a:effectLst/>
                <a:uFillTx/>
                <a:latin typeface="Arial"/>
              </a:defRPr>
            </a:lvl1pPr>
          </a:lstStyle>
          <a:p>
            <a:pPr indent="0" algn="l">
              <a:buNone/>
            </a:pPr>
            <a:r>
              <a:rPr lang="es-ES" sz="4400" b="0" u="none" strike="noStrike">
                <a:solidFill>
                  <a:srgbClr val="000000"/>
                </a:solidFill>
                <a:effectLst/>
                <a:uFillTx/>
                <a:latin typeface="Arial"/>
              </a:rPr>
              <a:t>Pulse para editar el formato del texto de título</a:t>
            </a:r>
            <a:endParaRPr lang="es-ES" sz="4400" b="0" u="none" strike="noStrike">
              <a:solidFill>
                <a:srgbClr val="000000"/>
              </a:solidFill>
              <a:effectLst/>
              <a:uFillTx/>
              <a:latin typeface="Arial"/>
            </a:endParaRPr>
          </a:p>
        </p:txBody>
      </p:sp>
      <p:sp>
        <p:nvSpPr>
          <p:cNvPr id="14" name="PlaceHolder 2"/>
          <p:cNvSpPr>
            <a:spLocks noGrp="1"/>
          </p:cNvSpPr>
          <p:nvPr>
            <p:ph type="body"/>
          </p:nvPr>
        </p:nvSpPr>
        <p:spPr>
          <a:xfrm rot="5400000">
            <a:off x="1800000" y="-596160"/>
            <a:ext cx="5811480" cy="7733880"/>
          </a:xfrm>
          <a:prstGeom prst="rect">
            <a:avLst/>
          </a:prstGeom>
          <a:noFill/>
          <a:ln w="0">
            <a:noFill/>
          </a:ln>
        </p:spPr>
        <p:txBody>
          <a:bodyPr lIns="91440" tIns="45720" rIns="91440" bIns="45720" anchor="t">
            <a:normAutofit/>
          </a:bodyPr>
          <a:lstStyle>
            <a:lvl1pPr algn="l">
              <a:spcBef>
                <a:spcPts val="1417"/>
              </a:spcBef>
              <a:buClr>
                <a:srgbClr val="FFFFFF"/>
              </a:buClr>
              <a:buSzPct val="45000"/>
              <a:buFont typeface="Wingdings" charset="2"/>
              <a:buChar char=""/>
              <a:defRPr lang="es-ES" sz="2800" b="0" u="none" strike="noStrike">
                <a:solidFill>
                  <a:srgbClr val="000000"/>
                </a:solidFill>
                <a:effectLst/>
                <a:uFillTx/>
                <a:latin typeface="Arial"/>
              </a:defRPr>
            </a:lvl1pPr>
            <a:lvl2pPr lvl="1" algn="l">
              <a:spcBef>
                <a:spcPts val="1134"/>
              </a:spcBef>
              <a:buClr>
                <a:srgbClr val="FFFFFF"/>
              </a:buClr>
              <a:buSzPct val="75000"/>
              <a:buFont typeface="Symbol" charset="2"/>
              <a:buChar char=""/>
              <a:defRPr lang="es-ES" sz="2800" b="0" u="none" strike="noStrike">
                <a:solidFill>
                  <a:srgbClr val="000000"/>
                </a:solidFill>
                <a:effectLst/>
                <a:uFillTx/>
                <a:latin typeface="Arial"/>
              </a:defRPr>
            </a:lvl2pPr>
            <a:lvl3pPr lvl="2" algn="l">
              <a:spcBef>
                <a:spcPts val="850"/>
              </a:spcBef>
              <a:buClr>
                <a:srgbClr val="FFFFFF"/>
              </a:buClr>
              <a:buSzPct val="45000"/>
              <a:buFont typeface="Wingdings" charset="2"/>
              <a:buChar char=""/>
              <a:defRPr lang="es-ES" sz="2800" b="0" u="none" strike="noStrike">
                <a:solidFill>
                  <a:srgbClr val="000000"/>
                </a:solidFill>
                <a:effectLst/>
                <a:uFillTx/>
                <a:latin typeface="Arial"/>
              </a:defRPr>
            </a:lvl3pPr>
            <a:lvl4pPr lvl="3" algn="l">
              <a:spcBef>
                <a:spcPts val="567"/>
              </a:spcBef>
              <a:buClr>
                <a:srgbClr val="FFFFFF"/>
              </a:buClr>
              <a:buSzPct val="75000"/>
              <a:buFont typeface="Symbol" charset="2"/>
              <a:buChar char=""/>
              <a:defRPr lang="es-ES" sz="2800" b="0" u="none" strike="noStrike">
                <a:solidFill>
                  <a:srgbClr val="000000"/>
                </a:solidFill>
                <a:effectLst/>
                <a:uFillTx/>
                <a:latin typeface="Arial"/>
              </a:defRPr>
            </a:lvl4pPr>
            <a:lvl5pPr lvl="4" algn="l">
              <a:spcBef>
                <a:spcPts val="283"/>
              </a:spcBef>
              <a:buClr>
                <a:srgbClr val="FFFFFF"/>
              </a:buClr>
              <a:buSzPct val="45000"/>
              <a:buFont typeface="Wingdings" charset="2"/>
              <a:buChar char=""/>
              <a:defRPr lang="es-ES" sz="2800" b="0" u="none" strike="noStrike">
                <a:solidFill>
                  <a:srgbClr val="000000"/>
                </a:solidFill>
                <a:effectLst/>
                <a:uFillTx/>
                <a:latin typeface="Arial"/>
              </a:defRPr>
            </a:lvl5pPr>
            <a:lvl6pPr lvl="5" algn="l">
              <a:spcBef>
                <a:spcPts val="283"/>
              </a:spcBef>
              <a:buClr>
                <a:srgbClr val="FFFFFF"/>
              </a:buClr>
              <a:buSzPct val="45000"/>
              <a:buFont typeface="Wingdings" charset="2"/>
              <a:buChar char=""/>
              <a:defRPr lang="es-ES" sz="2800" b="0" u="none" strike="noStrike">
                <a:solidFill>
                  <a:srgbClr val="000000"/>
                </a:solidFill>
                <a:effectLst/>
                <a:uFillTx/>
                <a:latin typeface="Arial"/>
              </a:defRPr>
            </a:lvl6pPr>
            <a:lvl7pPr lvl="6" algn="l">
              <a:spcBef>
                <a:spcPts val="283"/>
              </a:spcBef>
              <a:buClr>
                <a:srgbClr val="FFFFFF"/>
              </a:buClr>
              <a:buSzPct val="45000"/>
              <a:buFont typeface="Wingdings" charset="2"/>
              <a:buChar char=""/>
              <a:defRPr lang="es-ES" sz="2800" b="0" u="none" strike="noStrike">
                <a:solidFill>
                  <a:srgbClr val="000000"/>
                </a:solidFill>
                <a:effectLst/>
                <a:uFillTx/>
                <a:latin typeface="Arial"/>
              </a:defRPr>
            </a:lvl7pPr>
          </a:lstStyle>
          <a:p>
            <a:pPr marL="457200" indent="-343080" algn="l">
              <a:spcBef>
                <a:spcPts val="1417"/>
              </a:spcBef>
              <a:buClr>
                <a:srgbClr val="FFFFFF"/>
              </a:buClr>
              <a:buSzPct val="45000"/>
              <a:buFont typeface="Wingdings" charset="2"/>
              <a:buChar char=""/>
            </a:pPr>
            <a:r>
              <a:rPr lang="es-ES" sz="2800" b="0" u="none" strike="noStrike">
                <a:solidFill>
                  <a:srgbClr val="000000"/>
                </a:solidFill>
                <a:effectLst/>
                <a:uFillTx/>
                <a:latin typeface="Arial"/>
              </a:rPr>
              <a:t>Pulse para editar el formato de texto del esquema</a:t>
            </a:r>
            <a:endParaRPr lang="es-ES" sz="2800" b="0" u="none" strike="noStrike">
              <a:solidFill>
                <a:srgbClr val="000000"/>
              </a:solidFill>
              <a:effectLst/>
              <a:uFillTx/>
              <a:latin typeface="Arial"/>
            </a:endParaRPr>
          </a:p>
          <a:p>
            <a:pPr marL="914400" lvl="1" indent="-343080" algn="l">
              <a:spcBef>
                <a:spcPts val="1134"/>
              </a:spcBef>
              <a:buClr>
                <a:srgbClr val="FFFFFF"/>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371600" lvl="2" indent="-343080" algn="l">
              <a:spcBef>
                <a:spcPts val="850"/>
              </a:spcBef>
              <a:buClr>
                <a:srgbClr val="FFFFFF"/>
              </a:buClr>
              <a:buSzPct val="45000"/>
              <a:buFont typeface="Wingdings" charset="2"/>
              <a:buChar char=""/>
            </a:pPr>
            <a:r>
              <a:rPr lang="es-ES" sz="2800" b="0" u="none" strike="noStrike">
                <a:solidFill>
                  <a:srgbClr val="000000"/>
                </a:solidFill>
                <a:effectLst/>
                <a:uFillTx/>
                <a:latin typeface="Arial"/>
              </a:rPr>
              <a:t>Tercer nivel del esquema</a:t>
            </a:r>
            <a:endParaRPr lang="es-ES" sz="2800" b="0" u="none" strike="noStrike">
              <a:solidFill>
                <a:srgbClr val="000000"/>
              </a:solidFill>
              <a:effectLst/>
              <a:uFillTx/>
              <a:latin typeface="Arial"/>
            </a:endParaRPr>
          </a:p>
          <a:p>
            <a:pPr marL="1828800" lvl="3" indent="-343080" algn="l">
              <a:spcBef>
                <a:spcPts val="567"/>
              </a:spcBef>
              <a:buClr>
                <a:srgbClr val="FFFFFF"/>
              </a:buClr>
              <a:buSzPct val="75000"/>
              <a:buFont typeface="Symbol" charset="2"/>
              <a:buChar char=""/>
            </a:pPr>
            <a:r>
              <a:rPr lang="es-ES" sz="2800" b="0" u="none" strike="noStrike">
                <a:solidFill>
                  <a:srgbClr val="000000"/>
                </a:solidFill>
                <a:effectLst/>
                <a:uFillTx/>
                <a:latin typeface="Arial"/>
              </a:rPr>
              <a:t>Cuarto nivel del esquema</a:t>
            </a:r>
            <a:endParaRPr lang="es-ES" sz="2800" b="0" u="none" strike="noStrike">
              <a:solidFill>
                <a:srgbClr val="000000"/>
              </a:solidFill>
              <a:effectLst/>
              <a:uFillTx/>
              <a:latin typeface="Arial"/>
            </a:endParaRPr>
          </a:p>
          <a:p>
            <a:pPr marL="2286000" lvl="4" indent="-343080" algn="l">
              <a:spcBef>
                <a:spcPts val="283"/>
              </a:spcBef>
              <a:buClr>
                <a:srgbClr val="FFFFFF"/>
              </a:buClr>
              <a:buSzPct val="45000"/>
              <a:buFont typeface="Wingdings" charset="2"/>
              <a:buChar char=""/>
            </a:pPr>
            <a:r>
              <a:rPr lang="es-ES" sz="2800" b="0" u="none" strike="noStrike">
                <a:solidFill>
                  <a:srgbClr val="000000"/>
                </a:solidFill>
                <a:effectLst/>
                <a:uFillTx/>
                <a:latin typeface="Arial"/>
              </a:rPr>
              <a:t>Quinto nivel del esquema</a:t>
            </a:r>
            <a:endParaRPr lang="es-ES" sz="2800" b="0" u="none" strike="noStrike">
              <a:solidFill>
                <a:srgbClr val="000000"/>
              </a:solidFill>
              <a:effectLst/>
              <a:uFillTx/>
              <a:latin typeface="Arial"/>
            </a:endParaRPr>
          </a:p>
          <a:p>
            <a:pPr marL="2743200" lvl="5" indent="-343080" algn="l">
              <a:spcBef>
                <a:spcPts val="283"/>
              </a:spcBef>
              <a:buClr>
                <a:srgbClr val="FFFFFF"/>
              </a:buClr>
              <a:buSzPct val="45000"/>
              <a:buFont typeface="Wingdings" charset="2"/>
              <a:buChar char=""/>
            </a:pPr>
            <a:r>
              <a:rPr lang="es-ES" sz="2800" b="0" u="none" strike="noStrike">
                <a:solidFill>
                  <a:srgbClr val="000000"/>
                </a:solidFill>
                <a:effectLst/>
                <a:uFillTx/>
                <a:latin typeface="Arial"/>
              </a:rPr>
              <a:t>Sexto nivel del esquema</a:t>
            </a:r>
            <a:endParaRPr lang="es-ES" sz="2800" b="0" u="none" strike="noStrike">
              <a:solidFill>
                <a:srgbClr val="000000"/>
              </a:solidFill>
              <a:effectLst/>
              <a:uFillTx/>
              <a:latin typeface="Arial"/>
            </a:endParaRPr>
          </a:p>
          <a:p>
            <a:pPr marL="3200400" lvl="6" indent="-343080" algn="l">
              <a:spcBef>
                <a:spcPts val="283"/>
              </a:spcBef>
              <a:buClr>
                <a:srgbClr val="FFFFFF"/>
              </a:buClr>
              <a:buSzPct val="45000"/>
              <a:buFont typeface="Wingdings" charset="2"/>
              <a:buChar char=""/>
            </a:pPr>
            <a:r>
              <a:rPr lang="es-ES" sz="2800" b="0" u="none" strike="noStrike">
                <a:solidFill>
                  <a:srgbClr val="000000"/>
                </a:solidFill>
                <a:effectLst/>
                <a:uFillTx/>
                <a:latin typeface="Arial"/>
              </a:rPr>
              <a:t>Séptimo nivel del esquema</a:t>
            </a:r>
            <a:endParaRPr lang="es-ES" sz="2800" b="0" u="none" strike="noStrike">
              <a:solidFill>
                <a:srgbClr val="000000"/>
              </a:solidFill>
              <a:effectLst/>
              <a:uFillTx/>
              <a:latin typeface="Arial"/>
            </a:endParaRPr>
          </a:p>
        </p:txBody>
      </p:sp>
      <p:sp>
        <p:nvSpPr>
          <p:cNvPr id="15"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s-ES" sz="1400" b="0" u="none" strike="noStrike">
                <a:solidFill>
                  <a:srgbClr val="FFFFFF"/>
                </a:solidFill>
                <a:effectLst/>
                <a:uFillTx/>
                <a:latin typeface="Times New Roman"/>
              </a:defRPr>
            </a:lvl1pPr>
          </a:lstStyle>
          <a:p>
            <a:pPr indent="0" algn="l">
              <a:buNone/>
            </a:pPr>
            <a:r>
              <a:rPr lang="es-ES" sz="1400" b="0" u="none" strike="noStrike">
                <a:solidFill>
                  <a:srgbClr val="FFFFFF"/>
                </a:solidFill>
                <a:effectLst/>
                <a:uFillTx/>
                <a:latin typeface="Times New Roman"/>
              </a:rPr>
              <a:t>&lt;fecha/hora&gt;</a:t>
            </a:r>
            <a:endParaRPr lang="es-ES" sz="1400" b="0" u="none" strike="noStrike">
              <a:solidFill>
                <a:srgbClr val="FFFFFF"/>
              </a:solidFill>
              <a:effectLst/>
              <a:uFillTx/>
              <a:latin typeface="Times New Roman"/>
            </a:endParaRPr>
          </a:p>
        </p:txBody>
      </p:sp>
      <p:sp>
        <p:nvSpPr>
          <p:cNvPr id="16"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FFFFFF"/>
                </a:solidFill>
                <a:effectLst/>
                <a:uFillTx/>
                <a:latin typeface="Times New Roman"/>
              </a:defRPr>
            </a:lvl1pPr>
          </a:lstStyle>
          <a:p>
            <a:pPr indent="0" algn="ctr">
              <a:buNone/>
            </a:pPr>
            <a:r>
              <a:rPr lang="es-ES" sz="1400" b="0" u="none" strike="noStrike">
                <a:solidFill>
                  <a:srgbClr val="FFFFFF"/>
                </a:solidFill>
                <a:effectLst/>
                <a:uFillTx/>
                <a:latin typeface="Times New Roman"/>
              </a:rPr>
              <a:t>&lt;pie de página&gt;</a:t>
            </a:r>
            <a:endParaRPr lang="es-ES" sz="1400" b="0" u="none" strike="noStrike">
              <a:solidFill>
                <a:srgbClr val="FFFFFF"/>
              </a:solidFill>
              <a:effectLst/>
              <a:uFillTx/>
              <a:latin typeface="Times New Roman"/>
            </a:endParaRPr>
          </a:p>
        </p:txBody>
      </p:sp>
      <p:sp>
        <p:nvSpPr>
          <p:cNvPr id="17"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s-ES" sz="1200" b="0" u="none" strike="noStrike">
                <a:solidFill>
                  <a:schemeClr val="lt1"/>
                </a:solidFill>
                <a:effectLst/>
                <a:uFillTx/>
                <a:latin typeface="Calibri"/>
                <a:ea typeface="Calibri"/>
              </a:defRPr>
            </a:lvl1pPr>
          </a:lstStyle>
          <a:p>
            <a:pPr indent="0" algn="r">
              <a:lnSpc>
                <a:spcPct val="100000"/>
              </a:lnSpc>
              <a:buNone/>
              <a:tabLst>
                <a:tab pos="0" algn="l"/>
              </a:tabLst>
            </a:pPr>
            <a:fld id="{2FD28349-DA87-4394-BE7F-B23AFEAB372B}" type="slidenum">
              <a:rPr lang="es-ES" sz="1200" b="0" u="none" strike="noStrike">
                <a:solidFill>
                  <a:schemeClr val="lt1"/>
                </a:solidFill>
                <a:effectLst/>
                <a:uFillTx/>
                <a:latin typeface="Calibri"/>
                <a:ea typeface="Calibri"/>
              </a:rPr>
              <a:t>&lt;número&gt;</a:t>
            </a:fld>
            <a:endParaRPr lang="es-ES" sz="1200" b="0" u="none" strike="noStrike">
              <a:solidFill>
                <a:srgbClr val="FFFFFF"/>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rgbClr val="000000"/>
        </a:solidFill>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rmAutofit/>
          </a:bodyPr>
          <a:lstStyle>
            <a:lvl1pPr indent="0" algn="l">
              <a:buNone/>
              <a:defRPr lang="es-ES" sz="6000" b="0" u="none" strike="noStrike">
                <a:solidFill>
                  <a:srgbClr val="000000"/>
                </a:solidFill>
                <a:effectLst/>
                <a:uFillTx/>
                <a:latin typeface="Arial"/>
              </a:defRPr>
            </a:lvl1pPr>
          </a:lstStyle>
          <a:p>
            <a:pPr indent="0" algn="l">
              <a:buNone/>
            </a:pPr>
            <a:r>
              <a:rPr lang="es-ES" sz="6000" b="0" u="none" strike="noStrike">
                <a:solidFill>
                  <a:srgbClr val="000000"/>
                </a:solidFill>
                <a:effectLst/>
                <a:uFillTx/>
                <a:latin typeface="Arial"/>
              </a:rPr>
              <a:t>Pulse para editar el formato del texto de título</a:t>
            </a:r>
            <a:endParaRPr lang="es-ES" sz="6000" b="0" u="none" strike="noStrike">
              <a:solidFill>
                <a:srgbClr val="000000"/>
              </a:solidFill>
              <a:effectLst/>
              <a:uFillTx/>
              <a:latin typeface="Arial"/>
            </a:endParaRPr>
          </a:p>
        </p:txBody>
      </p:sp>
      <p:sp>
        <p:nvSpPr>
          <p:cNvPr id="19" name="PlaceHolder 2"/>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s-ES" sz="1400" b="0" u="none" strike="noStrike">
                <a:solidFill>
                  <a:srgbClr val="FFFFFF"/>
                </a:solidFill>
                <a:effectLst/>
                <a:uFillTx/>
                <a:latin typeface="Times New Roman"/>
              </a:defRPr>
            </a:lvl1pPr>
          </a:lstStyle>
          <a:p>
            <a:pPr indent="0" algn="l">
              <a:buNone/>
            </a:pPr>
            <a:r>
              <a:rPr lang="es-ES" sz="1400" b="0" u="none" strike="noStrike">
                <a:solidFill>
                  <a:srgbClr val="FFFFFF"/>
                </a:solidFill>
                <a:effectLst/>
                <a:uFillTx/>
                <a:latin typeface="Times New Roman"/>
              </a:rPr>
              <a:t>&lt;fecha/hora&gt;</a:t>
            </a:r>
            <a:endParaRPr lang="es-ES" sz="1400" b="0" u="none" strike="noStrike">
              <a:solidFill>
                <a:srgbClr val="FFFFFF"/>
              </a:solidFill>
              <a:effectLst/>
              <a:uFillTx/>
              <a:latin typeface="Times New Roman"/>
            </a:endParaRPr>
          </a:p>
        </p:txBody>
      </p:sp>
      <p:sp>
        <p:nvSpPr>
          <p:cNvPr id="20" name="PlaceHolder 3"/>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FFFFFF"/>
                </a:solidFill>
                <a:effectLst/>
                <a:uFillTx/>
                <a:latin typeface="Times New Roman"/>
              </a:defRPr>
            </a:lvl1pPr>
          </a:lstStyle>
          <a:p>
            <a:pPr indent="0" algn="ctr">
              <a:buNone/>
            </a:pPr>
            <a:r>
              <a:rPr lang="es-ES" sz="1400" b="0" u="none" strike="noStrike">
                <a:solidFill>
                  <a:srgbClr val="FFFFFF"/>
                </a:solidFill>
                <a:effectLst/>
                <a:uFillTx/>
                <a:latin typeface="Times New Roman"/>
              </a:rPr>
              <a:t>&lt;pie de página&gt;</a:t>
            </a:r>
            <a:endParaRPr lang="es-ES" sz="1400" b="0" u="none" strike="noStrike">
              <a:solidFill>
                <a:srgbClr val="FFFFFF"/>
              </a:solidFill>
              <a:effectLst/>
              <a:uFillTx/>
              <a:latin typeface="Times New Roman"/>
            </a:endParaRPr>
          </a:p>
        </p:txBody>
      </p:sp>
      <p:sp>
        <p:nvSpPr>
          <p:cNvPr id="21" name="PlaceHolder 4"/>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s-ES" sz="1200" b="0" u="none" strike="noStrike">
                <a:solidFill>
                  <a:schemeClr val="lt1"/>
                </a:solidFill>
                <a:effectLst/>
                <a:uFillTx/>
                <a:latin typeface="Calibri"/>
                <a:ea typeface="Calibri"/>
              </a:defRPr>
            </a:lvl1pPr>
          </a:lstStyle>
          <a:p>
            <a:pPr indent="0" algn="r">
              <a:lnSpc>
                <a:spcPct val="100000"/>
              </a:lnSpc>
              <a:buNone/>
              <a:tabLst>
                <a:tab pos="0" algn="l"/>
              </a:tabLst>
            </a:pPr>
            <a:fld id="{904AA4EB-A85F-45B9-A9FF-BE7DBF4F63DB}" type="slidenum">
              <a:rPr lang="es-ES" sz="1200" b="0" u="none" strike="noStrike">
                <a:solidFill>
                  <a:schemeClr val="lt1"/>
                </a:solidFill>
                <a:effectLst/>
                <a:uFillTx/>
                <a:latin typeface="Calibri"/>
                <a:ea typeface="Calibri"/>
              </a:rPr>
              <a:t>&lt;número&gt;</a:t>
            </a:fld>
            <a:endParaRPr lang="es-ES" sz="1200" b="0" u="none" strike="noStrike">
              <a:solidFill>
                <a:srgbClr val="FFFFFF"/>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OBJECT">
    <p:bg>
      <p:bgPr>
        <a:solidFill>
          <a:srgbClr val="000000"/>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lnSpcReduction="9999"/>
          </a:bodyPr>
          <a:lstStyle>
            <a:lvl1pPr indent="0" algn="l">
              <a:buNone/>
              <a:defRPr lang="es-ES" sz="4400" b="0" u="none" strike="noStrike">
                <a:solidFill>
                  <a:srgbClr val="000000"/>
                </a:solidFill>
                <a:effectLst/>
                <a:uFillTx/>
                <a:latin typeface="Arial"/>
              </a:defRPr>
            </a:lvl1pPr>
          </a:lstStyle>
          <a:p>
            <a:pPr indent="0" algn="l">
              <a:buNone/>
            </a:pPr>
            <a:r>
              <a:rPr lang="es-ES" sz="4400" b="0" u="none" strike="noStrike">
                <a:solidFill>
                  <a:srgbClr val="000000"/>
                </a:solidFill>
                <a:effectLst/>
                <a:uFillTx/>
                <a:latin typeface="Arial"/>
              </a:rPr>
              <a:t>Pulse para editar el formato del texto de título</a:t>
            </a:r>
            <a:endParaRPr lang="es-ES" sz="4400" b="0" u="none" strike="noStrike">
              <a:solidFill>
                <a:srgbClr val="000000"/>
              </a:solidFill>
              <a:effectLst/>
              <a:uFillTx/>
              <a:latin typeface="Arial"/>
            </a:endParaRPr>
          </a:p>
        </p:txBody>
      </p:sp>
      <p:sp>
        <p:nvSpPr>
          <p:cNvPr id="23"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rmAutofit/>
          </a:bodyPr>
          <a:lstStyle>
            <a:lvl1pPr algn="l">
              <a:spcBef>
                <a:spcPts val="1417"/>
              </a:spcBef>
              <a:buClr>
                <a:srgbClr val="FFFFFF"/>
              </a:buClr>
              <a:buSzPct val="45000"/>
              <a:buFont typeface="Wingdings" charset="2"/>
              <a:buChar char=""/>
              <a:defRPr lang="es-ES" sz="2800" b="0" u="none" strike="noStrike">
                <a:solidFill>
                  <a:srgbClr val="000000"/>
                </a:solidFill>
                <a:effectLst/>
                <a:uFillTx/>
                <a:latin typeface="Arial"/>
              </a:defRPr>
            </a:lvl1pPr>
            <a:lvl2pPr lvl="1" algn="l">
              <a:spcBef>
                <a:spcPts val="1134"/>
              </a:spcBef>
              <a:buClr>
                <a:srgbClr val="FFFFFF"/>
              </a:buClr>
              <a:buSzPct val="75000"/>
              <a:buFont typeface="Symbol" charset="2"/>
              <a:buChar char=""/>
              <a:defRPr lang="es-ES" sz="2800" b="0" u="none" strike="noStrike">
                <a:solidFill>
                  <a:srgbClr val="000000"/>
                </a:solidFill>
                <a:effectLst/>
                <a:uFillTx/>
                <a:latin typeface="Arial"/>
              </a:defRPr>
            </a:lvl2pPr>
            <a:lvl3pPr lvl="2" algn="l">
              <a:spcBef>
                <a:spcPts val="850"/>
              </a:spcBef>
              <a:buClr>
                <a:srgbClr val="FFFFFF"/>
              </a:buClr>
              <a:buSzPct val="45000"/>
              <a:buFont typeface="Wingdings" charset="2"/>
              <a:buChar char=""/>
              <a:defRPr lang="es-ES" sz="2800" b="0" u="none" strike="noStrike">
                <a:solidFill>
                  <a:srgbClr val="000000"/>
                </a:solidFill>
                <a:effectLst/>
                <a:uFillTx/>
                <a:latin typeface="Arial"/>
              </a:defRPr>
            </a:lvl3pPr>
            <a:lvl4pPr lvl="3" algn="l">
              <a:spcBef>
                <a:spcPts val="567"/>
              </a:spcBef>
              <a:buClr>
                <a:srgbClr val="FFFFFF"/>
              </a:buClr>
              <a:buSzPct val="75000"/>
              <a:buFont typeface="Symbol" charset="2"/>
              <a:buChar char=""/>
              <a:defRPr lang="es-ES" sz="2800" b="0" u="none" strike="noStrike">
                <a:solidFill>
                  <a:srgbClr val="000000"/>
                </a:solidFill>
                <a:effectLst/>
                <a:uFillTx/>
                <a:latin typeface="Arial"/>
              </a:defRPr>
            </a:lvl4pPr>
            <a:lvl5pPr lvl="4" algn="l">
              <a:spcBef>
                <a:spcPts val="283"/>
              </a:spcBef>
              <a:buClr>
                <a:srgbClr val="FFFFFF"/>
              </a:buClr>
              <a:buSzPct val="45000"/>
              <a:buFont typeface="Wingdings" charset="2"/>
              <a:buChar char=""/>
              <a:defRPr lang="es-ES" sz="2800" b="0" u="none" strike="noStrike">
                <a:solidFill>
                  <a:srgbClr val="000000"/>
                </a:solidFill>
                <a:effectLst/>
                <a:uFillTx/>
                <a:latin typeface="Arial"/>
              </a:defRPr>
            </a:lvl5pPr>
            <a:lvl6pPr lvl="5" algn="l">
              <a:spcBef>
                <a:spcPts val="283"/>
              </a:spcBef>
              <a:buClr>
                <a:srgbClr val="FFFFFF"/>
              </a:buClr>
              <a:buSzPct val="45000"/>
              <a:buFont typeface="Wingdings" charset="2"/>
              <a:buChar char=""/>
              <a:defRPr lang="es-ES" sz="2800" b="0" u="none" strike="noStrike">
                <a:solidFill>
                  <a:srgbClr val="000000"/>
                </a:solidFill>
                <a:effectLst/>
                <a:uFillTx/>
                <a:latin typeface="Arial"/>
              </a:defRPr>
            </a:lvl6pPr>
            <a:lvl7pPr lvl="6" algn="l">
              <a:spcBef>
                <a:spcPts val="283"/>
              </a:spcBef>
              <a:buClr>
                <a:srgbClr val="FFFFFF"/>
              </a:buClr>
              <a:buSzPct val="45000"/>
              <a:buFont typeface="Wingdings" charset="2"/>
              <a:buChar char=""/>
              <a:defRPr lang="es-ES" sz="2800" b="0" u="none" strike="noStrike">
                <a:solidFill>
                  <a:srgbClr val="000000"/>
                </a:solidFill>
                <a:effectLst/>
                <a:uFillTx/>
                <a:latin typeface="Arial"/>
              </a:defRPr>
            </a:lvl7pPr>
          </a:lstStyle>
          <a:p>
            <a:pPr marL="457200" indent="-343080" algn="l">
              <a:spcBef>
                <a:spcPts val="1417"/>
              </a:spcBef>
              <a:buClr>
                <a:srgbClr val="FFFFFF"/>
              </a:buClr>
              <a:buSzPct val="45000"/>
              <a:buFont typeface="Wingdings" charset="2"/>
              <a:buChar char=""/>
            </a:pPr>
            <a:r>
              <a:rPr lang="es-ES" sz="2800" b="0" u="none" strike="noStrike">
                <a:solidFill>
                  <a:srgbClr val="000000"/>
                </a:solidFill>
                <a:effectLst/>
                <a:uFillTx/>
                <a:latin typeface="Arial"/>
              </a:rPr>
              <a:t>Pulse para editar el formato de texto del esquema</a:t>
            </a:r>
            <a:endParaRPr lang="es-ES" sz="2800" b="0" u="none" strike="noStrike">
              <a:solidFill>
                <a:srgbClr val="000000"/>
              </a:solidFill>
              <a:effectLst/>
              <a:uFillTx/>
              <a:latin typeface="Arial"/>
            </a:endParaRPr>
          </a:p>
          <a:p>
            <a:pPr marL="914400" lvl="1" indent="-343080" algn="l">
              <a:spcBef>
                <a:spcPts val="1134"/>
              </a:spcBef>
              <a:buClr>
                <a:srgbClr val="FFFFFF"/>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371600" lvl="2" indent="-343080" algn="l">
              <a:spcBef>
                <a:spcPts val="850"/>
              </a:spcBef>
              <a:buClr>
                <a:srgbClr val="FFFFFF"/>
              </a:buClr>
              <a:buSzPct val="45000"/>
              <a:buFont typeface="Wingdings" charset="2"/>
              <a:buChar char=""/>
            </a:pPr>
            <a:r>
              <a:rPr lang="es-ES" sz="2800" b="0" u="none" strike="noStrike">
                <a:solidFill>
                  <a:srgbClr val="000000"/>
                </a:solidFill>
                <a:effectLst/>
                <a:uFillTx/>
                <a:latin typeface="Arial"/>
              </a:rPr>
              <a:t>Tercer nivel del esquema</a:t>
            </a:r>
            <a:endParaRPr lang="es-ES" sz="2800" b="0" u="none" strike="noStrike">
              <a:solidFill>
                <a:srgbClr val="000000"/>
              </a:solidFill>
              <a:effectLst/>
              <a:uFillTx/>
              <a:latin typeface="Arial"/>
            </a:endParaRPr>
          </a:p>
          <a:p>
            <a:pPr marL="1828800" lvl="3" indent="-343080" algn="l">
              <a:spcBef>
                <a:spcPts val="567"/>
              </a:spcBef>
              <a:buClr>
                <a:srgbClr val="FFFFFF"/>
              </a:buClr>
              <a:buSzPct val="75000"/>
              <a:buFont typeface="Symbol" charset="2"/>
              <a:buChar char=""/>
            </a:pPr>
            <a:r>
              <a:rPr lang="es-ES" sz="2800" b="0" u="none" strike="noStrike">
                <a:solidFill>
                  <a:srgbClr val="000000"/>
                </a:solidFill>
                <a:effectLst/>
                <a:uFillTx/>
                <a:latin typeface="Arial"/>
              </a:rPr>
              <a:t>Cuarto nivel del esquema</a:t>
            </a:r>
            <a:endParaRPr lang="es-ES" sz="2800" b="0" u="none" strike="noStrike">
              <a:solidFill>
                <a:srgbClr val="000000"/>
              </a:solidFill>
              <a:effectLst/>
              <a:uFillTx/>
              <a:latin typeface="Arial"/>
            </a:endParaRPr>
          </a:p>
          <a:p>
            <a:pPr marL="2286000" lvl="4" indent="-343080" algn="l">
              <a:spcBef>
                <a:spcPts val="283"/>
              </a:spcBef>
              <a:buClr>
                <a:srgbClr val="FFFFFF"/>
              </a:buClr>
              <a:buSzPct val="45000"/>
              <a:buFont typeface="Wingdings" charset="2"/>
              <a:buChar char=""/>
            </a:pPr>
            <a:r>
              <a:rPr lang="es-ES" sz="2800" b="0" u="none" strike="noStrike">
                <a:solidFill>
                  <a:srgbClr val="000000"/>
                </a:solidFill>
                <a:effectLst/>
                <a:uFillTx/>
                <a:latin typeface="Arial"/>
              </a:rPr>
              <a:t>Quinto nivel del esquema</a:t>
            </a:r>
            <a:endParaRPr lang="es-ES" sz="2800" b="0" u="none" strike="noStrike">
              <a:solidFill>
                <a:srgbClr val="000000"/>
              </a:solidFill>
              <a:effectLst/>
              <a:uFillTx/>
              <a:latin typeface="Arial"/>
            </a:endParaRPr>
          </a:p>
          <a:p>
            <a:pPr marL="2743200" lvl="5" indent="-343080" algn="l">
              <a:spcBef>
                <a:spcPts val="283"/>
              </a:spcBef>
              <a:buClr>
                <a:srgbClr val="FFFFFF"/>
              </a:buClr>
              <a:buSzPct val="45000"/>
              <a:buFont typeface="Wingdings" charset="2"/>
              <a:buChar char=""/>
            </a:pPr>
            <a:r>
              <a:rPr lang="es-ES" sz="2800" b="0" u="none" strike="noStrike">
                <a:solidFill>
                  <a:srgbClr val="000000"/>
                </a:solidFill>
                <a:effectLst/>
                <a:uFillTx/>
                <a:latin typeface="Arial"/>
              </a:rPr>
              <a:t>Sexto nivel del esquema</a:t>
            </a:r>
            <a:endParaRPr lang="es-ES" sz="2800" b="0" u="none" strike="noStrike">
              <a:solidFill>
                <a:srgbClr val="000000"/>
              </a:solidFill>
              <a:effectLst/>
              <a:uFillTx/>
              <a:latin typeface="Arial"/>
            </a:endParaRPr>
          </a:p>
          <a:p>
            <a:pPr marL="3200400" lvl="6" indent="-343080" algn="l">
              <a:spcBef>
                <a:spcPts val="283"/>
              </a:spcBef>
              <a:buClr>
                <a:srgbClr val="FFFFFF"/>
              </a:buClr>
              <a:buSzPct val="45000"/>
              <a:buFont typeface="Wingdings" charset="2"/>
              <a:buChar char=""/>
            </a:pPr>
            <a:r>
              <a:rPr lang="es-ES" sz="2800" b="0" u="none" strike="noStrike">
                <a:solidFill>
                  <a:srgbClr val="000000"/>
                </a:solidFill>
                <a:effectLst/>
                <a:uFillTx/>
                <a:latin typeface="Arial"/>
              </a:rPr>
              <a:t>Séptimo nivel del esquema</a:t>
            </a:r>
            <a:endParaRPr lang="es-ES" sz="2800" b="0" u="none" strike="noStrike">
              <a:solidFill>
                <a:srgbClr val="000000"/>
              </a:solidFill>
              <a:effectLst/>
              <a:uFillTx/>
              <a:latin typeface="Arial"/>
            </a:endParaRPr>
          </a:p>
        </p:txBody>
      </p:sp>
      <p:sp>
        <p:nvSpPr>
          <p:cNvPr id="24" name="PlaceHolder 3"/>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s-ES" sz="1400" b="0" u="none" strike="noStrike">
                <a:solidFill>
                  <a:srgbClr val="FFFFFF"/>
                </a:solidFill>
                <a:effectLst/>
                <a:uFillTx/>
                <a:latin typeface="Times New Roman"/>
              </a:defRPr>
            </a:lvl1pPr>
          </a:lstStyle>
          <a:p>
            <a:pPr indent="0" algn="l">
              <a:buNone/>
            </a:pPr>
            <a:r>
              <a:rPr lang="es-ES" sz="1400" b="0" u="none" strike="noStrike">
                <a:solidFill>
                  <a:srgbClr val="FFFFFF"/>
                </a:solidFill>
                <a:effectLst/>
                <a:uFillTx/>
                <a:latin typeface="Times New Roman"/>
              </a:rPr>
              <a:t>&lt;fecha/hora&gt;</a:t>
            </a:r>
            <a:endParaRPr lang="es-ES" sz="1400" b="0" u="none" strike="noStrike">
              <a:solidFill>
                <a:srgbClr val="FFFFFF"/>
              </a:solidFill>
              <a:effectLst/>
              <a:uFillTx/>
              <a:latin typeface="Times New Roman"/>
            </a:endParaRPr>
          </a:p>
        </p:txBody>
      </p:sp>
      <p:sp>
        <p:nvSpPr>
          <p:cNvPr id="25" name="PlaceHolder 4"/>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FFFFFF"/>
                </a:solidFill>
                <a:effectLst/>
                <a:uFillTx/>
                <a:latin typeface="Times New Roman"/>
              </a:defRPr>
            </a:lvl1pPr>
          </a:lstStyle>
          <a:p>
            <a:pPr indent="0" algn="ctr">
              <a:buNone/>
            </a:pPr>
            <a:r>
              <a:rPr lang="es-ES" sz="1400" b="0" u="none" strike="noStrike">
                <a:solidFill>
                  <a:srgbClr val="FFFFFF"/>
                </a:solidFill>
                <a:effectLst/>
                <a:uFillTx/>
                <a:latin typeface="Times New Roman"/>
              </a:rPr>
              <a:t>&lt;pie de página&gt;</a:t>
            </a:r>
            <a:endParaRPr lang="es-ES" sz="1400" b="0" u="none" strike="noStrike">
              <a:solidFill>
                <a:srgbClr val="FFFFFF"/>
              </a:solidFill>
              <a:effectLst/>
              <a:uFillTx/>
              <a:latin typeface="Times New Roman"/>
            </a:endParaRPr>
          </a:p>
        </p:txBody>
      </p:sp>
      <p:sp>
        <p:nvSpPr>
          <p:cNvPr id="26" name="PlaceHolder 5"/>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s-ES" sz="1200" b="0" u="none" strike="noStrike">
                <a:solidFill>
                  <a:schemeClr val="lt1"/>
                </a:solidFill>
                <a:effectLst/>
                <a:uFillTx/>
                <a:latin typeface="Calibri"/>
                <a:ea typeface="Calibri"/>
              </a:defRPr>
            </a:lvl1pPr>
          </a:lstStyle>
          <a:p>
            <a:pPr indent="0" algn="r">
              <a:lnSpc>
                <a:spcPct val="100000"/>
              </a:lnSpc>
              <a:buNone/>
              <a:tabLst>
                <a:tab pos="0" algn="l"/>
              </a:tabLst>
            </a:pPr>
            <a:fld id="{98958BEA-925E-4DEC-AF6A-DC5BEFBE53A4}" type="slidenum">
              <a:rPr lang="es-ES" sz="1200" b="0" u="none" strike="noStrike">
                <a:solidFill>
                  <a:schemeClr val="lt1"/>
                </a:solidFill>
                <a:effectLst/>
                <a:uFillTx/>
                <a:latin typeface="Calibri"/>
                <a:ea typeface="Calibri"/>
              </a:rPr>
              <a:t>&lt;número&gt;</a:t>
            </a:fld>
            <a:endParaRPr lang="es-ES" sz="1200" b="0" u="none" strike="noStrike">
              <a:solidFill>
                <a:srgbClr val="FFFFFF"/>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solidFill>
          <a:srgbClr val="000000"/>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rmAutofit/>
          </a:bodyPr>
          <a:lstStyle>
            <a:lvl1pPr indent="0" algn="l">
              <a:buNone/>
              <a:defRPr lang="es-ES" sz="6000" b="0" u="none" strike="noStrike">
                <a:solidFill>
                  <a:srgbClr val="000000"/>
                </a:solidFill>
                <a:effectLst/>
                <a:uFillTx/>
                <a:latin typeface="Arial"/>
              </a:defRPr>
            </a:lvl1pPr>
          </a:lstStyle>
          <a:p>
            <a:pPr indent="0" algn="l">
              <a:buNone/>
            </a:pPr>
            <a:r>
              <a:rPr lang="es-ES" sz="6000" b="0" u="none" strike="noStrike">
                <a:solidFill>
                  <a:srgbClr val="000000"/>
                </a:solidFill>
                <a:effectLst/>
                <a:uFillTx/>
                <a:latin typeface="Arial"/>
              </a:rPr>
              <a:t>Pulse para editar el formato del texto de título</a:t>
            </a:r>
            <a:endParaRPr lang="es-ES" sz="6000" b="0" u="none" strike="noStrike">
              <a:solidFill>
                <a:srgbClr val="000000"/>
              </a:solidFill>
              <a:effectLst/>
              <a:uFillTx/>
              <a:latin typeface="Arial"/>
            </a:endParaRPr>
          </a:p>
        </p:txBody>
      </p:sp>
      <p:sp>
        <p:nvSpPr>
          <p:cNvPr id="28"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rmAutofit fontScale="47500" lnSpcReduction="19999"/>
          </a:bodyPr>
          <a:lstStyle>
            <a:lvl1pPr algn="l">
              <a:spcBef>
                <a:spcPts val="1417"/>
              </a:spcBef>
              <a:buClr>
                <a:srgbClr val="FFFFFF"/>
              </a:buClr>
              <a:buSzPct val="45000"/>
              <a:buFont typeface="Wingdings" charset="2"/>
              <a:buChar char=""/>
              <a:defRPr lang="es-ES" sz="2400" b="0" u="none" strike="noStrike">
                <a:solidFill>
                  <a:srgbClr val="000000"/>
                </a:solidFill>
                <a:effectLst/>
                <a:uFillTx/>
                <a:latin typeface="Arial"/>
              </a:defRPr>
            </a:lvl1pPr>
            <a:lvl2pPr lvl="1" algn="l">
              <a:spcBef>
                <a:spcPts val="1134"/>
              </a:spcBef>
              <a:buClr>
                <a:srgbClr val="FFFFFF"/>
              </a:buClr>
              <a:buSzPct val="75000"/>
              <a:buFont typeface="Symbol" charset="2"/>
              <a:buChar char=""/>
              <a:defRPr lang="es-ES" sz="2400" b="0" u="none" strike="noStrike">
                <a:solidFill>
                  <a:srgbClr val="000000"/>
                </a:solidFill>
                <a:effectLst/>
                <a:uFillTx/>
                <a:latin typeface="Arial"/>
              </a:defRPr>
            </a:lvl2pPr>
            <a:lvl3pPr lvl="2" algn="l">
              <a:spcBef>
                <a:spcPts val="850"/>
              </a:spcBef>
              <a:buClr>
                <a:srgbClr val="FFFFFF"/>
              </a:buClr>
              <a:buSzPct val="45000"/>
              <a:buFont typeface="Wingdings" charset="2"/>
              <a:buChar char=""/>
              <a:defRPr lang="es-ES" sz="2400" b="0" u="none" strike="noStrike">
                <a:solidFill>
                  <a:srgbClr val="000000"/>
                </a:solidFill>
                <a:effectLst/>
                <a:uFillTx/>
                <a:latin typeface="Arial"/>
              </a:defRPr>
            </a:lvl3pPr>
            <a:lvl4pPr lvl="3" algn="l">
              <a:spcBef>
                <a:spcPts val="567"/>
              </a:spcBef>
              <a:buClr>
                <a:srgbClr val="FFFFFF"/>
              </a:buClr>
              <a:buSzPct val="75000"/>
              <a:buFont typeface="Symbol" charset="2"/>
              <a:buChar char=""/>
              <a:defRPr lang="es-ES" sz="2400" b="0" u="none" strike="noStrike">
                <a:solidFill>
                  <a:srgbClr val="000000"/>
                </a:solidFill>
                <a:effectLst/>
                <a:uFillTx/>
                <a:latin typeface="Arial"/>
              </a:defRPr>
            </a:lvl4pPr>
            <a:lvl5pPr lvl="4" algn="l">
              <a:spcBef>
                <a:spcPts val="283"/>
              </a:spcBef>
              <a:buClr>
                <a:srgbClr val="FFFFFF"/>
              </a:buClr>
              <a:buSzPct val="45000"/>
              <a:buFont typeface="Wingdings" charset="2"/>
              <a:buChar char=""/>
              <a:defRPr lang="es-ES" sz="2400" b="0" u="none" strike="noStrike">
                <a:solidFill>
                  <a:srgbClr val="000000"/>
                </a:solidFill>
                <a:effectLst/>
                <a:uFillTx/>
                <a:latin typeface="Arial"/>
              </a:defRPr>
            </a:lvl5pPr>
            <a:lvl6pPr lvl="5" algn="l">
              <a:spcBef>
                <a:spcPts val="283"/>
              </a:spcBef>
              <a:buClr>
                <a:srgbClr val="FFFFFF"/>
              </a:buClr>
              <a:buSzPct val="45000"/>
              <a:buFont typeface="Wingdings" charset="2"/>
              <a:buChar char=""/>
              <a:defRPr lang="es-ES" sz="2400" b="0" u="none" strike="noStrike">
                <a:solidFill>
                  <a:srgbClr val="000000"/>
                </a:solidFill>
                <a:effectLst/>
                <a:uFillTx/>
                <a:latin typeface="Arial"/>
              </a:defRPr>
            </a:lvl6pPr>
            <a:lvl7pPr lvl="6" algn="l">
              <a:spcBef>
                <a:spcPts val="283"/>
              </a:spcBef>
              <a:buClr>
                <a:srgbClr val="FFFFFF"/>
              </a:buClr>
              <a:buSzPct val="45000"/>
              <a:buFont typeface="Wingdings" charset="2"/>
              <a:buChar char=""/>
              <a:defRPr lang="es-ES" sz="2400" b="0" u="none" strike="noStrike">
                <a:solidFill>
                  <a:srgbClr val="000000"/>
                </a:solidFill>
                <a:effectLst/>
                <a:uFillTx/>
                <a:latin typeface="Arial"/>
              </a:defRPr>
            </a:lvl7pPr>
          </a:lstStyle>
          <a:p>
            <a:pPr marL="457200" indent="-228600" algn="l">
              <a:spcBef>
                <a:spcPts val="1417"/>
              </a:spcBef>
              <a:buClr>
                <a:srgbClr val="FFFFFF"/>
              </a:buClr>
              <a:buSzPct val="45000"/>
              <a:buFont typeface="Wingdings" charset="2"/>
              <a:buChar char=""/>
            </a:pPr>
            <a:r>
              <a:rPr lang="es-ES" sz="2400" b="0" u="none" strike="noStrike">
                <a:solidFill>
                  <a:srgbClr val="000000"/>
                </a:solidFill>
                <a:effectLst/>
                <a:uFillTx/>
                <a:latin typeface="Arial"/>
              </a:rPr>
              <a:t>Pulse para editar el formato de texto del esquema</a:t>
            </a:r>
            <a:endParaRPr lang="es-ES" sz="2400" b="0" u="none" strike="noStrike">
              <a:solidFill>
                <a:srgbClr val="000000"/>
              </a:solidFill>
              <a:effectLst/>
              <a:uFillTx/>
              <a:latin typeface="Arial"/>
            </a:endParaRPr>
          </a:p>
          <a:p>
            <a:pPr marL="914400" lvl="1" indent="-228600" algn="l">
              <a:spcBef>
                <a:spcPts val="1134"/>
              </a:spcBef>
              <a:buClr>
                <a:srgbClr val="FFFFFF"/>
              </a:buClr>
              <a:buSzPct val="75000"/>
              <a:buFont typeface="Symbol" charset="2"/>
              <a:buChar char=""/>
            </a:pPr>
            <a:r>
              <a:rPr lang="es-ES" sz="2400" b="0" u="none" strike="noStrike">
                <a:solidFill>
                  <a:srgbClr val="000000"/>
                </a:solidFill>
                <a:effectLst/>
                <a:uFillTx/>
                <a:latin typeface="Arial"/>
              </a:rPr>
              <a:t>Segundo nivel del esquema</a:t>
            </a:r>
            <a:endParaRPr lang="es-ES" sz="2400" b="0" u="none" strike="noStrike">
              <a:solidFill>
                <a:srgbClr val="000000"/>
              </a:solidFill>
              <a:effectLst/>
              <a:uFillTx/>
              <a:latin typeface="Arial"/>
            </a:endParaRPr>
          </a:p>
          <a:p>
            <a:pPr marL="1371600" lvl="2" indent="-228600" algn="l">
              <a:spcBef>
                <a:spcPts val="850"/>
              </a:spcBef>
              <a:buClr>
                <a:srgbClr val="FFFFFF"/>
              </a:buClr>
              <a:buSzPct val="45000"/>
              <a:buFont typeface="Wingdings" charset="2"/>
              <a:buChar char=""/>
            </a:pPr>
            <a:r>
              <a:rPr lang="es-ES" sz="2400" b="0" u="none" strike="noStrike">
                <a:solidFill>
                  <a:srgbClr val="000000"/>
                </a:solidFill>
                <a:effectLst/>
                <a:uFillTx/>
                <a:latin typeface="Arial"/>
              </a:rPr>
              <a:t>Tercer nivel del esquema</a:t>
            </a:r>
            <a:endParaRPr lang="es-ES" sz="2400" b="0" u="none" strike="noStrike">
              <a:solidFill>
                <a:srgbClr val="000000"/>
              </a:solidFill>
              <a:effectLst/>
              <a:uFillTx/>
              <a:latin typeface="Arial"/>
            </a:endParaRPr>
          </a:p>
          <a:p>
            <a:pPr marL="1828800" lvl="3" indent="-228600" algn="l">
              <a:spcBef>
                <a:spcPts val="567"/>
              </a:spcBef>
              <a:buClr>
                <a:srgbClr val="FFFFFF"/>
              </a:buClr>
              <a:buSzPct val="75000"/>
              <a:buFont typeface="Symbol" charset="2"/>
              <a:buChar char=""/>
            </a:pPr>
            <a:r>
              <a:rPr lang="es-ES" sz="2400" b="0" u="none" strike="noStrike">
                <a:solidFill>
                  <a:srgbClr val="000000"/>
                </a:solidFill>
                <a:effectLst/>
                <a:uFillTx/>
                <a:latin typeface="Arial"/>
              </a:rPr>
              <a:t>Cuarto nivel del esquema</a:t>
            </a:r>
            <a:endParaRPr lang="es-ES" sz="2400" b="0" u="none" strike="noStrike">
              <a:solidFill>
                <a:srgbClr val="000000"/>
              </a:solidFill>
              <a:effectLst/>
              <a:uFillTx/>
              <a:latin typeface="Arial"/>
            </a:endParaRPr>
          </a:p>
          <a:p>
            <a:pPr marL="2286000" lvl="4" indent="-228600" algn="l">
              <a:spcBef>
                <a:spcPts val="283"/>
              </a:spcBef>
              <a:buClr>
                <a:srgbClr val="FFFFFF"/>
              </a:buClr>
              <a:buSzPct val="45000"/>
              <a:buFont typeface="Wingdings" charset="2"/>
              <a:buChar char=""/>
            </a:pPr>
            <a:r>
              <a:rPr lang="es-ES" sz="2400" b="0" u="none" strike="noStrike">
                <a:solidFill>
                  <a:srgbClr val="000000"/>
                </a:solidFill>
                <a:effectLst/>
                <a:uFillTx/>
                <a:latin typeface="Arial"/>
              </a:rPr>
              <a:t>Quinto nivel del esquema</a:t>
            </a:r>
            <a:endParaRPr lang="es-ES" sz="2400" b="0" u="none" strike="noStrike">
              <a:solidFill>
                <a:srgbClr val="000000"/>
              </a:solidFill>
              <a:effectLst/>
              <a:uFillTx/>
              <a:latin typeface="Arial"/>
            </a:endParaRPr>
          </a:p>
          <a:p>
            <a:pPr marL="2743200" lvl="5" indent="-228600" algn="l">
              <a:spcBef>
                <a:spcPts val="283"/>
              </a:spcBef>
              <a:buClr>
                <a:srgbClr val="FFFFFF"/>
              </a:buClr>
              <a:buSzPct val="45000"/>
              <a:buFont typeface="Wingdings" charset="2"/>
              <a:buChar char=""/>
            </a:pPr>
            <a:r>
              <a:rPr lang="es-ES" sz="2400" b="0" u="none" strike="noStrike">
                <a:solidFill>
                  <a:srgbClr val="000000"/>
                </a:solidFill>
                <a:effectLst/>
                <a:uFillTx/>
                <a:latin typeface="Arial"/>
              </a:rPr>
              <a:t>Sexto nivel del esquema</a:t>
            </a:r>
            <a:endParaRPr lang="es-ES" sz="2400" b="0" u="none" strike="noStrike">
              <a:solidFill>
                <a:srgbClr val="000000"/>
              </a:solidFill>
              <a:effectLst/>
              <a:uFillTx/>
              <a:latin typeface="Arial"/>
            </a:endParaRPr>
          </a:p>
          <a:p>
            <a:pPr marL="3200400" lvl="6" indent="-228600" algn="l">
              <a:spcBef>
                <a:spcPts val="283"/>
              </a:spcBef>
              <a:buClr>
                <a:srgbClr val="FFFFFF"/>
              </a:buClr>
              <a:buSzPct val="45000"/>
              <a:buFont typeface="Wingdings" charset="2"/>
              <a:buChar char=""/>
            </a:pPr>
            <a:r>
              <a:rPr lang="es-ES" sz="2400" b="0" u="none" strike="noStrike">
                <a:solidFill>
                  <a:srgbClr val="000000"/>
                </a:solidFill>
                <a:effectLst/>
                <a:uFillTx/>
                <a:latin typeface="Arial"/>
              </a:rPr>
              <a:t>Séptimo nivel del esquema</a:t>
            </a:r>
            <a:endParaRPr lang="es-ES" sz="2400" b="0" u="none" strike="noStrike">
              <a:solidFill>
                <a:srgbClr val="000000"/>
              </a:solidFill>
              <a:effectLst/>
              <a:uFillTx/>
              <a:latin typeface="Arial"/>
            </a:endParaRPr>
          </a:p>
        </p:txBody>
      </p:sp>
      <p:sp>
        <p:nvSpPr>
          <p:cNvPr id="29" name="PlaceHolder 3"/>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s-ES" sz="1400" b="0" u="none" strike="noStrike">
                <a:solidFill>
                  <a:srgbClr val="FFFFFF"/>
                </a:solidFill>
                <a:effectLst/>
                <a:uFillTx/>
                <a:latin typeface="Times New Roman"/>
              </a:defRPr>
            </a:lvl1pPr>
          </a:lstStyle>
          <a:p>
            <a:pPr indent="0" algn="l">
              <a:buNone/>
            </a:pPr>
            <a:r>
              <a:rPr lang="es-ES" sz="1400" b="0" u="none" strike="noStrike">
                <a:solidFill>
                  <a:srgbClr val="FFFFFF"/>
                </a:solidFill>
                <a:effectLst/>
                <a:uFillTx/>
                <a:latin typeface="Times New Roman"/>
              </a:rPr>
              <a:t>&lt;fecha/hora&gt;</a:t>
            </a:r>
            <a:endParaRPr lang="es-ES" sz="1400" b="0" u="none" strike="noStrike">
              <a:solidFill>
                <a:srgbClr val="FFFFFF"/>
              </a:solidFill>
              <a:effectLst/>
              <a:uFillTx/>
              <a:latin typeface="Times New Roman"/>
            </a:endParaRPr>
          </a:p>
        </p:txBody>
      </p:sp>
      <p:sp>
        <p:nvSpPr>
          <p:cNvPr id="30" name="PlaceHolder 4"/>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FFFFFF"/>
                </a:solidFill>
                <a:effectLst/>
                <a:uFillTx/>
                <a:latin typeface="Times New Roman"/>
              </a:defRPr>
            </a:lvl1pPr>
          </a:lstStyle>
          <a:p>
            <a:pPr indent="0" algn="ctr">
              <a:buNone/>
            </a:pPr>
            <a:r>
              <a:rPr lang="es-ES" sz="1400" b="0" u="none" strike="noStrike">
                <a:solidFill>
                  <a:srgbClr val="FFFFFF"/>
                </a:solidFill>
                <a:effectLst/>
                <a:uFillTx/>
                <a:latin typeface="Times New Roman"/>
              </a:rPr>
              <a:t>&lt;pie de página&gt;</a:t>
            </a:r>
            <a:endParaRPr lang="es-ES" sz="1400" b="0" u="none" strike="noStrike">
              <a:solidFill>
                <a:srgbClr val="FFFFFF"/>
              </a:solidFill>
              <a:effectLst/>
              <a:uFillTx/>
              <a:latin typeface="Times New Roman"/>
            </a:endParaRPr>
          </a:p>
        </p:txBody>
      </p:sp>
      <p:sp>
        <p:nvSpPr>
          <p:cNvPr id="31" name="PlaceHolder 5"/>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s-ES" sz="1200" b="0" u="none" strike="noStrike">
                <a:solidFill>
                  <a:schemeClr val="lt1"/>
                </a:solidFill>
                <a:effectLst/>
                <a:uFillTx/>
                <a:latin typeface="Calibri"/>
                <a:ea typeface="Calibri"/>
              </a:defRPr>
            </a:lvl1pPr>
          </a:lstStyle>
          <a:p>
            <a:pPr indent="0" algn="r">
              <a:lnSpc>
                <a:spcPct val="100000"/>
              </a:lnSpc>
              <a:buNone/>
              <a:tabLst>
                <a:tab pos="0" algn="l"/>
              </a:tabLst>
            </a:pPr>
            <a:fld id="{8EE179E4-10AC-4FF2-B778-99A0DDE30884}" type="slidenum">
              <a:rPr lang="es-ES" sz="1200" b="0" u="none" strike="noStrike">
                <a:solidFill>
                  <a:schemeClr val="lt1"/>
                </a:solidFill>
                <a:effectLst/>
                <a:uFillTx/>
                <a:latin typeface="Calibri"/>
                <a:ea typeface="Calibri"/>
              </a:rPr>
              <a:t>&lt;número&gt;</a:t>
            </a:fld>
            <a:endParaRPr lang="es-ES" sz="1200" b="0" u="none" strike="noStrike">
              <a:solidFill>
                <a:srgbClr val="FFFFFF"/>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_OBJECTS_WITH_TEXT">
    <p:bg>
      <p:bgPr>
        <a:solidFill>
          <a:srgbClr val="000000"/>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rmAutofit lnSpcReduction="9999"/>
          </a:bodyPr>
          <a:lstStyle>
            <a:lvl1pPr indent="0" algn="l">
              <a:buNone/>
              <a:defRPr lang="es-ES" sz="4400" b="0" u="none" strike="noStrike">
                <a:solidFill>
                  <a:srgbClr val="000000"/>
                </a:solidFill>
                <a:effectLst/>
                <a:uFillTx/>
                <a:latin typeface="Arial"/>
              </a:defRPr>
            </a:lvl1pPr>
          </a:lstStyle>
          <a:p>
            <a:pPr indent="0" algn="l">
              <a:buNone/>
            </a:pPr>
            <a:r>
              <a:rPr lang="es-ES" sz="4400" b="0" u="none" strike="noStrike">
                <a:solidFill>
                  <a:srgbClr val="000000"/>
                </a:solidFill>
                <a:effectLst/>
                <a:uFillTx/>
                <a:latin typeface="Arial"/>
              </a:rPr>
              <a:t>Pulse para editar el formato del texto de título</a:t>
            </a:r>
            <a:endParaRPr lang="es-ES" sz="4400" b="0" u="none" strike="noStrike">
              <a:solidFill>
                <a:srgbClr val="000000"/>
              </a:solidFill>
              <a:effectLst/>
              <a:uFillTx/>
              <a:latin typeface="Arial"/>
            </a:endParaRPr>
          </a:p>
        </p:txBody>
      </p:sp>
      <p:sp>
        <p:nvSpPr>
          <p:cNvPr id="33"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rmAutofit fontScale="25000" lnSpcReduction="19999"/>
          </a:bodyPr>
          <a:lstStyle>
            <a:lvl1pPr algn="l">
              <a:spcBef>
                <a:spcPts val="1417"/>
              </a:spcBef>
              <a:buClr>
                <a:srgbClr val="FFFFFF"/>
              </a:buClr>
              <a:buSzPct val="45000"/>
              <a:buFont typeface="Wingdings" charset="2"/>
              <a:buChar char=""/>
              <a:defRPr lang="es-ES" sz="2400" b="0" u="none" strike="noStrike">
                <a:solidFill>
                  <a:srgbClr val="000000"/>
                </a:solidFill>
                <a:effectLst/>
                <a:uFillTx/>
                <a:latin typeface="Arial"/>
              </a:defRPr>
            </a:lvl1pPr>
            <a:lvl2pPr lvl="1" algn="l">
              <a:spcBef>
                <a:spcPts val="1134"/>
              </a:spcBef>
              <a:buClr>
                <a:srgbClr val="FFFFFF"/>
              </a:buClr>
              <a:buSzPct val="75000"/>
              <a:buFont typeface="Symbol" charset="2"/>
              <a:buChar char=""/>
              <a:defRPr lang="es-ES" sz="2400" b="0" u="none" strike="noStrike">
                <a:solidFill>
                  <a:srgbClr val="000000"/>
                </a:solidFill>
                <a:effectLst/>
                <a:uFillTx/>
                <a:latin typeface="Arial"/>
              </a:defRPr>
            </a:lvl2pPr>
            <a:lvl3pPr lvl="2" algn="l">
              <a:spcBef>
                <a:spcPts val="850"/>
              </a:spcBef>
              <a:buClr>
                <a:srgbClr val="FFFFFF"/>
              </a:buClr>
              <a:buSzPct val="45000"/>
              <a:buFont typeface="Wingdings" charset="2"/>
              <a:buChar char=""/>
              <a:defRPr lang="es-ES" sz="2400" b="0" u="none" strike="noStrike">
                <a:solidFill>
                  <a:srgbClr val="000000"/>
                </a:solidFill>
                <a:effectLst/>
                <a:uFillTx/>
                <a:latin typeface="Arial"/>
              </a:defRPr>
            </a:lvl3pPr>
            <a:lvl4pPr lvl="3" algn="l">
              <a:spcBef>
                <a:spcPts val="567"/>
              </a:spcBef>
              <a:buClr>
                <a:srgbClr val="FFFFFF"/>
              </a:buClr>
              <a:buSzPct val="75000"/>
              <a:buFont typeface="Symbol" charset="2"/>
              <a:buChar char=""/>
              <a:defRPr lang="es-ES" sz="2400" b="0" u="none" strike="noStrike">
                <a:solidFill>
                  <a:srgbClr val="000000"/>
                </a:solidFill>
                <a:effectLst/>
                <a:uFillTx/>
                <a:latin typeface="Arial"/>
              </a:defRPr>
            </a:lvl4pPr>
            <a:lvl5pPr lvl="4" algn="l">
              <a:spcBef>
                <a:spcPts val="283"/>
              </a:spcBef>
              <a:buClr>
                <a:srgbClr val="FFFFFF"/>
              </a:buClr>
              <a:buSzPct val="45000"/>
              <a:buFont typeface="Wingdings" charset="2"/>
              <a:buChar char=""/>
              <a:defRPr lang="es-ES" sz="2400" b="0" u="none" strike="noStrike">
                <a:solidFill>
                  <a:srgbClr val="000000"/>
                </a:solidFill>
                <a:effectLst/>
                <a:uFillTx/>
                <a:latin typeface="Arial"/>
              </a:defRPr>
            </a:lvl5pPr>
            <a:lvl6pPr lvl="5" algn="l">
              <a:spcBef>
                <a:spcPts val="283"/>
              </a:spcBef>
              <a:buClr>
                <a:srgbClr val="FFFFFF"/>
              </a:buClr>
              <a:buSzPct val="45000"/>
              <a:buFont typeface="Wingdings" charset="2"/>
              <a:buChar char=""/>
              <a:defRPr lang="es-ES" sz="2400" b="0" u="none" strike="noStrike">
                <a:solidFill>
                  <a:srgbClr val="000000"/>
                </a:solidFill>
                <a:effectLst/>
                <a:uFillTx/>
                <a:latin typeface="Arial"/>
              </a:defRPr>
            </a:lvl6pPr>
            <a:lvl7pPr lvl="6" algn="l">
              <a:spcBef>
                <a:spcPts val="283"/>
              </a:spcBef>
              <a:buClr>
                <a:srgbClr val="FFFFFF"/>
              </a:buClr>
              <a:buSzPct val="45000"/>
              <a:buFont typeface="Wingdings" charset="2"/>
              <a:buChar char=""/>
              <a:defRPr lang="es-ES" sz="2400" b="0" u="none" strike="noStrike">
                <a:solidFill>
                  <a:srgbClr val="000000"/>
                </a:solidFill>
                <a:effectLst/>
                <a:uFillTx/>
                <a:latin typeface="Arial"/>
              </a:defRPr>
            </a:lvl7pPr>
          </a:lstStyle>
          <a:p>
            <a:pPr marL="457200" indent="-228600" algn="l">
              <a:spcBef>
                <a:spcPts val="1417"/>
              </a:spcBef>
              <a:buClr>
                <a:srgbClr val="FFFFFF"/>
              </a:buClr>
              <a:buSzPct val="45000"/>
              <a:buFont typeface="Wingdings" charset="2"/>
              <a:buChar char=""/>
            </a:pPr>
            <a:r>
              <a:rPr lang="es-ES" sz="2400" b="0" u="none" strike="noStrike">
                <a:solidFill>
                  <a:srgbClr val="000000"/>
                </a:solidFill>
                <a:effectLst/>
                <a:uFillTx/>
                <a:latin typeface="Arial"/>
              </a:rPr>
              <a:t>Pulse para editar el formato de texto del esquema</a:t>
            </a:r>
            <a:endParaRPr lang="es-ES" sz="2400" b="0" u="none" strike="noStrike">
              <a:solidFill>
                <a:srgbClr val="000000"/>
              </a:solidFill>
              <a:effectLst/>
              <a:uFillTx/>
              <a:latin typeface="Arial"/>
            </a:endParaRPr>
          </a:p>
          <a:p>
            <a:pPr marL="914400" lvl="1" indent="-228600" algn="l">
              <a:spcBef>
                <a:spcPts val="1134"/>
              </a:spcBef>
              <a:buClr>
                <a:srgbClr val="FFFFFF"/>
              </a:buClr>
              <a:buSzPct val="75000"/>
              <a:buFont typeface="Symbol" charset="2"/>
              <a:buChar char=""/>
            </a:pPr>
            <a:r>
              <a:rPr lang="es-ES" sz="2400" b="0" u="none" strike="noStrike">
                <a:solidFill>
                  <a:srgbClr val="000000"/>
                </a:solidFill>
                <a:effectLst/>
                <a:uFillTx/>
                <a:latin typeface="Arial"/>
              </a:rPr>
              <a:t>Segundo nivel del esquema</a:t>
            </a:r>
            <a:endParaRPr lang="es-ES" sz="2400" b="0" u="none" strike="noStrike">
              <a:solidFill>
                <a:srgbClr val="000000"/>
              </a:solidFill>
              <a:effectLst/>
              <a:uFillTx/>
              <a:latin typeface="Arial"/>
            </a:endParaRPr>
          </a:p>
          <a:p>
            <a:pPr marL="1371600" lvl="2" indent="-228600" algn="l">
              <a:spcBef>
                <a:spcPts val="850"/>
              </a:spcBef>
              <a:buClr>
                <a:srgbClr val="FFFFFF"/>
              </a:buClr>
              <a:buSzPct val="45000"/>
              <a:buFont typeface="Wingdings" charset="2"/>
              <a:buChar char=""/>
            </a:pPr>
            <a:r>
              <a:rPr lang="es-ES" sz="2400" b="0" u="none" strike="noStrike">
                <a:solidFill>
                  <a:srgbClr val="000000"/>
                </a:solidFill>
                <a:effectLst/>
                <a:uFillTx/>
                <a:latin typeface="Arial"/>
              </a:rPr>
              <a:t>Tercer nivel del esquema</a:t>
            </a:r>
            <a:endParaRPr lang="es-ES" sz="2400" b="0" u="none" strike="noStrike">
              <a:solidFill>
                <a:srgbClr val="000000"/>
              </a:solidFill>
              <a:effectLst/>
              <a:uFillTx/>
              <a:latin typeface="Arial"/>
            </a:endParaRPr>
          </a:p>
          <a:p>
            <a:pPr marL="1828800" lvl="3" indent="-228600" algn="l">
              <a:spcBef>
                <a:spcPts val="567"/>
              </a:spcBef>
              <a:buClr>
                <a:srgbClr val="FFFFFF"/>
              </a:buClr>
              <a:buSzPct val="75000"/>
              <a:buFont typeface="Symbol" charset="2"/>
              <a:buChar char=""/>
            </a:pPr>
            <a:r>
              <a:rPr lang="es-ES" sz="2400" b="0" u="none" strike="noStrike">
                <a:solidFill>
                  <a:srgbClr val="000000"/>
                </a:solidFill>
                <a:effectLst/>
                <a:uFillTx/>
                <a:latin typeface="Arial"/>
              </a:rPr>
              <a:t>Cuarto nivel del esquema</a:t>
            </a:r>
            <a:endParaRPr lang="es-ES" sz="2400" b="0" u="none" strike="noStrike">
              <a:solidFill>
                <a:srgbClr val="000000"/>
              </a:solidFill>
              <a:effectLst/>
              <a:uFillTx/>
              <a:latin typeface="Arial"/>
            </a:endParaRPr>
          </a:p>
          <a:p>
            <a:pPr marL="2286000" lvl="4" indent="-228600" algn="l">
              <a:spcBef>
                <a:spcPts val="283"/>
              </a:spcBef>
              <a:buClr>
                <a:srgbClr val="FFFFFF"/>
              </a:buClr>
              <a:buSzPct val="45000"/>
              <a:buFont typeface="Wingdings" charset="2"/>
              <a:buChar char=""/>
            </a:pPr>
            <a:r>
              <a:rPr lang="es-ES" sz="2400" b="0" u="none" strike="noStrike">
                <a:solidFill>
                  <a:srgbClr val="000000"/>
                </a:solidFill>
                <a:effectLst/>
                <a:uFillTx/>
                <a:latin typeface="Arial"/>
              </a:rPr>
              <a:t>Quinto nivel del esquema</a:t>
            </a:r>
            <a:endParaRPr lang="es-ES" sz="2400" b="0" u="none" strike="noStrike">
              <a:solidFill>
                <a:srgbClr val="000000"/>
              </a:solidFill>
              <a:effectLst/>
              <a:uFillTx/>
              <a:latin typeface="Arial"/>
            </a:endParaRPr>
          </a:p>
          <a:p>
            <a:pPr marL="2743200" lvl="5" indent="-228600" algn="l">
              <a:spcBef>
                <a:spcPts val="283"/>
              </a:spcBef>
              <a:buClr>
                <a:srgbClr val="FFFFFF"/>
              </a:buClr>
              <a:buSzPct val="45000"/>
              <a:buFont typeface="Wingdings" charset="2"/>
              <a:buChar char=""/>
            </a:pPr>
            <a:r>
              <a:rPr lang="es-ES" sz="2400" b="0" u="none" strike="noStrike">
                <a:solidFill>
                  <a:srgbClr val="000000"/>
                </a:solidFill>
                <a:effectLst/>
                <a:uFillTx/>
                <a:latin typeface="Arial"/>
              </a:rPr>
              <a:t>Sexto nivel del esquema</a:t>
            </a:r>
            <a:endParaRPr lang="es-ES" sz="2400" b="0" u="none" strike="noStrike">
              <a:solidFill>
                <a:srgbClr val="000000"/>
              </a:solidFill>
              <a:effectLst/>
              <a:uFillTx/>
              <a:latin typeface="Arial"/>
            </a:endParaRPr>
          </a:p>
          <a:p>
            <a:pPr marL="3200400" lvl="6" indent="-228600" algn="l">
              <a:spcBef>
                <a:spcPts val="283"/>
              </a:spcBef>
              <a:buClr>
                <a:srgbClr val="FFFFFF"/>
              </a:buClr>
              <a:buSzPct val="45000"/>
              <a:buFont typeface="Wingdings" charset="2"/>
              <a:buChar char=""/>
            </a:pPr>
            <a:r>
              <a:rPr lang="es-ES" sz="2400" b="0" u="none" strike="noStrike">
                <a:solidFill>
                  <a:srgbClr val="000000"/>
                </a:solidFill>
                <a:effectLst/>
                <a:uFillTx/>
                <a:latin typeface="Arial"/>
              </a:rPr>
              <a:t>Séptimo nivel del esquema</a:t>
            </a:r>
            <a:endParaRPr lang="es-ES" sz="2400" b="0" u="none" strike="noStrike">
              <a:solidFill>
                <a:srgbClr val="000000"/>
              </a:solidFill>
              <a:effectLst/>
              <a:uFillTx/>
              <a:latin typeface="Arial"/>
            </a:endParaRPr>
          </a:p>
        </p:txBody>
      </p:sp>
      <p:sp>
        <p:nvSpPr>
          <p:cNvPr id="34"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rmAutofit fontScale="77500" lnSpcReduction="19999"/>
          </a:bodyPr>
          <a:lstStyle>
            <a:lvl1pPr algn="l">
              <a:spcBef>
                <a:spcPts val="1417"/>
              </a:spcBef>
              <a:buClr>
                <a:srgbClr val="FFFFFF"/>
              </a:buClr>
              <a:buSzPct val="45000"/>
              <a:buFont typeface="Wingdings" charset="2"/>
              <a:buChar char=""/>
              <a:defRPr lang="es-ES" sz="2800" b="0" u="none" strike="noStrike">
                <a:solidFill>
                  <a:srgbClr val="000000"/>
                </a:solidFill>
                <a:effectLst/>
                <a:uFillTx/>
                <a:latin typeface="Arial"/>
              </a:defRPr>
            </a:lvl1pPr>
            <a:lvl2pPr lvl="1" algn="l">
              <a:spcBef>
                <a:spcPts val="1134"/>
              </a:spcBef>
              <a:buClr>
                <a:srgbClr val="FFFFFF"/>
              </a:buClr>
              <a:buSzPct val="75000"/>
              <a:buFont typeface="Symbol" charset="2"/>
              <a:buChar char=""/>
              <a:defRPr lang="es-ES" sz="2800" b="0" u="none" strike="noStrike">
                <a:solidFill>
                  <a:srgbClr val="000000"/>
                </a:solidFill>
                <a:effectLst/>
                <a:uFillTx/>
                <a:latin typeface="Arial"/>
              </a:defRPr>
            </a:lvl2pPr>
            <a:lvl3pPr lvl="2" algn="l">
              <a:spcBef>
                <a:spcPts val="850"/>
              </a:spcBef>
              <a:buClr>
                <a:srgbClr val="FFFFFF"/>
              </a:buClr>
              <a:buSzPct val="45000"/>
              <a:buFont typeface="Wingdings" charset="2"/>
              <a:buChar char=""/>
              <a:defRPr lang="es-ES" sz="2800" b="0" u="none" strike="noStrike">
                <a:solidFill>
                  <a:srgbClr val="000000"/>
                </a:solidFill>
                <a:effectLst/>
                <a:uFillTx/>
                <a:latin typeface="Arial"/>
              </a:defRPr>
            </a:lvl3pPr>
            <a:lvl4pPr lvl="3" algn="l">
              <a:spcBef>
                <a:spcPts val="567"/>
              </a:spcBef>
              <a:buClr>
                <a:srgbClr val="FFFFFF"/>
              </a:buClr>
              <a:buSzPct val="75000"/>
              <a:buFont typeface="Symbol" charset="2"/>
              <a:buChar char=""/>
              <a:defRPr lang="es-ES" sz="2800" b="0" u="none" strike="noStrike">
                <a:solidFill>
                  <a:srgbClr val="000000"/>
                </a:solidFill>
                <a:effectLst/>
                <a:uFillTx/>
                <a:latin typeface="Arial"/>
              </a:defRPr>
            </a:lvl4pPr>
            <a:lvl5pPr lvl="4" algn="l">
              <a:spcBef>
                <a:spcPts val="283"/>
              </a:spcBef>
              <a:buClr>
                <a:srgbClr val="FFFFFF"/>
              </a:buClr>
              <a:buSzPct val="45000"/>
              <a:buFont typeface="Wingdings" charset="2"/>
              <a:buChar char=""/>
              <a:defRPr lang="es-ES" sz="2800" b="0" u="none" strike="noStrike">
                <a:solidFill>
                  <a:srgbClr val="000000"/>
                </a:solidFill>
                <a:effectLst/>
                <a:uFillTx/>
                <a:latin typeface="Arial"/>
              </a:defRPr>
            </a:lvl5pPr>
            <a:lvl6pPr lvl="5" algn="l">
              <a:spcBef>
                <a:spcPts val="283"/>
              </a:spcBef>
              <a:buClr>
                <a:srgbClr val="FFFFFF"/>
              </a:buClr>
              <a:buSzPct val="45000"/>
              <a:buFont typeface="Wingdings" charset="2"/>
              <a:buChar char=""/>
              <a:defRPr lang="es-ES" sz="2800" b="0" u="none" strike="noStrike">
                <a:solidFill>
                  <a:srgbClr val="000000"/>
                </a:solidFill>
                <a:effectLst/>
                <a:uFillTx/>
                <a:latin typeface="Arial"/>
              </a:defRPr>
            </a:lvl6pPr>
            <a:lvl7pPr lvl="6" algn="l">
              <a:spcBef>
                <a:spcPts val="283"/>
              </a:spcBef>
              <a:buClr>
                <a:srgbClr val="FFFFFF"/>
              </a:buClr>
              <a:buSzPct val="45000"/>
              <a:buFont typeface="Wingdings" charset="2"/>
              <a:buChar char=""/>
              <a:defRPr lang="es-ES" sz="2800" b="0" u="none" strike="noStrike">
                <a:solidFill>
                  <a:srgbClr val="000000"/>
                </a:solidFill>
                <a:effectLst/>
                <a:uFillTx/>
                <a:latin typeface="Arial"/>
              </a:defRPr>
            </a:lvl7pPr>
          </a:lstStyle>
          <a:p>
            <a:pPr marL="457200" indent="-343080" algn="l">
              <a:spcBef>
                <a:spcPts val="1417"/>
              </a:spcBef>
              <a:buClr>
                <a:srgbClr val="FFFFFF"/>
              </a:buClr>
              <a:buSzPct val="45000"/>
              <a:buFont typeface="Wingdings" charset="2"/>
              <a:buChar char=""/>
            </a:pPr>
            <a:r>
              <a:rPr lang="es-ES" sz="2800" b="0" u="none" strike="noStrike">
                <a:solidFill>
                  <a:srgbClr val="000000"/>
                </a:solidFill>
                <a:effectLst/>
                <a:uFillTx/>
                <a:latin typeface="Arial"/>
              </a:rPr>
              <a:t>Pulse para editar el formato de texto del esquema</a:t>
            </a:r>
            <a:endParaRPr lang="es-ES" sz="2800" b="0" u="none" strike="noStrike">
              <a:solidFill>
                <a:srgbClr val="000000"/>
              </a:solidFill>
              <a:effectLst/>
              <a:uFillTx/>
              <a:latin typeface="Arial"/>
            </a:endParaRPr>
          </a:p>
          <a:p>
            <a:pPr marL="914400" lvl="1" indent="-343080" algn="l">
              <a:spcBef>
                <a:spcPts val="1134"/>
              </a:spcBef>
              <a:buClr>
                <a:srgbClr val="FFFFFF"/>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371600" lvl="2" indent="-343080" algn="l">
              <a:spcBef>
                <a:spcPts val="850"/>
              </a:spcBef>
              <a:buClr>
                <a:srgbClr val="FFFFFF"/>
              </a:buClr>
              <a:buSzPct val="45000"/>
              <a:buFont typeface="Wingdings" charset="2"/>
              <a:buChar char=""/>
            </a:pPr>
            <a:r>
              <a:rPr lang="es-ES" sz="2800" b="0" u="none" strike="noStrike">
                <a:solidFill>
                  <a:srgbClr val="000000"/>
                </a:solidFill>
                <a:effectLst/>
                <a:uFillTx/>
                <a:latin typeface="Arial"/>
              </a:rPr>
              <a:t>Tercer nivel del esquema</a:t>
            </a:r>
            <a:endParaRPr lang="es-ES" sz="2800" b="0" u="none" strike="noStrike">
              <a:solidFill>
                <a:srgbClr val="000000"/>
              </a:solidFill>
              <a:effectLst/>
              <a:uFillTx/>
              <a:latin typeface="Arial"/>
            </a:endParaRPr>
          </a:p>
          <a:p>
            <a:pPr marL="1828800" lvl="3" indent="-343080" algn="l">
              <a:spcBef>
                <a:spcPts val="567"/>
              </a:spcBef>
              <a:buClr>
                <a:srgbClr val="FFFFFF"/>
              </a:buClr>
              <a:buSzPct val="75000"/>
              <a:buFont typeface="Symbol" charset="2"/>
              <a:buChar char=""/>
            </a:pPr>
            <a:r>
              <a:rPr lang="es-ES" sz="2800" b="0" u="none" strike="noStrike">
                <a:solidFill>
                  <a:srgbClr val="000000"/>
                </a:solidFill>
                <a:effectLst/>
                <a:uFillTx/>
                <a:latin typeface="Arial"/>
              </a:rPr>
              <a:t>Cuarto nivel del esquema</a:t>
            </a:r>
            <a:endParaRPr lang="es-ES" sz="2800" b="0" u="none" strike="noStrike">
              <a:solidFill>
                <a:srgbClr val="000000"/>
              </a:solidFill>
              <a:effectLst/>
              <a:uFillTx/>
              <a:latin typeface="Arial"/>
            </a:endParaRPr>
          </a:p>
          <a:p>
            <a:pPr marL="2286000" lvl="4" indent="-343080" algn="l">
              <a:spcBef>
                <a:spcPts val="283"/>
              </a:spcBef>
              <a:buClr>
                <a:srgbClr val="FFFFFF"/>
              </a:buClr>
              <a:buSzPct val="45000"/>
              <a:buFont typeface="Wingdings" charset="2"/>
              <a:buChar char=""/>
            </a:pPr>
            <a:r>
              <a:rPr lang="es-ES" sz="2800" b="0" u="none" strike="noStrike">
                <a:solidFill>
                  <a:srgbClr val="000000"/>
                </a:solidFill>
                <a:effectLst/>
                <a:uFillTx/>
                <a:latin typeface="Arial"/>
              </a:rPr>
              <a:t>Quinto nivel del esquema</a:t>
            </a:r>
            <a:endParaRPr lang="es-ES" sz="2800" b="0" u="none" strike="noStrike">
              <a:solidFill>
                <a:srgbClr val="000000"/>
              </a:solidFill>
              <a:effectLst/>
              <a:uFillTx/>
              <a:latin typeface="Arial"/>
            </a:endParaRPr>
          </a:p>
          <a:p>
            <a:pPr marL="2743200" lvl="5" indent="-343080" algn="l">
              <a:spcBef>
                <a:spcPts val="283"/>
              </a:spcBef>
              <a:buClr>
                <a:srgbClr val="FFFFFF"/>
              </a:buClr>
              <a:buSzPct val="45000"/>
              <a:buFont typeface="Wingdings" charset="2"/>
              <a:buChar char=""/>
            </a:pPr>
            <a:r>
              <a:rPr lang="es-ES" sz="2800" b="0" u="none" strike="noStrike">
                <a:solidFill>
                  <a:srgbClr val="000000"/>
                </a:solidFill>
                <a:effectLst/>
                <a:uFillTx/>
                <a:latin typeface="Arial"/>
              </a:rPr>
              <a:t>Sexto nivel del esquema</a:t>
            </a:r>
            <a:endParaRPr lang="es-ES" sz="2800" b="0" u="none" strike="noStrike">
              <a:solidFill>
                <a:srgbClr val="000000"/>
              </a:solidFill>
              <a:effectLst/>
              <a:uFillTx/>
              <a:latin typeface="Arial"/>
            </a:endParaRPr>
          </a:p>
          <a:p>
            <a:pPr marL="3200400" lvl="6" indent="-343080" algn="l">
              <a:spcBef>
                <a:spcPts val="283"/>
              </a:spcBef>
              <a:buClr>
                <a:srgbClr val="FFFFFF"/>
              </a:buClr>
              <a:buSzPct val="45000"/>
              <a:buFont typeface="Wingdings" charset="2"/>
              <a:buChar char=""/>
            </a:pPr>
            <a:r>
              <a:rPr lang="es-ES" sz="2800" b="0" u="none" strike="noStrike">
                <a:solidFill>
                  <a:srgbClr val="000000"/>
                </a:solidFill>
                <a:effectLst/>
                <a:uFillTx/>
                <a:latin typeface="Arial"/>
              </a:rPr>
              <a:t>Séptimo nivel del esquema</a:t>
            </a:r>
            <a:endParaRPr lang="es-ES" sz="2800" b="0" u="none" strike="noStrike">
              <a:solidFill>
                <a:srgbClr val="000000"/>
              </a:solidFill>
              <a:effectLst/>
              <a:uFillTx/>
              <a:latin typeface="Arial"/>
            </a:endParaRPr>
          </a:p>
        </p:txBody>
      </p:sp>
      <p:sp>
        <p:nvSpPr>
          <p:cNvPr id="35"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rmAutofit fontScale="25000" lnSpcReduction="19999"/>
          </a:bodyPr>
          <a:lstStyle>
            <a:lvl1pPr algn="l">
              <a:spcBef>
                <a:spcPts val="1417"/>
              </a:spcBef>
              <a:buClr>
                <a:srgbClr val="FFFFFF"/>
              </a:buClr>
              <a:buSzPct val="45000"/>
              <a:buFont typeface="Wingdings" charset="2"/>
              <a:buChar char=""/>
              <a:defRPr lang="es-ES" sz="2400" b="0" u="none" strike="noStrike">
                <a:solidFill>
                  <a:srgbClr val="000000"/>
                </a:solidFill>
                <a:effectLst/>
                <a:uFillTx/>
                <a:latin typeface="Arial"/>
              </a:defRPr>
            </a:lvl1pPr>
            <a:lvl2pPr lvl="1" algn="l">
              <a:spcBef>
                <a:spcPts val="1134"/>
              </a:spcBef>
              <a:buClr>
                <a:srgbClr val="FFFFFF"/>
              </a:buClr>
              <a:buSzPct val="75000"/>
              <a:buFont typeface="Symbol" charset="2"/>
              <a:buChar char=""/>
              <a:defRPr lang="es-ES" sz="2400" b="0" u="none" strike="noStrike">
                <a:solidFill>
                  <a:srgbClr val="000000"/>
                </a:solidFill>
                <a:effectLst/>
                <a:uFillTx/>
                <a:latin typeface="Arial"/>
              </a:defRPr>
            </a:lvl2pPr>
            <a:lvl3pPr lvl="2" algn="l">
              <a:spcBef>
                <a:spcPts val="850"/>
              </a:spcBef>
              <a:buClr>
                <a:srgbClr val="FFFFFF"/>
              </a:buClr>
              <a:buSzPct val="45000"/>
              <a:buFont typeface="Wingdings" charset="2"/>
              <a:buChar char=""/>
              <a:defRPr lang="es-ES" sz="2400" b="0" u="none" strike="noStrike">
                <a:solidFill>
                  <a:srgbClr val="000000"/>
                </a:solidFill>
                <a:effectLst/>
                <a:uFillTx/>
                <a:latin typeface="Arial"/>
              </a:defRPr>
            </a:lvl3pPr>
            <a:lvl4pPr lvl="3" algn="l">
              <a:spcBef>
                <a:spcPts val="567"/>
              </a:spcBef>
              <a:buClr>
                <a:srgbClr val="FFFFFF"/>
              </a:buClr>
              <a:buSzPct val="75000"/>
              <a:buFont typeface="Symbol" charset="2"/>
              <a:buChar char=""/>
              <a:defRPr lang="es-ES" sz="2400" b="0" u="none" strike="noStrike">
                <a:solidFill>
                  <a:srgbClr val="000000"/>
                </a:solidFill>
                <a:effectLst/>
                <a:uFillTx/>
                <a:latin typeface="Arial"/>
              </a:defRPr>
            </a:lvl4pPr>
            <a:lvl5pPr lvl="4" algn="l">
              <a:spcBef>
                <a:spcPts val="283"/>
              </a:spcBef>
              <a:buClr>
                <a:srgbClr val="FFFFFF"/>
              </a:buClr>
              <a:buSzPct val="45000"/>
              <a:buFont typeface="Wingdings" charset="2"/>
              <a:buChar char=""/>
              <a:defRPr lang="es-ES" sz="2400" b="0" u="none" strike="noStrike">
                <a:solidFill>
                  <a:srgbClr val="000000"/>
                </a:solidFill>
                <a:effectLst/>
                <a:uFillTx/>
                <a:latin typeface="Arial"/>
              </a:defRPr>
            </a:lvl5pPr>
            <a:lvl6pPr lvl="5" algn="l">
              <a:spcBef>
                <a:spcPts val="283"/>
              </a:spcBef>
              <a:buClr>
                <a:srgbClr val="FFFFFF"/>
              </a:buClr>
              <a:buSzPct val="45000"/>
              <a:buFont typeface="Wingdings" charset="2"/>
              <a:buChar char=""/>
              <a:defRPr lang="es-ES" sz="2400" b="0" u="none" strike="noStrike">
                <a:solidFill>
                  <a:srgbClr val="000000"/>
                </a:solidFill>
                <a:effectLst/>
                <a:uFillTx/>
                <a:latin typeface="Arial"/>
              </a:defRPr>
            </a:lvl6pPr>
            <a:lvl7pPr lvl="6" algn="l">
              <a:spcBef>
                <a:spcPts val="283"/>
              </a:spcBef>
              <a:buClr>
                <a:srgbClr val="FFFFFF"/>
              </a:buClr>
              <a:buSzPct val="45000"/>
              <a:buFont typeface="Wingdings" charset="2"/>
              <a:buChar char=""/>
              <a:defRPr lang="es-ES" sz="2400" b="0" u="none" strike="noStrike">
                <a:solidFill>
                  <a:srgbClr val="000000"/>
                </a:solidFill>
                <a:effectLst/>
                <a:uFillTx/>
                <a:latin typeface="Arial"/>
              </a:defRPr>
            </a:lvl7pPr>
          </a:lstStyle>
          <a:p>
            <a:pPr marL="457200" indent="-228600" algn="l">
              <a:spcBef>
                <a:spcPts val="1417"/>
              </a:spcBef>
              <a:buClr>
                <a:srgbClr val="FFFFFF"/>
              </a:buClr>
              <a:buSzPct val="45000"/>
              <a:buFont typeface="Wingdings" charset="2"/>
              <a:buChar char=""/>
            </a:pPr>
            <a:r>
              <a:rPr lang="es-ES" sz="2400" b="0" u="none" strike="noStrike">
                <a:solidFill>
                  <a:srgbClr val="000000"/>
                </a:solidFill>
                <a:effectLst/>
                <a:uFillTx/>
                <a:latin typeface="Arial"/>
              </a:rPr>
              <a:t>Pulse para editar el formato de texto del esquema</a:t>
            </a:r>
            <a:endParaRPr lang="es-ES" sz="2400" b="0" u="none" strike="noStrike">
              <a:solidFill>
                <a:srgbClr val="000000"/>
              </a:solidFill>
              <a:effectLst/>
              <a:uFillTx/>
              <a:latin typeface="Arial"/>
            </a:endParaRPr>
          </a:p>
          <a:p>
            <a:pPr marL="914400" lvl="1" indent="-228600" algn="l">
              <a:spcBef>
                <a:spcPts val="1134"/>
              </a:spcBef>
              <a:buClr>
                <a:srgbClr val="FFFFFF"/>
              </a:buClr>
              <a:buSzPct val="75000"/>
              <a:buFont typeface="Symbol" charset="2"/>
              <a:buChar char=""/>
            </a:pPr>
            <a:r>
              <a:rPr lang="es-ES" sz="2400" b="0" u="none" strike="noStrike">
                <a:solidFill>
                  <a:srgbClr val="000000"/>
                </a:solidFill>
                <a:effectLst/>
                <a:uFillTx/>
                <a:latin typeface="Arial"/>
              </a:rPr>
              <a:t>Segundo nivel del esquema</a:t>
            </a:r>
            <a:endParaRPr lang="es-ES" sz="2400" b="0" u="none" strike="noStrike">
              <a:solidFill>
                <a:srgbClr val="000000"/>
              </a:solidFill>
              <a:effectLst/>
              <a:uFillTx/>
              <a:latin typeface="Arial"/>
            </a:endParaRPr>
          </a:p>
          <a:p>
            <a:pPr marL="1371600" lvl="2" indent="-228600" algn="l">
              <a:spcBef>
                <a:spcPts val="850"/>
              </a:spcBef>
              <a:buClr>
                <a:srgbClr val="FFFFFF"/>
              </a:buClr>
              <a:buSzPct val="45000"/>
              <a:buFont typeface="Wingdings" charset="2"/>
              <a:buChar char=""/>
            </a:pPr>
            <a:r>
              <a:rPr lang="es-ES" sz="2400" b="0" u="none" strike="noStrike">
                <a:solidFill>
                  <a:srgbClr val="000000"/>
                </a:solidFill>
                <a:effectLst/>
                <a:uFillTx/>
                <a:latin typeface="Arial"/>
              </a:rPr>
              <a:t>Tercer nivel del esquema</a:t>
            </a:r>
            <a:endParaRPr lang="es-ES" sz="2400" b="0" u="none" strike="noStrike">
              <a:solidFill>
                <a:srgbClr val="000000"/>
              </a:solidFill>
              <a:effectLst/>
              <a:uFillTx/>
              <a:latin typeface="Arial"/>
            </a:endParaRPr>
          </a:p>
          <a:p>
            <a:pPr marL="1828800" lvl="3" indent="-228600" algn="l">
              <a:spcBef>
                <a:spcPts val="567"/>
              </a:spcBef>
              <a:buClr>
                <a:srgbClr val="FFFFFF"/>
              </a:buClr>
              <a:buSzPct val="75000"/>
              <a:buFont typeface="Symbol" charset="2"/>
              <a:buChar char=""/>
            </a:pPr>
            <a:r>
              <a:rPr lang="es-ES" sz="2400" b="0" u="none" strike="noStrike">
                <a:solidFill>
                  <a:srgbClr val="000000"/>
                </a:solidFill>
                <a:effectLst/>
                <a:uFillTx/>
                <a:latin typeface="Arial"/>
              </a:rPr>
              <a:t>Cuarto nivel del esquema</a:t>
            </a:r>
            <a:endParaRPr lang="es-ES" sz="2400" b="0" u="none" strike="noStrike">
              <a:solidFill>
                <a:srgbClr val="000000"/>
              </a:solidFill>
              <a:effectLst/>
              <a:uFillTx/>
              <a:latin typeface="Arial"/>
            </a:endParaRPr>
          </a:p>
          <a:p>
            <a:pPr marL="2286000" lvl="4" indent="-228600" algn="l">
              <a:spcBef>
                <a:spcPts val="283"/>
              </a:spcBef>
              <a:buClr>
                <a:srgbClr val="FFFFFF"/>
              </a:buClr>
              <a:buSzPct val="45000"/>
              <a:buFont typeface="Wingdings" charset="2"/>
              <a:buChar char=""/>
            </a:pPr>
            <a:r>
              <a:rPr lang="es-ES" sz="2400" b="0" u="none" strike="noStrike">
                <a:solidFill>
                  <a:srgbClr val="000000"/>
                </a:solidFill>
                <a:effectLst/>
                <a:uFillTx/>
                <a:latin typeface="Arial"/>
              </a:rPr>
              <a:t>Quinto nivel del esquema</a:t>
            </a:r>
            <a:endParaRPr lang="es-ES" sz="2400" b="0" u="none" strike="noStrike">
              <a:solidFill>
                <a:srgbClr val="000000"/>
              </a:solidFill>
              <a:effectLst/>
              <a:uFillTx/>
              <a:latin typeface="Arial"/>
            </a:endParaRPr>
          </a:p>
          <a:p>
            <a:pPr marL="2743200" lvl="5" indent="-228600" algn="l">
              <a:spcBef>
                <a:spcPts val="283"/>
              </a:spcBef>
              <a:buClr>
                <a:srgbClr val="FFFFFF"/>
              </a:buClr>
              <a:buSzPct val="45000"/>
              <a:buFont typeface="Wingdings" charset="2"/>
              <a:buChar char=""/>
            </a:pPr>
            <a:r>
              <a:rPr lang="es-ES" sz="2400" b="0" u="none" strike="noStrike">
                <a:solidFill>
                  <a:srgbClr val="000000"/>
                </a:solidFill>
                <a:effectLst/>
                <a:uFillTx/>
                <a:latin typeface="Arial"/>
              </a:rPr>
              <a:t>Sexto nivel del esquema</a:t>
            </a:r>
            <a:endParaRPr lang="es-ES" sz="2400" b="0" u="none" strike="noStrike">
              <a:solidFill>
                <a:srgbClr val="000000"/>
              </a:solidFill>
              <a:effectLst/>
              <a:uFillTx/>
              <a:latin typeface="Arial"/>
            </a:endParaRPr>
          </a:p>
          <a:p>
            <a:pPr marL="3200400" lvl="6" indent="-228600" algn="l">
              <a:spcBef>
                <a:spcPts val="283"/>
              </a:spcBef>
              <a:buClr>
                <a:srgbClr val="FFFFFF"/>
              </a:buClr>
              <a:buSzPct val="45000"/>
              <a:buFont typeface="Wingdings" charset="2"/>
              <a:buChar char=""/>
            </a:pPr>
            <a:r>
              <a:rPr lang="es-ES" sz="2400" b="0" u="none" strike="noStrike">
                <a:solidFill>
                  <a:srgbClr val="000000"/>
                </a:solidFill>
                <a:effectLst/>
                <a:uFillTx/>
                <a:latin typeface="Arial"/>
              </a:rPr>
              <a:t>Séptimo nivel del esquema</a:t>
            </a:r>
            <a:endParaRPr lang="es-ES" sz="2400" b="0" u="none" strike="noStrike">
              <a:solidFill>
                <a:srgbClr val="000000"/>
              </a:solidFill>
              <a:effectLst/>
              <a:uFillTx/>
              <a:latin typeface="Arial"/>
            </a:endParaRPr>
          </a:p>
        </p:txBody>
      </p:sp>
      <p:sp>
        <p:nvSpPr>
          <p:cNvPr id="36"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rmAutofit fontScale="77500" lnSpcReduction="19999"/>
          </a:bodyPr>
          <a:lstStyle>
            <a:lvl1pPr algn="l">
              <a:spcBef>
                <a:spcPts val="1417"/>
              </a:spcBef>
              <a:buClr>
                <a:srgbClr val="FFFFFF"/>
              </a:buClr>
              <a:buSzPct val="45000"/>
              <a:buFont typeface="Wingdings" charset="2"/>
              <a:buChar char=""/>
              <a:defRPr lang="es-ES" sz="2800" b="0" u="none" strike="noStrike">
                <a:solidFill>
                  <a:srgbClr val="000000"/>
                </a:solidFill>
                <a:effectLst/>
                <a:uFillTx/>
                <a:latin typeface="Arial"/>
              </a:defRPr>
            </a:lvl1pPr>
            <a:lvl2pPr lvl="1" algn="l">
              <a:spcBef>
                <a:spcPts val="1134"/>
              </a:spcBef>
              <a:buClr>
                <a:srgbClr val="FFFFFF"/>
              </a:buClr>
              <a:buSzPct val="75000"/>
              <a:buFont typeface="Symbol" charset="2"/>
              <a:buChar char=""/>
              <a:defRPr lang="es-ES" sz="2800" b="0" u="none" strike="noStrike">
                <a:solidFill>
                  <a:srgbClr val="000000"/>
                </a:solidFill>
                <a:effectLst/>
                <a:uFillTx/>
                <a:latin typeface="Arial"/>
              </a:defRPr>
            </a:lvl2pPr>
            <a:lvl3pPr lvl="2" algn="l">
              <a:spcBef>
                <a:spcPts val="850"/>
              </a:spcBef>
              <a:buClr>
                <a:srgbClr val="FFFFFF"/>
              </a:buClr>
              <a:buSzPct val="45000"/>
              <a:buFont typeface="Wingdings" charset="2"/>
              <a:buChar char=""/>
              <a:defRPr lang="es-ES" sz="2800" b="0" u="none" strike="noStrike">
                <a:solidFill>
                  <a:srgbClr val="000000"/>
                </a:solidFill>
                <a:effectLst/>
                <a:uFillTx/>
                <a:latin typeface="Arial"/>
              </a:defRPr>
            </a:lvl3pPr>
            <a:lvl4pPr lvl="3" algn="l">
              <a:spcBef>
                <a:spcPts val="567"/>
              </a:spcBef>
              <a:buClr>
                <a:srgbClr val="FFFFFF"/>
              </a:buClr>
              <a:buSzPct val="75000"/>
              <a:buFont typeface="Symbol" charset="2"/>
              <a:buChar char=""/>
              <a:defRPr lang="es-ES" sz="2800" b="0" u="none" strike="noStrike">
                <a:solidFill>
                  <a:srgbClr val="000000"/>
                </a:solidFill>
                <a:effectLst/>
                <a:uFillTx/>
                <a:latin typeface="Arial"/>
              </a:defRPr>
            </a:lvl4pPr>
            <a:lvl5pPr lvl="4" algn="l">
              <a:spcBef>
                <a:spcPts val="283"/>
              </a:spcBef>
              <a:buClr>
                <a:srgbClr val="FFFFFF"/>
              </a:buClr>
              <a:buSzPct val="45000"/>
              <a:buFont typeface="Wingdings" charset="2"/>
              <a:buChar char=""/>
              <a:defRPr lang="es-ES" sz="2800" b="0" u="none" strike="noStrike">
                <a:solidFill>
                  <a:srgbClr val="000000"/>
                </a:solidFill>
                <a:effectLst/>
                <a:uFillTx/>
                <a:latin typeface="Arial"/>
              </a:defRPr>
            </a:lvl5pPr>
            <a:lvl6pPr lvl="5" algn="l">
              <a:spcBef>
                <a:spcPts val="283"/>
              </a:spcBef>
              <a:buClr>
                <a:srgbClr val="FFFFFF"/>
              </a:buClr>
              <a:buSzPct val="45000"/>
              <a:buFont typeface="Wingdings" charset="2"/>
              <a:buChar char=""/>
              <a:defRPr lang="es-ES" sz="2800" b="0" u="none" strike="noStrike">
                <a:solidFill>
                  <a:srgbClr val="000000"/>
                </a:solidFill>
                <a:effectLst/>
                <a:uFillTx/>
                <a:latin typeface="Arial"/>
              </a:defRPr>
            </a:lvl6pPr>
            <a:lvl7pPr lvl="6" algn="l">
              <a:spcBef>
                <a:spcPts val="283"/>
              </a:spcBef>
              <a:buClr>
                <a:srgbClr val="FFFFFF"/>
              </a:buClr>
              <a:buSzPct val="45000"/>
              <a:buFont typeface="Wingdings" charset="2"/>
              <a:buChar char=""/>
              <a:defRPr lang="es-ES" sz="2800" b="0" u="none" strike="noStrike">
                <a:solidFill>
                  <a:srgbClr val="000000"/>
                </a:solidFill>
                <a:effectLst/>
                <a:uFillTx/>
                <a:latin typeface="Arial"/>
              </a:defRPr>
            </a:lvl7pPr>
          </a:lstStyle>
          <a:p>
            <a:pPr marL="457200" indent="-343080" algn="l">
              <a:spcBef>
                <a:spcPts val="1417"/>
              </a:spcBef>
              <a:buClr>
                <a:srgbClr val="FFFFFF"/>
              </a:buClr>
              <a:buSzPct val="45000"/>
              <a:buFont typeface="Wingdings" charset="2"/>
              <a:buChar char=""/>
            </a:pPr>
            <a:r>
              <a:rPr lang="es-ES" sz="2800" b="0" u="none" strike="noStrike">
                <a:solidFill>
                  <a:srgbClr val="000000"/>
                </a:solidFill>
                <a:effectLst/>
                <a:uFillTx/>
                <a:latin typeface="Arial"/>
              </a:rPr>
              <a:t>Pulse para editar el formato de texto del esquema</a:t>
            </a:r>
            <a:endParaRPr lang="es-ES" sz="2800" b="0" u="none" strike="noStrike">
              <a:solidFill>
                <a:srgbClr val="000000"/>
              </a:solidFill>
              <a:effectLst/>
              <a:uFillTx/>
              <a:latin typeface="Arial"/>
            </a:endParaRPr>
          </a:p>
          <a:p>
            <a:pPr marL="914400" lvl="1" indent="-343080" algn="l">
              <a:spcBef>
                <a:spcPts val="1134"/>
              </a:spcBef>
              <a:buClr>
                <a:srgbClr val="FFFFFF"/>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371600" lvl="2" indent="-343080" algn="l">
              <a:spcBef>
                <a:spcPts val="850"/>
              </a:spcBef>
              <a:buClr>
                <a:srgbClr val="FFFFFF"/>
              </a:buClr>
              <a:buSzPct val="45000"/>
              <a:buFont typeface="Wingdings" charset="2"/>
              <a:buChar char=""/>
            </a:pPr>
            <a:r>
              <a:rPr lang="es-ES" sz="2800" b="0" u="none" strike="noStrike">
                <a:solidFill>
                  <a:srgbClr val="000000"/>
                </a:solidFill>
                <a:effectLst/>
                <a:uFillTx/>
                <a:latin typeface="Arial"/>
              </a:rPr>
              <a:t>Tercer nivel del esquema</a:t>
            </a:r>
            <a:endParaRPr lang="es-ES" sz="2800" b="0" u="none" strike="noStrike">
              <a:solidFill>
                <a:srgbClr val="000000"/>
              </a:solidFill>
              <a:effectLst/>
              <a:uFillTx/>
              <a:latin typeface="Arial"/>
            </a:endParaRPr>
          </a:p>
          <a:p>
            <a:pPr marL="1828800" lvl="3" indent="-343080" algn="l">
              <a:spcBef>
                <a:spcPts val="567"/>
              </a:spcBef>
              <a:buClr>
                <a:srgbClr val="FFFFFF"/>
              </a:buClr>
              <a:buSzPct val="75000"/>
              <a:buFont typeface="Symbol" charset="2"/>
              <a:buChar char=""/>
            </a:pPr>
            <a:r>
              <a:rPr lang="es-ES" sz="2800" b="0" u="none" strike="noStrike">
                <a:solidFill>
                  <a:srgbClr val="000000"/>
                </a:solidFill>
                <a:effectLst/>
                <a:uFillTx/>
                <a:latin typeface="Arial"/>
              </a:rPr>
              <a:t>Cuarto nivel del esquema</a:t>
            </a:r>
            <a:endParaRPr lang="es-ES" sz="2800" b="0" u="none" strike="noStrike">
              <a:solidFill>
                <a:srgbClr val="000000"/>
              </a:solidFill>
              <a:effectLst/>
              <a:uFillTx/>
              <a:latin typeface="Arial"/>
            </a:endParaRPr>
          </a:p>
          <a:p>
            <a:pPr marL="2286000" lvl="4" indent="-343080" algn="l">
              <a:spcBef>
                <a:spcPts val="283"/>
              </a:spcBef>
              <a:buClr>
                <a:srgbClr val="FFFFFF"/>
              </a:buClr>
              <a:buSzPct val="45000"/>
              <a:buFont typeface="Wingdings" charset="2"/>
              <a:buChar char=""/>
            </a:pPr>
            <a:r>
              <a:rPr lang="es-ES" sz="2800" b="0" u="none" strike="noStrike">
                <a:solidFill>
                  <a:srgbClr val="000000"/>
                </a:solidFill>
                <a:effectLst/>
                <a:uFillTx/>
                <a:latin typeface="Arial"/>
              </a:rPr>
              <a:t>Quinto nivel del esquema</a:t>
            </a:r>
            <a:endParaRPr lang="es-ES" sz="2800" b="0" u="none" strike="noStrike">
              <a:solidFill>
                <a:srgbClr val="000000"/>
              </a:solidFill>
              <a:effectLst/>
              <a:uFillTx/>
              <a:latin typeface="Arial"/>
            </a:endParaRPr>
          </a:p>
          <a:p>
            <a:pPr marL="2743200" lvl="5" indent="-343080" algn="l">
              <a:spcBef>
                <a:spcPts val="283"/>
              </a:spcBef>
              <a:buClr>
                <a:srgbClr val="FFFFFF"/>
              </a:buClr>
              <a:buSzPct val="45000"/>
              <a:buFont typeface="Wingdings" charset="2"/>
              <a:buChar char=""/>
            </a:pPr>
            <a:r>
              <a:rPr lang="es-ES" sz="2800" b="0" u="none" strike="noStrike">
                <a:solidFill>
                  <a:srgbClr val="000000"/>
                </a:solidFill>
                <a:effectLst/>
                <a:uFillTx/>
                <a:latin typeface="Arial"/>
              </a:rPr>
              <a:t>Sexto nivel del esquema</a:t>
            </a:r>
            <a:endParaRPr lang="es-ES" sz="2800" b="0" u="none" strike="noStrike">
              <a:solidFill>
                <a:srgbClr val="000000"/>
              </a:solidFill>
              <a:effectLst/>
              <a:uFillTx/>
              <a:latin typeface="Arial"/>
            </a:endParaRPr>
          </a:p>
          <a:p>
            <a:pPr marL="3200400" lvl="6" indent="-343080" algn="l">
              <a:spcBef>
                <a:spcPts val="283"/>
              </a:spcBef>
              <a:buClr>
                <a:srgbClr val="FFFFFF"/>
              </a:buClr>
              <a:buSzPct val="45000"/>
              <a:buFont typeface="Wingdings" charset="2"/>
              <a:buChar char=""/>
            </a:pPr>
            <a:r>
              <a:rPr lang="es-ES" sz="2800" b="0" u="none" strike="noStrike">
                <a:solidFill>
                  <a:srgbClr val="000000"/>
                </a:solidFill>
                <a:effectLst/>
                <a:uFillTx/>
                <a:latin typeface="Arial"/>
              </a:rPr>
              <a:t>Séptimo nivel del esquema</a:t>
            </a:r>
            <a:endParaRPr lang="es-ES" sz="2800" b="0" u="none" strike="noStrike">
              <a:solidFill>
                <a:srgbClr val="000000"/>
              </a:solidFill>
              <a:effectLst/>
              <a:uFillTx/>
              <a:latin typeface="Arial"/>
            </a:endParaRPr>
          </a:p>
        </p:txBody>
      </p:sp>
      <p:sp>
        <p:nvSpPr>
          <p:cNvPr id="37" name="PlaceHolder 6"/>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s-ES" sz="1400" b="0" u="none" strike="noStrike">
                <a:solidFill>
                  <a:srgbClr val="FFFFFF"/>
                </a:solidFill>
                <a:effectLst/>
                <a:uFillTx/>
                <a:latin typeface="Times New Roman"/>
              </a:defRPr>
            </a:lvl1pPr>
          </a:lstStyle>
          <a:p>
            <a:pPr indent="0" algn="l">
              <a:buNone/>
            </a:pPr>
            <a:r>
              <a:rPr lang="es-ES" sz="1400" b="0" u="none" strike="noStrike">
                <a:solidFill>
                  <a:srgbClr val="FFFFFF"/>
                </a:solidFill>
                <a:effectLst/>
                <a:uFillTx/>
                <a:latin typeface="Times New Roman"/>
              </a:rPr>
              <a:t>&lt;fecha/hora&gt;</a:t>
            </a:r>
            <a:endParaRPr lang="es-ES" sz="1400" b="0" u="none" strike="noStrike">
              <a:solidFill>
                <a:srgbClr val="FFFFFF"/>
              </a:solidFill>
              <a:effectLst/>
              <a:uFillTx/>
              <a:latin typeface="Times New Roman"/>
            </a:endParaRPr>
          </a:p>
        </p:txBody>
      </p:sp>
      <p:sp>
        <p:nvSpPr>
          <p:cNvPr id="38" name="PlaceHolder 7"/>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FFFFFF"/>
                </a:solidFill>
                <a:effectLst/>
                <a:uFillTx/>
                <a:latin typeface="Times New Roman"/>
              </a:defRPr>
            </a:lvl1pPr>
          </a:lstStyle>
          <a:p>
            <a:pPr indent="0" algn="ctr">
              <a:buNone/>
            </a:pPr>
            <a:r>
              <a:rPr lang="es-ES" sz="1400" b="0" u="none" strike="noStrike">
                <a:solidFill>
                  <a:srgbClr val="FFFFFF"/>
                </a:solidFill>
                <a:effectLst/>
                <a:uFillTx/>
                <a:latin typeface="Times New Roman"/>
              </a:rPr>
              <a:t>&lt;pie de página&gt;</a:t>
            </a:r>
            <a:endParaRPr lang="es-ES" sz="1400" b="0" u="none" strike="noStrike">
              <a:solidFill>
                <a:srgbClr val="FFFFFF"/>
              </a:solidFill>
              <a:effectLst/>
              <a:uFillTx/>
              <a:latin typeface="Times New Roman"/>
            </a:endParaRPr>
          </a:p>
        </p:txBody>
      </p:sp>
      <p:sp>
        <p:nvSpPr>
          <p:cNvPr id="39" name="PlaceHolder 8"/>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s-ES" sz="1200" b="0" u="none" strike="noStrike">
                <a:solidFill>
                  <a:schemeClr val="lt1"/>
                </a:solidFill>
                <a:effectLst/>
                <a:uFillTx/>
                <a:latin typeface="Calibri"/>
                <a:ea typeface="Calibri"/>
              </a:defRPr>
            </a:lvl1pPr>
          </a:lstStyle>
          <a:p>
            <a:pPr indent="0" algn="r">
              <a:lnSpc>
                <a:spcPct val="100000"/>
              </a:lnSpc>
              <a:buNone/>
              <a:tabLst>
                <a:tab pos="0" algn="l"/>
              </a:tabLst>
            </a:pPr>
            <a:fld id="{C46A8C95-BC8F-49BB-99AD-5589B64B83A6}" type="slidenum">
              <a:rPr lang="es-ES" sz="1200" b="0" u="none" strike="noStrike">
                <a:solidFill>
                  <a:schemeClr val="lt1"/>
                </a:solidFill>
                <a:effectLst/>
                <a:uFillTx/>
                <a:latin typeface="Calibri"/>
                <a:ea typeface="Calibri"/>
              </a:rPr>
              <a:t>&lt;número&gt;</a:t>
            </a:fld>
            <a:endParaRPr lang="es-ES" sz="1200" b="0" u="none" strike="noStrike">
              <a:solidFill>
                <a:srgbClr val="FFFFFF"/>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rgbClr val="000000"/>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lnSpcReduction="9999"/>
          </a:bodyPr>
          <a:lstStyle>
            <a:lvl1pPr indent="0" algn="l">
              <a:buNone/>
              <a:defRPr lang="es-ES" sz="4400" b="0" u="none" strike="noStrike">
                <a:solidFill>
                  <a:srgbClr val="000000"/>
                </a:solidFill>
                <a:effectLst/>
                <a:uFillTx/>
                <a:latin typeface="Arial"/>
              </a:defRPr>
            </a:lvl1pPr>
          </a:lstStyle>
          <a:p>
            <a:pPr indent="0" algn="l">
              <a:buNone/>
            </a:pPr>
            <a:r>
              <a:rPr lang="es-ES" sz="4400" b="0" u="none" strike="noStrike">
                <a:solidFill>
                  <a:srgbClr val="000000"/>
                </a:solidFill>
                <a:effectLst/>
                <a:uFillTx/>
                <a:latin typeface="Arial"/>
              </a:rPr>
              <a:t>Pulse para editar el formato del texto de título</a:t>
            </a:r>
            <a:endParaRPr lang="es-ES" sz="4400" b="0" u="none" strike="noStrike">
              <a:solidFill>
                <a:srgbClr val="000000"/>
              </a:solidFill>
              <a:effectLst/>
              <a:uFillTx/>
              <a:latin typeface="Arial"/>
            </a:endParaRPr>
          </a:p>
        </p:txBody>
      </p:sp>
      <p:sp>
        <p:nvSpPr>
          <p:cNvPr id="41" name="PlaceHolder 2"/>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s-ES" sz="1400" b="0" u="none" strike="noStrike">
                <a:solidFill>
                  <a:srgbClr val="FFFFFF"/>
                </a:solidFill>
                <a:effectLst/>
                <a:uFillTx/>
                <a:latin typeface="Times New Roman"/>
              </a:defRPr>
            </a:lvl1pPr>
          </a:lstStyle>
          <a:p>
            <a:pPr indent="0" algn="l">
              <a:buNone/>
            </a:pPr>
            <a:r>
              <a:rPr lang="es-ES" sz="1400" b="0" u="none" strike="noStrike">
                <a:solidFill>
                  <a:srgbClr val="FFFFFF"/>
                </a:solidFill>
                <a:effectLst/>
                <a:uFillTx/>
                <a:latin typeface="Times New Roman"/>
              </a:rPr>
              <a:t>&lt;fecha/hora&gt;</a:t>
            </a:r>
            <a:endParaRPr lang="es-ES" sz="1400" b="0" u="none" strike="noStrike">
              <a:solidFill>
                <a:srgbClr val="FFFFFF"/>
              </a:solidFill>
              <a:effectLst/>
              <a:uFillTx/>
              <a:latin typeface="Times New Roman"/>
            </a:endParaRPr>
          </a:p>
        </p:txBody>
      </p:sp>
      <p:sp>
        <p:nvSpPr>
          <p:cNvPr id="42" name="PlaceHolder 3"/>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FFFFFF"/>
                </a:solidFill>
                <a:effectLst/>
                <a:uFillTx/>
                <a:latin typeface="Times New Roman"/>
              </a:defRPr>
            </a:lvl1pPr>
          </a:lstStyle>
          <a:p>
            <a:pPr indent="0" algn="ctr">
              <a:buNone/>
            </a:pPr>
            <a:r>
              <a:rPr lang="es-ES" sz="1400" b="0" u="none" strike="noStrike">
                <a:solidFill>
                  <a:srgbClr val="FFFFFF"/>
                </a:solidFill>
                <a:effectLst/>
                <a:uFillTx/>
                <a:latin typeface="Times New Roman"/>
              </a:rPr>
              <a:t>&lt;pie de página&gt;</a:t>
            </a:r>
            <a:endParaRPr lang="es-ES" sz="1400" b="0" u="none" strike="noStrike">
              <a:solidFill>
                <a:srgbClr val="FFFFFF"/>
              </a:solidFill>
              <a:effectLst/>
              <a:uFillTx/>
              <a:latin typeface="Times New Roman"/>
            </a:endParaRPr>
          </a:p>
        </p:txBody>
      </p:sp>
      <p:sp>
        <p:nvSpPr>
          <p:cNvPr id="43" name="PlaceHolder 4"/>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s-ES" sz="1200" b="0" u="none" strike="noStrike">
                <a:solidFill>
                  <a:schemeClr val="lt1"/>
                </a:solidFill>
                <a:effectLst/>
                <a:uFillTx/>
                <a:latin typeface="Calibri"/>
                <a:ea typeface="Calibri"/>
              </a:defRPr>
            </a:lvl1pPr>
          </a:lstStyle>
          <a:p>
            <a:pPr indent="0" algn="r">
              <a:lnSpc>
                <a:spcPct val="100000"/>
              </a:lnSpc>
              <a:buNone/>
              <a:tabLst>
                <a:tab pos="0" algn="l"/>
              </a:tabLst>
            </a:pPr>
            <a:fld id="{749A3EAE-C7A6-4BCC-AF49-DD8D590F59BD}" type="slidenum">
              <a:rPr lang="es-ES" sz="1200" b="0" u="none" strike="noStrike">
                <a:solidFill>
                  <a:schemeClr val="lt1"/>
                </a:solidFill>
                <a:effectLst/>
                <a:uFillTx/>
                <a:latin typeface="Calibri"/>
                <a:ea typeface="Calibri"/>
              </a:rPr>
              <a:t>&lt;número&gt;</a:t>
            </a:fld>
            <a:endParaRPr lang="es-ES" sz="1200" b="0" u="none" strike="noStrike">
              <a:solidFill>
                <a:srgbClr val="FFFFFF"/>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000000"/>
        </a:solidFill>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s-ES" sz="1400" b="0" u="none" strike="noStrike">
                <a:solidFill>
                  <a:srgbClr val="FFFFFF"/>
                </a:solidFill>
                <a:effectLst/>
                <a:uFillTx/>
                <a:latin typeface="Times New Roman"/>
              </a:defRPr>
            </a:lvl1pPr>
          </a:lstStyle>
          <a:p>
            <a:pPr indent="0" algn="l">
              <a:buNone/>
            </a:pPr>
            <a:r>
              <a:rPr lang="es-ES" sz="1400" b="0" u="none" strike="noStrike">
                <a:solidFill>
                  <a:srgbClr val="FFFFFF"/>
                </a:solidFill>
                <a:effectLst/>
                <a:uFillTx/>
                <a:latin typeface="Times New Roman"/>
              </a:rPr>
              <a:t>&lt;fecha/hora&gt;</a:t>
            </a:r>
            <a:endParaRPr lang="es-ES" sz="1400" b="0" u="none" strike="noStrike">
              <a:solidFill>
                <a:srgbClr val="FFFFFF"/>
              </a:solidFill>
              <a:effectLst/>
              <a:uFillTx/>
              <a:latin typeface="Times New Roman"/>
            </a:endParaRPr>
          </a:p>
        </p:txBody>
      </p:sp>
      <p:sp>
        <p:nvSpPr>
          <p:cNvPr id="45" name="PlaceHolder 2"/>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FFFFFF"/>
                </a:solidFill>
                <a:effectLst/>
                <a:uFillTx/>
                <a:latin typeface="Times New Roman"/>
              </a:defRPr>
            </a:lvl1pPr>
          </a:lstStyle>
          <a:p>
            <a:pPr indent="0" algn="ctr">
              <a:buNone/>
            </a:pPr>
            <a:r>
              <a:rPr lang="es-ES" sz="1400" b="0" u="none" strike="noStrike">
                <a:solidFill>
                  <a:srgbClr val="FFFFFF"/>
                </a:solidFill>
                <a:effectLst/>
                <a:uFillTx/>
                <a:latin typeface="Times New Roman"/>
              </a:rPr>
              <a:t>&lt;pie de página&gt;</a:t>
            </a:r>
            <a:endParaRPr lang="es-ES" sz="1400" b="0" u="none" strike="noStrike">
              <a:solidFill>
                <a:srgbClr val="FFFFFF"/>
              </a:solidFill>
              <a:effectLst/>
              <a:uFillTx/>
              <a:latin typeface="Times New Roman"/>
            </a:endParaRPr>
          </a:p>
        </p:txBody>
      </p:sp>
      <p:sp>
        <p:nvSpPr>
          <p:cNvPr id="46" name="PlaceHolder 3"/>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s-ES" sz="1200" b="0" u="none" strike="noStrike">
                <a:solidFill>
                  <a:schemeClr val="lt1"/>
                </a:solidFill>
                <a:effectLst/>
                <a:uFillTx/>
                <a:latin typeface="Calibri"/>
                <a:ea typeface="Calibri"/>
              </a:defRPr>
            </a:lvl1pPr>
          </a:lstStyle>
          <a:p>
            <a:pPr indent="0" algn="r">
              <a:lnSpc>
                <a:spcPct val="100000"/>
              </a:lnSpc>
              <a:buNone/>
              <a:tabLst>
                <a:tab pos="0" algn="l"/>
              </a:tabLst>
            </a:pPr>
            <a:fld id="{D687E6E9-CFC1-4A4E-8D02-A1A6143DF737}" type="slidenum">
              <a:rPr lang="es-ES" sz="1200" b="0" u="none" strike="noStrike">
                <a:solidFill>
                  <a:schemeClr val="lt1"/>
                </a:solidFill>
                <a:effectLst/>
                <a:uFillTx/>
                <a:latin typeface="Calibri"/>
                <a:ea typeface="Calibri"/>
              </a:rPr>
              <a:t>&lt;número&gt;</a:t>
            </a:fld>
            <a:endParaRPr lang="es-ES" sz="1200" b="0" u="none" strike="noStrike">
              <a:solidFill>
                <a:srgbClr val="FFFFFF"/>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BJECT_WITH_CAPTION_TEXT">
    <p:bg>
      <p:bgPr>
        <a:solidFill>
          <a:srgbClr val="000000"/>
        </a:solidFill>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rmAutofit/>
          </a:bodyPr>
          <a:lstStyle>
            <a:lvl1pPr indent="0" algn="l">
              <a:buNone/>
              <a:defRPr lang="es-ES" sz="3200" b="0" u="none" strike="noStrike">
                <a:solidFill>
                  <a:srgbClr val="000000"/>
                </a:solidFill>
                <a:effectLst/>
                <a:uFillTx/>
                <a:latin typeface="Arial"/>
              </a:defRPr>
            </a:lvl1pPr>
          </a:lstStyle>
          <a:p>
            <a:pPr indent="0" algn="l">
              <a:buNone/>
            </a:pPr>
            <a:r>
              <a:rPr lang="es-ES" sz="3200" b="0" u="none" strike="noStrike">
                <a:solidFill>
                  <a:srgbClr val="000000"/>
                </a:solidFill>
                <a:effectLst/>
                <a:uFillTx/>
                <a:latin typeface="Arial"/>
              </a:rPr>
              <a:t>Pulse para editar el formato del texto de título</a:t>
            </a:r>
            <a:endParaRPr lang="es-ES" sz="3200" b="0" u="none" strike="noStrike">
              <a:solidFill>
                <a:srgbClr val="000000"/>
              </a:solidFill>
              <a:effectLst/>
              <a:uFillTx/>
              <a:latin typeface="Arial"/>
            </a:endParaRPr>
          </a:p>
        </p:txBody>
      </p:sp>
      <p:sp>
        <p:nvSpPr>
          <p:cNvPr id="48"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rmAutofit fontScale="85000" lnSpcReduction="9999"/>
          </a:bodyPr>
          <a:lstStyle>
            <a:lvl1pPr algn="l">
              <a:spcBef>
                <a:spcPts val="1417"/>
              </a:spcBef>
              <a:buClr>
                <a:srgbClr val="FFFFFF"/>
              </a:buClr>
              <a:buSzPct val="45000"/>
              <a:buFont typeface="Wingdings" charset="2"/>
              <a:buChar char=""/>
              <a:defRPr lang="es-ES" sz="3200" b="0" u="none" strike="noStrike">
                <a:solidFill>
                  <a:srgbClr val="000000"/>
                </a:solidFill>
                <a:effectLst/>
                <a:uFillTx/>
                <a:latin typeface="Arial"/>
              </a:defRPr>
            </a:lvl1pPr>
            <a:lvl2pPr lvl="1" algn="l">
              <a:spcBef>
                <a:spcPts val="1134"/>
              </a:spcBef>
              <a:buClr>
                <a:srgbClr val="FFFFFF"/>
              </a:buClr>
              <a:buSzPct val="75000"/>
              <a:buFont typeface="Symbol" charset="2"/>
              <a:buChar char=""/>
              <a:defRPr lang="es-ES" sz="3200" b="0" u="none" strike="noStrike">
                <a:solidFill>
                  <a:srgbClr val="000000"/>
                </a:solidFill>
                <a:effectLst/>
                <a:uFillTx/>
                <a:latin typeface="Arial"/>
              </a:defRPr>
            </a:lvl2pPr>
            <a:lvl3pPr lvl="2" algn="l">
              <a:spcBef>
                <a:spcPts val="850"/>
              </a:spcBef>
              <a:buClr>
                <a:srgbClr val="FFFFFF"/>
              </a:buClr>
              <a:buSzPct val="45000"/>
              <a:buFont typeface="Wingdings" charset="2"/>
              <a:buChar char=""/>
              <a:defRPr lang="es-ES" sz="3200" b="0" u="none" strike="noStrike">
                <a:solidFill>
                  <a:srgbClr val="000000"/>
                </a:solidFill>
                <a:effectLst/>
                <a:uFillTx/>
                <a:latin typeface="Arial"/>
              </a:defRPr>
            </a:lvl3pPr>
            <a:lvl4pPr lvl="3" algn="l">
              <a:spcBef>
                <a:spcPts val="567"/>
              </a:spcBef>
              <a:buClr>
                <a:srgbClr val="FFFFFF"/>
              </a:buClr>
              <a:buSzPct val="75000"/>
              <a:buFont typeface="Symbol" charset="2"/>
              <a:buChar char=""/>
              <a:defRPr lang="es-ES" sz="3200" b="0" u="none" strike="noStrike">
                <a:solidFill>
                  <a:srgbClr val="000000"/>
                </a:solidFill>
                <a:effectLst/>
                <a:uFillTx/>
                <a:latin typeface="Arial"/>
              </a:defRPr>
            </a:lvl4pPr>
            <a:lvl5pPr lvl="4" algn="l">
              <a:spcBef>
                <a:spcPts val="283"/>
              </a:spcBef>
              <a:buClr>
                <a:srgbClr val="FFFFFF"/>
              </a:buClr>
              <a:buSzPct val="45000"/>
              <a:buFont typeface="Wingdings" charset="2"/>
              <a:buChar char=""/>
              <a:defRPr lang="es-ES" sz="3200" b="0" u="none" strike="noStrike">
                <a:solidFill>
                  <a:srgbClr val="000000"/>
                </a:solidFill>
                <a:effectLst/>
                <a:uFillTx/>
                <a:latin typeface="Arial"/>
              </a:defRPr>
            </a:lvl5pPr>
            <a:lvl6pPr lvl="5" algn="l">
              <a:spcBef>
                <a:spcPts val="283"/>
              </a:spcBef>
              <a:buClr>
                <a:srgbClr val="FFFFFF"/>
              </a:buClr>
              <a:buSzPct val="45000"/>
              <a:buFont typeface="Wingdings" charset="2"/>
              <a:buChar char=""/>
              <a:defRPr lang="es-ES" sz="3200" b="0" u="none" strike="noStrike">
                <a:solidFill>
                  <a:srgbClr val="000000"/>
                </a:solidFill>
                <a:effectLst/>
                <a:uFillTx/>
                <a:latin typeface="Arial"/>
              </a:defRPr>
            </a:lvl6pPr>
            <a:lvl7pPr lvl="6" algn="l">
              <a:spcBef>
                <a:spcPts val="283"/>
              </a:spcBef>
              <a:buClr>
                <a:srgbClr val="FFFFFF"/>
              </a:buClr>
              <a:buSzPct val="45000"/>
              <a:buFont typeface="Wingdings" charset="2"/>
              <a:buChar char=""/>
              <a:defRPr lang="es-ES" sz="3200" b="0" u="none" strike="noStrike">
                <a:solidFill>
                  <a:srgbClr val="000000"/>
                </a:solidFill>
                <a:effectLst/>
                <a:uFillTx/>
                <a:latin typeface="Arial"/>
              </a:defRPr>
            </a:lvl7pPr>
          </a:lstStyle>
          <a:p>
            <a:pPr marL="457200" indent="-431640" algn="l">
              <a:spcBef>
                <a:spcPts val="1417"/>
              </a:spcBef>
              <a:buClr>
                <a:srgbClr val="FFFFFF"/>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s-ES" sz="3200" b="0" u="none" strike="noStrike">
              <a:solidFill>
                <a:srgbClr val="000000"/>
              </a:solidFill>
              <a:effectLst/>
              <a:uFillTx/>
              <a:latin typeface="Arial"/>
            </a:endParaRPr>
          </a:p>
          <a:p>
            <a:pPr marL="914400" lvl="1" indent="-406440" algn="l">
              <a:spcBef>
                <a:spcPts val="1134"/>
              </a:spcBef>
              <a:buClr>
                <a:srgbClr val="FFFFFF"/>
              </a:buClr>
              <a:buSzPct val="75000"/>
              <a:buFont typeface="Symbol" charset="2"/>
              <a:buChar char=""/>
            </a:pPr>
            <a:r>
              <a:rPr lang="es-ES" sz="3200" b="0" u="none" strike="noStrike">
                <a:solidFill>
                  <a:srgbClr val="000000"/>
                </a:solidFill>
                <a:effectLst/>
                <a:uFillTx/>
                <a:latin typeface="Arial"/>
              </a:rPr>
              <a:t>Segundo nivel del esquema</a:t>
            </a:r>
            <a:endParaRPr lang="es-ES" sz="3200" b="0" u="none" strike="noStrike">
              <a:solidFill>
                <a:srgbClr val="000000"/>
              </a:solidFill>
              <a:effectLst/>
              <a:uFillTx/>
              <a:latin typeface="Arial"/>
            </a:endParaRPr>
          </a:p>
          <a:p>
            <a:pPr marL="1371600" lvl="2" indent="-380880" algn="l">
              <a:spcBef>
                <a:spcPts val="850"/>
              </a:spcBef>
              <a:buClr>
                <a:srgbClr val="FFFFFF"/>
              </a:buClr>
              <a:buSzPct val="45000"/>
              <a:buFont typeface="Wingdings" charset="2"/>
              <a:buChar char=""/>
            </a:pPr>
            <a:r>
              <a:rPr lang="es-ES" sz="3200" b="0" u="none" strike="noStrike">
                <a:solidFill>
                  <a:srgbClr val="000000"/>
                </a:solidFill>
                <a:effectLst/>
                <a:uFillTx/>
                <a:latin typeface="Arial"/>
              </a:rPr>
              <a:t>Tercer nivel del esquema</a:t>
            </a:r>
            <a:endParaRPr lang="es-ES" sz="3200" b="0" u="none" strike="noStrike">
              <a:solidFill>
                <a:srgbClr val="000000"/>
              </a:solidFill>
              <a:effectLst/>
              <a:uFillTx/>
              <a:latin typeface="Arial"/>
            </a:endParaRPr>
          </a:p>
          <a:p>
            <a:pPr marL="1828800" lvl="3" indent="-355680" algn="l">
              <a:spcBef>
                <a:spcPts val="567"/>
              </a:spcBef>
              <a:buClr>
                <a:srgbClr val="FFFFFF"/>
              </a:buClr>
              <a:buSzPct val="75000"/>
              <a:buFont typeface="Symbol" charset="2"/>
              <a:buChar char=""/>
            </a:pPr>
            <a:r>
              <a:rPr lang="es-ES" sz="3200" b="0" u="none" strike="noStrike">
                <a:solidFill>
                  <a:srgbClr val="000000"/>
                </a:solidFill>
                <a:effectLst/>
                <a:uFillTx/>
                <a:latin typeface="Arial"/>
              </a:rPr>
              <a:t>Cuarto nivel del esquema</a:t>
            </a:r>
            <a:endParaRPr lang="es-ES" sz="3200" b="0" u="none" strike="noStrike">
              <a:solidFill>
                <a:srgbClr val="000000"/>
              </a:solidFill>
              <a:effectLst/>
              <a:uFillTx/>
              <a:latin typeface="Arial"/>
            </a:endParaRPr>
          </a:p>
          <a:p>
            <a:pPr marL="2286000" lvl="4" indent="-355680" algn="l">
              <a:spcBef>
                <a:spcPts val="283"/>
              </a:spcBef>
              <a:buClr>
                <a:srgbClr val="FFFFFF"/>
              </a:buClr>
              <a:buSzPct val="45000"/>
              <a:buFont typeface="Wingdings" charset="2"/>
              <a:buChar char=""/>
            </a:pPr>
            <a:r>
              <a:rPr lang="es-ES" sz="3200" b="0" u="none" strike="noStrike">
                <a:solidFill>
                  <a:srgbClr val="000000"/>
                </a:solidFill>
                <a:effectLst/>
                <a:uFillTx/>
                <a:latin typeface="Arial"/>
              </a:rPr>
              <a:t>Quinto nivel del esquema</a:t>
            </a:r>
            <a:endParaRPr lang="es-ES" sz="3200" b="0" u="none" strike="noStrike">
              <a:solidFill>
                <a:srgbClr val="000000"/>
              </a:solidFill>
              <a:effectLst/>
              <a:uFillTx/>
              <a:latin typeface="Arial"/>
            </a:endParaRPr>
          </a:p>
          <a:p>
            <a:pPr marL="2743200" lvl="5" indent="-355680" algn="l">
              <a:spcBef>
                <a:spcPts val="283"/>
              </a:spcBef>
              <a:buClr>
                <a:srgbClr val="FFFFFF"/>
              </a:buClr>
              <a:buSzPct val="45000"/>
              <a:buFont typeface="Wingdings" charset="2"/>
              <a:buChar char=""/>
            </a:pPr>
            <a:r>
              <a:rPr lang="es-ES" sz="3200" b="0" u="none" strike="noStrike">
                <a:solidFill>
                  <a:srgbClr val="000000"/>
                </a:solidFill>
                <a:effectLst/>
                <a:uFillTx/>
                <a:latin typeface="Arial"/>
              </a:rPr>
              <a:t>Sexto nivel del esquema</a:t>
            </a:r>
            <a:endParaRPr lang="es-ES" sz="3200" b="0" u="none" strike="noStrike">
              <a:solidFill>
                <a:srgbClr val="000000"/>
              </a:solidFill>
              <a:effectLst/>
              <a:uFillTx/>
              <a:latin typeface="Arial"/>
            </a:endParaRPr>
          </a:p>
          <a:p>
            <a:pPr marL="3200400" lvl="6" indent="-355680" algn="l">
              <a:spcBef>
                <a:spcPts val="283"/>
              </a:spcBef>
              <a:buClr>
                <a:srgbClr val="FFFFFF"/>
              </a:buClr>
              <a:buSzPct val="45000"/>
              <a:buFont typeface="Wingdings" charset="2"/>
              <a:buChar char=""/>
            </a:pPr>
            <a:r>
              <a:rPr lang="es-ES" sz="3200" b="0" u="none" strike="noStrike">
                <a:solidFill>
                  <a:srgbClr val="000000"/>
                </a:solidFill>
                <a:effectLst/>
                <a:uFillTx/>
                <a:latin typeface="Arial"/>
              </a:rPr>
              <a:t>Séptimo nivel del esquema</a:t>
            </a:r>
            <a:endParaRPr lang="es-ES" sz="3200" b="0" u="none" strike="noStrike">
              <a:solidFill>
                <a:srgbClr val="000000"/>
              </a:solidFill>
              <a:effectLst/>
              <a:uFillTx/>
              <a:latin typeface="Arial"/>
            </a:endParaRPr>
          </a:p>
        </p:txBody>
      </p:sp>
      <p:sp>
        <p:nvSpPr>
          <p:cNvPr id="49"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rmAutofit fontScale="85000" lnSpcReduction="9999"/>
          </a:bodyPr>
          <a:lstStyle>
            <a:lvl1pPr algn="l">
              <a:spcBef>
                <a:spcPts val="1417"/>
              </a:spcBef>
              <a:buClr>
                <a:srgbClr val="FFFFFF"/>
              </a:buClr>
              <a:buSzPct val="45000"/>
              <a:buFont typeface="Wingdings" charset="2"/>
              <a:buChar char=""/>
              <a:defRPr lang="es-ES" sz="1600" b="0" u="none" strike="noStrike">
                <a:solidFill>
                  <a:srgbClr val="000000"/>
                </a:solidFill>
                <a:effectLst/>
                <a:uFillTx/>
                <a:latin typeface="Arial"/>
              </a:defRPr>
            </a:lvl1pPr>
            <a:lvl2pPr lvl="1" algn="l">
              <a:spcBef>
                <a:spcPts val="1134"/>
              </a:spcBef>
              <a:buClr>
                <a:srgbClr val="FFFFFF"/>
              </a:buClr>
              <a:buSzPct val="75000"/>
              <a:buFont typeface="Symbol" charset="2"/>
              <a:buChar char=""/>
              <a:defRPr lang="es-ES" sz="1600" b="0" u="none" strike="noStrike">
                <a:solidFill>
                  <a:srgbClr val="000000"/>
                </a:solidFill>
                <a:effectLst/>
                <a:uFillTx/>
                <a:latin typeface="Arial"/>
              </a:defRPr>
            </a:lvl2pPr>
            <a:lvl3pPr lvl="2" algn="l">
              <a:spcBef>
                <a:spcPts val="850"/>
              </a:spcBef>
              <a:buClr>
                <a:srgbClr val="FFFFFF"/>
              </a:buClr>
              <a:buSzPct val="45000"/>
              <a:buFont typeface="Wingdings" charset="2"/>
              <a:buChar char=""/>
              <a:defRPr lang="es-ES" sz="1600" b="0" u="none" strike="noStrike">
                <a:solidFill>
                  <a:srgbClr val="000000"/>
                </a:solidFill>
                <a:effectLst/>
                <a:uFillTx/>
                <a:latin typeface="Arial"/>
              </a:defRPr>
            </a:lvl3pPr>
            <a:lvl4pPr lvl="3" algn="l">
              <a:spcBef>
                <a:spcPts val="567"/>
              </a:spcBef>
              <a:buClr>
                <a:srgbClr val="FFFFFF"/>
              </a:buClr>
              <a:buSzPct val="75000"/>
              <a:buFont typeface="Symbol" charset="2"/>
              <a:buChar char=""/>
              <a:defRPr lang="es-ES" sz="1600" b="0" u="none" strike="noStrike">
                <a:solidFill>
                  <a:srgbClr val="000000"/>
                </a:solidFill>
                <a:effectLst/>
                <a:uFillTx/>
                <a:latin typeface="Arial"/>
              </a:defRPr>
            </a:lvl4pPr>
            <a:lvl5pPr lvl="4" algn="l">
              <a:spcBef>
                <a:spcPts val="283"/>
              </a:spcBef>
              <a:buClr>
                <a:srgbClr val="FFFFFF"/>
              </a:buClr>
              <a:buSzPct val="45000"/>
              <a:buFont typeface="Wingdings" charset="2"/>
              <a:buChar char=""/>
              <a:defRPr lang="es-ES" sz="1600" b="0" u="none" strike="noStrike">
                <a:solidFill>
                  <a:srgbClr val="000000"/>
                </a:solidFill>
                <a:effectLst/>
                <a:uFillTx/>
                <a:latin typeface="Arial"/>
              </a:defRPr>
            </a:lvl5pPr>
            <a:lvl6pPr lvl="5" algn="l">
              <a:spcBef>
                <a:spcPts val="283"/>
              </a:spcBef>
              <a:buClr>
                <a:srgbClr val="FFFFFF"/>
              </a:buClr>
              <a:buSzPct val="45000"/>
              <a:buFont typeface="Wingdings" charset="2"/>
              <a:buChar char=""/>
              <a:defRPr lang="es-ES" sz="1600" b="0" u="none" strike="noStrike">
                <a:solidFill>
                  <a:srgbClr val="000000"/>
                </a:solidFill>
                <a:effectLst/>
                <a:uFillTx/>
                <a:latin typeface="Arial"/>
              </a:defRPr>
            </a:lvl6pPr>
            <a:lvl7pPr lvl="6" algn="l">
              <a:spcBef>
                <a:spcPts val="283"/>
              </a:spcBef>
              <a:buClr>
                <a:srgbClr val="FFFFFF"/>
              </a:buClr>
              <a:buSzPct val="45000"/>
              <a:buFont typeface="Wingdings" charset="2"/>
              <a:buChar char=""/>
              <a:defRPr lang="es-ES" sz="1600" b="0" u="none" strike="noStrike">
                <a:solidFill>
                  <a:srgbClr val="000000"/>
                </a:solidFill>
                <a:effectLst/>
                <a:uFillTx/>
                <a:latin typeface="Arial"/>
              </a:defRPr>
            </a:lvl7pPr>
          </a:lstStyle>
          <a:p>
            <a:pPr marL="457200" indent="-228600" algn="l">
              <a:spcBef>
                <a:spcPts val="1417"/>
              </a:spcBef>
              <a:buClr>
                <a:srgbClr val="FFFFFF"/>
              </a:buClr>
              <a:buSzPct val="45000"/>
              <a:buFont typeface="Wingdings" charset="2"/>
              <a:buChar char=""/>
            </a:pPr>
            <a:r>
              <a:rPr lang="es-ES" sz="1600" b="0" u="none" strike="noStrike">
                <a:solidFill>
                  <a:srgbClr val="000000"/>
                </a:solidFill>
                <a:effectLst/>
                <a:uFillTx/>
                <a:latin typeface="Arial"/>
              </a:rPr>
              <a:t>Pulse para editar el formato de texto del esquema</a:t>
            </a:r>
            <a:endParaRPr lang="es-ES" sz="1600" b="0" u="none" strike="noStrike">
              <a:solidFill>
                <a:srgbClr val="000000"/>
              </a:solidFill>
              <a:effectLst/>
              <a:uFillTx/>
              <a:latin typeface="Arial"/>
            </a:endParaRPr>
          </a:p>
          <a:p>
            <a:pPr marL="914400" lvl="1" indent="-228600" algn="l">
              <a:spcBef>
                <a:spcPts val="1134"/>
              </a:spcBef>
              <a:buClr>
                <a:srgbClr val="FFFFFF"/>
              </a:buClr>
              <a:buSzPct val="75000"/>
              <a:buFont typeface="Symbol" charset="2"/>
              <a:buChar char=""/>
            </a:pPr>
            <a:r>
              <a:rPr lang="es-ES" sz="1600" b="0" u="none" strike="noStrike">
                <a:solidFill>
                  <a:srgbClr val="000000"/>
                </a:solidFill>
                <a:effectLst/>
                <a:uFillTx/>
                <a:latin typeface="Arial"/>
              </a:rPr>
              <a:t>Segundo nivel del esquema</a:t>
            </a:r>
            <a:endParaRPr lang="es-ES" sz="1600" b="0" u="none" strike="noStrike">
              <a:solidFill>
                <a:srgbClr val="000000"/>
              </a:solidFill>
              <a:effectLst/>
              <a:uFillTx/>
              <a:latin typeface="Arial"/>
            </a:endParaRPr>
          </a:p>
          <a:p>
            <a:pPr marL="1371600" lvl="2" indent="-228600" algn="l">
              <a:spcBef>
                <a:spcPts val="850"/>
              </a:spcBef>
              <a:buClr>
                <a:srgbClr val="FFFFFF"/>
              </a:buClr>
              <a:buSzPct val="45000"/>
              <a:buFont typeface="Wingdings" charset="2"/>
              <a:buChar char=""/>
            </a:pPr>
            <a:r>
              <a:rPr lang="es-ES" sz="1600" b="0" u="none" strike="noStrike">
                <a:solidFill>
                  <a:srgbClr val="000000"/>
                </a:solidFill>
                <a:effectLst/>
                <a:uFillTx/>
                <a:latin typeface="Arial"/>
              </a:rPr>
              <a:t>Tercer nivel del esquema</a:t>
            </a:r>
            <a:endParaRPr lang="es-ES" sz="1600" b="0" u="none" strike="noStrike">
              <a:solidFill>
                <a:srgbClr val="000000"/>
              </a:solidFill>
              <a:effectLst/>
              <a:uFillTx/>
              <a:latin typeface="Arial"/>
            </a:endParaRPr>
          </a:p>
          <a:p>
            <a:pPr marL="1828800" lvl="3" indent="-228600" algn="l">
              <a:spcBef>
                <a:spcPts val="567"/>
              </a:spcBef>
              <a:buClr>
                <a:srgbClr val="FFFFFF"/>
              </a:buClr>
              <a:buSzPct val="75000"/>
              <a:buFont typeface="Symbol" charset="2"/>
              <a:buChar char=""/>
            </a:pPr>
            <a:r>
              <a:rPr lang="es-ES" sz="1600" b="0" u="none" strike="noStrike">
                <a:solidFill>
                  <a:srgbClr val="000000"/>
                </a:solidFill>
                <a:effectLst/>
                <a:uFillTx/>
                <a:latin typeface="Arial"/>
              </a:rPr>
              <a:t>Cuarto nivel del esquema</a:t>
            </a:r>
            <a:endParaRPr lang="es-ES" sz="1600" b="0" u="none" strike="noStrike">
              <a:solidFill>
                <a:srgbClr val="000000"/>
              </a:solidFill>
              <a:effectLst/>
              <a:uFillTx/>
              <a:latin typeface="Arial"/>
            </a:endParaRPr>
          </a:p>
          <a:p>
            <a:pPr marL="2286000" lvl="4" indent="-228600" algn="l">
              <a:spcBef>
                <a:spcPts val="283"/>
              </a:spcBef>
              <a:buClr>
                <a:srgbClr val="FFFFFF"/>
              </a:buClr>
              <a:buSzPct val="45000"/>
              <a:buFont typeface="Wingdings" charset="2"/>
              <a:buChar char=""/>
            </a:pPr>
            <a:r>
              <a:rPr lang="es-ES" sz="1600" b="0" u="none" strike="noStrike">
                <a:solidFill>
                  <a:srgbClr val="000000"/>
                </a:solidFill>
                <a:effectLst/>
                <a:uFillTx/>
                <a:latin typeface="Arial"/>
              </a:rPr>
              <a:t>Quinto nivel del esquema</a:t>
            </a:r>
            <a:endParaRPr lang="es-ES" sz="1600" b="0" u="none" strike="noStrike">
              <a:solidFill>
                <a:srgbClr val="000000"/>
              </a:solidFill>
              <a:effectLst/>
              <a:uFillTx/>
              <a:latin typeface="Arial"/>
            </a:endParaRPr>
          </a:p>
          <a:p>
            <a:pPr marL="2743200" lvl="5" indent="-228600" algn="l">
              <a:spcBef>
                <a:spcPts val="283"/>
              </a:spcBef>
              <a:buClr>
                <a:srgbClr val="FFFFFF"/>
              </a:buClr>
              <a:buSzPct val="45000"/>
              <a:buFont typeface="Wingdings" charset="2"/>
              <a:buChar char=""/>
            </a:pPr>
            <a:r>
              <a:rPr lang="es-ES" sz="1600" b="0" u="none" strike="noStrike">
                <a:solidFill>
                  <a:srgbClr val="000000"/>
                </a:solidFill>
                <a:effectLst/>
                <a:uFillTx/>
                <a:latin typeface="Arial"/>
              </a:rPr>
              <a:t>Sexto nivel del esquema</a:t>
            </a:r>
            <a:endParaRPr lang="es-ES" sz="1600" b="0" u="none" strike="noStrike">
              <a:solidFill>
                <a:srgbClr val="000000"/>
              </a:solidFill>
              <a:effectLst/>
              <a:uFillTx/>
              <a:latin typeface="Arial"/>
            </a:endParaRPr>
          </a:p>
          <a:p>
            <a:pPr marL="3200400" lvl="6" indent="-228600" algn="l">
              <a:spcBef>
                <a:spcPts val="283"/>
              </a:spcBef>
              <a:buClr>
                <a:srgbClr val="FFFFFF"/>
              </a:buClr>
              <a:buSzPct val="45000"/>
              <a:buFont typeface="Wingdings" charset="2"/>
              <a:buChar char=""/>
            </a:pPr>
            <a:r>
              <a:rPr lang="es-ES" sz="1600" b="0" u="none" strike="noStrike">
                <a:solidFill>
                  <a:srgbClr val="000000"/>
                </a:solidFill>
                <a:effectLst/>
                <a:uFillTx/>
                <a:latin typeface="Arial"/>
              </a:rPr>
              <a:t>Séptimo nivel del esquema</a:t>
            </a:r>
            <a:endParaRPr lang="es-ES" sz="1600" b="0" u="none" strike="noStrike">
              <a:solidFill>
                <a:srgbClr val="000000"/>
              </a:solidFill>
              <a:effectLst/>
              <a:uFillTx/>
              <a:latin typeface="Arial"/>
            </a:endParaRPr>
          </a:p>
        </p:txBody>
      </p:sp>
      <p:sp>
        <p:nvSpPr>
          <p:cNvPr id="50" name="PlaceHolder 4"/>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s-ES" sz="1400" b="0" u="none" strike="noStrike">
                <a:solidFill>
                  <a:srgbClr val="FFFFFF"/>
                </a:solidFill>
                <a:effectLst/>
                <a:uFillTx/>
                <a:latin typeface="Times New Roman"/>
              </a:defRPr>
            </a:lvl1pPr>
          </a:lstStyle>
          <a:p>
            <a:pPr indent="0" algn="l">
              <a:buNone/>
            </a:pPr>
            <a:r>
              <a:rPr lang="es-ES" sz="1400" b="0" u="none" strike="noStrike">
                <a:solidFill>
                  <a:srgbClr val="FFFFFF"/>
                </a:solidFill>
                <a:effectLst/>
                <a:uFillTx/>
                <a:latin typeface="Times New Roman"/>
              </a:rPr>
              <a:t>&lt;fecha/hora&gt;</a:t>
            </a:r>
            <a:endParaRPr lang="es-ES" sz="1400" b="0" u="none" strike="noStrike">
              <a:solidFill>
                <a:srgbClr val="FFFFFF"/>
              </a:solidFill>
              <a:effectLst/>
              <a:uFillTx/>
              <a:latin typeface="Times New Roman"/>
            </a:endParaRPr>
          </a:p>
        </p:txBody>
      </p:sp>
      <p:sp>
        <p:nvSpPr>
          <p:cNvPr id="51" name="PlaceHolder 5"/>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FFFFFF"/>
                </a:solidFill>
                <a:effectLst/>
                <a:uFillTx/>
                <a:latin typeface="Times New Roman"/>
              </a:defRPr>
            </a:lvl1pPr>
          </a:lstStyle>
          <a:p>
            <a:pPr indent="0" algn="ctr">
              <a:buNone/>
            </a:pPr>
            <a:r>
              <a:rPr lang="es-ES" sz="1400" b="0" u="none" strike="noStrike">
                <a:solidFill>
                  <a:srgbClr val="FFFFFF"/>
                </a:solidFill>
                <a:effectLst/>
                <a:uFillTx/>
                <a:latin typeface="Times New Roman"/>
              </a:rPr>
              <a:t>&lt;pie de página&gt;</a:t>
            </a:r>
            <a:endParaRPr lang="es-ES" sz="1400" b="0" u="none" strike="noStrike">
              <a:solidFill>
                <a:srgbClr val="FFFFFF"/>
              </a:solidFill>
              <a:effectLst/>
              <a:uFillTx/>
              <a:latin typeface="Times New Roman"/>
            </a:endParaRPr>
          </a:p>
        </p:txBody>
      </p:sp>
      <p:sp>
        <p:nvSpPr>
          <p:cNvPr id="52" name="PlaceHolder 6"/>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s-ES" sz="1200" b="0" u="none" strike="noStrike">
                <a:solidFill>
                  <a:schemeClr val="lt1"/>
                </a:solidFill>
                <a:effectLst/>
                <a:uFillTx/>
                <a:latin typeface="Calibri"/>
                <a:ea typeface="Calibri"/>
              </a:defRPr>
            </a:lvl1pPr>
          </a:lstStyle>
          <a:p>
            <a:pPr indent="0" algn="r">
              <a:lnSpc>
                <a:spcPct val="100000"/>
              </a:lnSpc>
              <a:buNone/>
              <a:tabLst>
                <a:tab pos="0" algn="l"/>
              </a:tabLst>
            </a:pPr>
            <a:fld id="{B13428A3-9FCF-4362-8B96-682DD984B634}" type="slidenum">
              <a:rPr lang="es-ES" sz="1200" b="0" u="none" strike="noStrike">
                <a:solidFill>
                  <a:schemeClr val="lt1"/>
                </a:solidFill>
                <a:effectLst/>
                <a:uFillTx/>
                <a:latin typeface="Calibri"/>
                <a:ea typeface="Calibri"/>
              </a:rPr>
              <a:t>&lt;número&gt;</a:t>
            </a:fld>
            <a:endParaRPr lang="es-ES" sz="1200" b="0" u="none" strike="noStrike">
              <a:solidFill>
                <a:srgbClr val="FFFFFF"/>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_WITH_CAPTION_TEXT">
    <p:bg>
      <p:bgPr>
        <a:solidFill>
          <a:srgbClr val="000000"/>
        </a:solidFill>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rmAutofit/>
          </a:bodyPr>
          <a:lstStyle>
            <a:lvl1pPr indent="0" algn="l">
              <a:buNone/>
              <a:defRPr lang="es-ES" sz="3200" b="0" u="none" strike="noStrike">
                <a:solidFill>
                  <a:srgbClr val="000000"/>
                </a:solidFill>
                <a:effectLst/>
                <a:uFillTx/>
                <a:latin typeface="Arial"/>
              </a:defRPr>
            </a:lvl1pPr>
          </a:lstStyle>
          <a:p>
            <a:pPr indent="0" algn="l">
              <a:buNone/>
            </a:pPr>
            <a:r>
              <a:rPr lang="es-ES" sz="3200" b="0" u="none" strike="noStrike">
                <a:solidFill>
                  <a:srgbClr val="000000"/>
                </a:solidFill>
                <a:effectLst/>
                <a:uFillTx/>
                <a:latin typeface="Arial"/>
              </a:rPr>
              <a:t>Pulse para editar el formato del texto de título</a:t>
            </a:r>
            <a:endParaRPr lang="es-ES" sz="3200" b="0" u="none" strike="noStrike">
              <a:solidFill>
                <a:srgbClr val="000000"/>
              </a:solidFill>
              <a:effectLst/>
              <a:uFillTx/>
              <a:latin typeface="Arial"/>
            </a:endParaRPr>
          </a:p>
        </p:txBody>
      </p:sp>
      <p:sp>
        <p:nvSpPr>
          <p:cNvPr id="54"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rmAutofit fontScale="85000" lnSpcReduction="9999"/>
          </a:bodyPr>
          <a:lstStyle>
            <a:lvl1pPr algn="l">
              <a:spcBef>
                <a:spcPts val="1417"/>
              </a:spcBef>
              <a:buClr>
                <a:srgbClr val="FFFFFF"/>
              </a:buClr>
              <a:buSzPct val="45000"/>
              <a:buFont typeface="Wingdings" charset="2"/>
              <a:buChar char=""/>
              <a:defRPr lang="es-ES" sz="3200" b="0" u="none" strike="noStrike">
                <a:solidFill>
                  <a:srgbClr val="000000"/>
                </a:solidFill>
                <a:effectLst/>
                <a:uFillTx/>
                <a:latin typeface="Arial"/>
              </a:defRPr>
            </a:lvl1pPr>
            <a:lvl2pPr lvl="1" algn="l">
              <a:spcBef>
                <a:spcPts val="1134"/>
              </a:spcBef>
              <a:buClr>
                <a:srgbClr val="FFFFFF"/>
              </a:buClr>
              <a:buSzPct val="75000"/>
              <a:buFont typeface="Symbol" charset="2"/>
              <a:buChar char=""/>
              <a:defRPr lang="es-ES" sz="3200" b="0" u="none" strike="noStrike">
                <a:solidFill>
                  <a:srgbClr val="000000"/>
                </a:solidFill>
                <a:effectLst/>
                <a:uFillTx/>
                <a:latin typeface="Arial"/>
              </a:defRPr>
            </a:lvl2pPr>
            <a:lvl3pPr lvl="2" algn="l">
              <a:spcBef>
                <a:spcPts val="850"/>
              </a:spcBef>
              <a:buClr>
                <a:srgbClr val="FFFFFF"/>
              </a:buClr>
              <a:buSzPct val="45000"/>
              <a:buFont typeface="Wingdings" charset="2"/>
              <a:buChar char=""/>
              <a:defRPr lang="es-ES" sz="3200" b="0" u="none" strike="noStrike">
                <a:solidFill>
                  <a:srgbClr val="000000"/>
                </a:solidFill>
                <a:effectLst/>
                <a:uFillTx/>
                <a:latin typeface="Arial"/>
              </a:defRPr>
            </a:lvl3pPr>
            <a:lvl4pPr lvl="3" algn="l">
              <a:spcBef>
                <a:spcPts val="567"/>
              </a:spcBef>
              <a:buClr>
                <a:srgbClr val="FFFFFF"/>
              </a:buClr>
              <a:buSzPct val="75000"/>
              <a:buFont typeface="Symbol" charset="2"/>
              <a:buChar char=""/>
              <a:defRPr lang="es-ES" sz="3200" b="0" u="none" strike="noStrike">
                <a:solidFill>
                  <a:srgbClr val="000000"/>
                </a:solidFill>
                <a:effectLst/>
                <a:uFillTx/>
                <a:latin typeface="Arial"/>
              </a:defRPr>
            </a:lvl4pPr>
            <a:lvl5pPr lvl="4" algn="l">
              <a:spcBef>
                <a:spcPts val="283"/>
              </a:spcBef>
              <a:buClr>
                <a:srgbClr val="FFFFFF"/>
              </a:buClr>
              <a:buSzPct val="45000"/>
              <a:buFont typeface="Wingdings" charset="2"/>
              <a:buChar char=""/>
              <a:defRPr lang="es-ES" sz="3200" b="0" u="none" strike="noStrike">
                <a:solidFill>
                  <a:srgbClr val="000000"/>
                </a:solidFill>
                <a:effectLst/>
                <a:uFillTx/>
                <a:latin typeface="Arial"/>
              </a:defRPr>
            </a:lvl5pPr>
            <a:lvl6pPr lvl="5" algn="l">
              <a:spcBef>
                <a:spcPts val="283"/>
              </a:spcBef>
              <a:buClr>
                <a:srgbClr val="FFFFFF"/>
              </a:buClr>
              <a:buSzPct val="45000"/>
              <a:buFont typeface="Wingdings" charset="2"/>
              <a:buChar char=""/>
              <a:defRPr lang="es-ES" sz="3200" b="0" u="none" strike="noStrike">
                <a:solidFill>
                  <a:srgbClr val="000000"/>
                </a:solidFill>
                <a:effectLst/>
                <a:uFillTx/>
                <a:latin typeface="Arial"/>
              </a:defRPr>
            </a:lvl6pPr>
            <a:lvl7pPr lvl="6" algn="l">
              <a:spcBef>
                <a:spcPts val="283"/>
              </a:spcBef>
              <a:buClr>
                <a:srgbClr val="FFFFFF"/>
              </a:buClr>
              <a:buSzPct val="45000"/>
              <a:buFont typeface="Wingdings" charset="2"/>
              <a:buChar char=""/>
              <a:defRPr lang="es-ES" sz="3200" b="0" u="none" strike="noStrike">
                <a:solidFill>
                  <a:srgbClr val="000000"/>
                </a:solidFill>
                <a:effectLst/>
                <a:uFillTx/>
                <a:latin typeface="Arial"/>
              </a:defRPr>
            </a:lvl7pPr>
          </a:lstStyle>
          <a:p>
            <a:pPr marL="432000" indent="-324000" algn="l">
              <a:spcBef>
                <a:spcPts val="1417"/>
              </a:spcBef>
              <a:buClr>
                <a:srgbClr val="FFFFFF"/>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s-ES" sz="3200" b="0" u="none" strike="noStrike">
              <a:solidFill>
                <a:srgbClr val="000000"/>
              </a:solidFill>
              <a:effectLst/>
              <a:uFillTx/>
              <a:latin typeface="Arial"/>
            </a:endParaRPr>
          </a:p>
          <a:p>
            <a:pPr marL="864000" lvl="1" indent="-324000" algn="l">
              <a:spcBef>
                <a:spcPts val="1134"/>
              </a:spcBef>
              <a:buClr>
                <a:srgbClr val="FFFFFF"/>
              </a:buClr>
              <a:buSzPct val="75000"/>
              <a:buFont typeface="Symbol" charset="2"/>
              <a:buChar char=""/>
            </a:pPr>
            <a:r>
              <a:rPr lang="es-ES" sz="3200" b="0" u="none" strike="noStrike">
                <a:solidFill>
                  <a:srgbClr val="000000"/>
                </a:solidFill>
                <a:effectLst/>
                <a:uFillTx/>
                <a:latin typeface="Arial"/>
              </a:rPr>
              <a:t>Segundo nivel del esquema</a:t>
            </a:r>
            <a:endParaRPr lang="es-ES" sz="3200" b="0" u="none" strike="noStrike">
              <a:solidFill>
                <a:srgbClr val="000000"/>
              </a:solidFill>
              <a:effectLst/>
              <a:uFillTx/>
              <a:latin typeface="Arial"/>
            </a:endParaRPr>
          </a:p>
          <a:p>
            <a:pPr marL="1296000" lvl="2" indent="-288000" algn="l">
              <a:spcBef>
                <a:spcPts val="850"/>
              </a:spcBef>
              <a:buClr>
                <a:srgbClr val="FFFFFF"/>
              </a:buClr>
              <a:buSzPct val="45000"/>
              <a:buFont typeface="Wingdings" charset="2"/>
              <a:buChar char=""/>
            </a:pPr>
            <a:r>
              <a:rPr lang="es-ES" sz="3200" b="0" u="none" strike="noStrike">
                <a:solidFill>
                  <a:srgbClr val="000000"/>
                </a:solidFill>
                <a:effectLst/>
                <a:uFillTx/>
                <a:latin typeface="Arial"/>
              </a:rPr>
              <a:t>Tercer nivel del esquema</a:t>
            </a:r>
            <a:endParaRPr lang="es-ES" sz="3200" b="0" u="none" strike="noStrike">
              <a:solidFill>
                <a:srgbClr val="000000"/>
              </a:solidFill>
              <a:effectLst/>
              <a:uFillTx/>
              <a:latin typeface="Arial"/>
            </a:endParaRPr>
          </a:p>
          <a:p>
            <a:pPr marL="1728000" lvl="3" indent="-216000" algn="l">
              <a:spcBef>
                <a:spcPts val="567"/>
              </a:spcBef>
              <a:buClr>
                <a:srgbClr val="FFFFFF"/>
              </a:buClr>
              <a:buSzPct val="75000"/>
              <a:buFont typeface="Symbol" charset="2"/>
              <a:buChar char=""/>
            </a:pPr>
            <a:r>
              <a:rPr lang="es-ES" sz="3200" b="0" u="none" strike="noStrike">
                <a:solidFill>
                  <a:srgbClr val="000000"/>
                </a:solidFill>
                <a:effectLst/>
                <a:uFillTx/>
                <a:latin typeface="Arial"/>
              </a:rPr>
              <a:t>Cuarto nivel del esquema</a:t>
            </a:r>
            <a:endParaRPr lang="es-ES" sz="3200" b="0" u="none" strike="noStrike">
              <a:solidFill>
                <a:srgbClr val="000000"/>
              </a:solidFill>
              <a:effectLst/>
              <a:uFillTx/>
              <a:latin typeface="Arial"/>
            </a:endParaRPr>
          </a:p>
          <a:p>
            <a:pPr marL="2160000" lvl="4" indent="-216000" algn="l">
              <a:spcBef>
                <a:spcPts val="283"/>
              </a:spcBef>
              <a:buClr>
                <a:srgbClr val="FFFFFF"/>
              </a:buClr>
              <a:buSzPct val="45000"/>
              <a:buFont typeface="Wingdings" charset="2"/>
              <a:buChar char=""/>
            </a:pPr>
            <a:r>
              <a:rPr lang="es-ES" sz="3200" b="0" u="none" strike="noStrike">
                <a:solidFill>
                  <a:srgbClr val="000000"/>
                </a:solidFill>
                <a:effectLst/>
                <a:uFillTx/>
                <a:latin typeface="Arial"/>
              </a:rPr>
              <a:t>Quinto nivel del esquema</a:t>
            </a:r>
            <a:endParaRPr lang="es-ES" sz="3200" b="0" u="none" strike="noStrike">
              <a:solidFill>
                <a:srgbClr val="000000"/>
              </a:solidFill>
              <a:effectLst/>
              <a:uFillTx/>
              <a:latin typeface="Arial"/>
            </a:endParaRPr>
          </a:p>
          <a:p>
            <a:pPr marL="2592000" lvl="5" indent="-216000" algn="l">
              <a:spcBef>
                <a:spcPts val="283"/>
              </a:spcBef>
              <a:buClr>
                <a:srgbClr val="FFFFFF"/>
              </a:buClr>
              <a:buSzPct val="45000"/>
              <a:buFont typeface="Wingdings" charset="2"/>
              <a:buChar char=""/>
            </a:pPr>
            <a:r>
              <a:rPr lang="es-ES" sz="3200" b="0" u="none" strike="noStrike">
                <a:solidFill>
                  <a:srgbClr val="000000"/>
                </a:solidFill>
                <a:effectLst/>
                <a:uFillTx/>
                <a:latin typeface="Arial"/>
              </a:rPr>
              <a:t>Sexto nivel del esquema</a:t>
            </a:r>
            <a:endParaRPr lang="es-ES" sz="3200" b="0" u="none" strike="noStrike">
              <a:solidFill>
                <a:srgbClr val="000000"/>
              </a:solidFill>
              <a:effectLst/>
              <a:uFillTx/>
              <a:latin typeface="Arial"/>
            </a:endParaRPr>
          </a:p>
          <a:p>
            <a:pPr marL="3024000" lvl="6" indent="-216000" algn="l">
              <a:spcBef>
                <a:spcPts val="283"/>
              </a:spcBef>
              <a:buClr>
                <a:srgbClr val="FFFFFF"/>
              </a:buClr>
              <a:buSzPct val="45000"/>
              <a:buFont typeface="Wingdings" charset="2"/>
              <a:buChar char=""/>
            </a:pPr>
            <a:r>
              <a:rPr lang="es-ES" sz="3200" b="0" u="none" strike="noStrike">
                <a:solidFill>
                  <a:srgbClr val="000000"/>
                </a:solidFill>
                <a:effectLst/>
                <a:uFillTx/>
                <a:latin typeface="Arial"/>
              </a:rPr>
              <a:t>Séptimo nivel del esquema</a:t>
            </a:r>
            <a:endParaRPr lang="es-ES" sz="3200" b="0" u="none" strike="noStrike">
              <a:solidFill>
                <a:srgbClr val="000000"/>
              </a:solidFill>
              <a:effectLst/>
              <a:uFillTx/>
              <a:latin typeface="Arial"/>
            </a:endParaRPr>
          </a:p>
        </p:txBody>
      </p:sp>
      <p:sp>
        <p:nvSpPr>
          <p:cNvPr id="55"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rmAutofit fontScale="85000" lnSpcReduction="9999"/>
          </a:bodyPr>
          <a:lstStyle>
            <a:lvl1pPr algn="l">
              <a:spcBef>
                <a:spcPts val="1417"/>
              </a:spcBef>
              <a:buClr>
                <a:srgbClr val="FFFFFF"/>
              </a:buClr>
              <a:buSzPct val="45000"/>
              <a:buFont typeface="Wingdings" charset="2"/>
              <a:buChar char=""/>
              <a:defRPr lang="es-ES" sz="1600" b="0" u="none" strike="noStrike">
                <a:solidFill>
                  <a:srgbClr val="000000"/>
                </a:solidFill>
                <a:effectLst/>
                <a:uFillTx/>
                <a:latin typeface="Arial"/>
              </a:defRPr>
            </a:lvl1pPr>
            <a:lvl2pPr lvl="1" algn="l">
              <a:spcBef>
                <a:spcPts val="1134"/>
              </a:spcBef>
              <a:buClr>
                <a:srgbClr val="FFFFFF"/>
              </a:buClr>
              <a:buSzPct val="75000"/>
              <a:buFont typeface="Symbol" charset="2"/>
              <a:buChar char=""/>
              <a:defRPr lang="es-ES" sz="1600" b="0" u="none" strike="noStrike">
                <a:solidFill>
                  <a:srgbClr val="000000"/>
                </a:solidFill>
                <a:effectLst/>
                <a:uFillTx/>
                <a:latin typeface="Arial"/>
              </a:defRPr>
            </a:lvl2pPr>
            <a:lvl3pPr lvl="2" algn="l">
              <a:spcBef>
                <a:spcPts val="850"/>
              </a:spcBef>
              <a:buClr>
                <a:srgbClr val="FFFFFF"/>
              </a:buClr>
              <a:buSzPct val="45000"/>
              <a:buFont typeface="Wingdings" charset="2"/>
              <a:buChar char=""/>
              <a:defRPr lang="es-ES" sz="1600" b="0" u="none" strike="noStrike">
                <a:solidFill>
                  <a:srgbClr val="000000"/>
                </a:solidFill>
                <a:effectLst/>
                <a:uFillTx/>
                <a:latin typeface="Arial"/>
              </a:defRPr>
            </a:lvl3pPr>
            <a:lvl4pPr lvl="3" algn="l">
              <a:spcBef>
                <a:spcPts val="567"/>
              </a:spcBef>
              <a:buClr>
                <a:srgbClr val="FFFFFF"/>
              </a:buClr>
              <a:buSzPct val="75000"/>
              <a:buFont typeface="Symbol" charset="2"/>
              <a:buChar char=""/>
              <a:defRPr lang="es-ES" sz="1600" b="0" u="none" strike="noStrike">
                <a:solidFill>
                  <a:srgbClr val="000000"/>
                </a:solidFill>
                <a:effectLst/>
                <a:uFillTx/>
                <a:latin typeface="Arial"/>
              </a:defRPr>
            </a:lvl4pPr>
            <a:lvl5pPr lvl="4" algn="l">
              <a:spcBef>
                <a:spcPts val="283"/>
              </a:spcBef>
              <a:buClr>
                <a:srgbClr val="FFFFFF"/>
              </a:buClr>
              <a:buSzPct val="45000"/>
              <a:buFont typeface="Wingdings" charset="2"/>
              <a:buChar char=""/>
              <a:defRPr lang="es-ES" sz="1600" b="0" u="none" strike="noStrike">
                <a:solidFill>
                  <a:srgbClr val="000000"/>
                </a:solidFill>
                <a:effectLst/>
                <a:uFillTx/>
                <a:latin typeface="Arial"/>
              </a:defRPr>
            </a:lvl5pPr>
            <a:lvl6pPr lvl="5" algn="l">
              <a:spcBef>
                <a:spcPts val="283"/>
              </a:spcBef>
              <a:buClr>
                <a:srgbClr val="FFFFFF"/>
              </a:buClr>
              <a:buSzPct val="45000"/>
              <a:buFont typeface="Wingdings" charset="2"/>
              <a:buChar char=""/>
              <a:defRPr lang="es-ES" sz="1600" b="0" u="none" strike="noStrike">
                <a:solidFill>
                  <a:srgbClr val="000000"/>
                </a:solidFill>
                <a:effectLst/>
                <a:uFillTx/>
                <a:latin typeface="Arial"/>
              </a:defRPr>
            </a:lvl6pPr>
            <a:lvl7pPr lvl="6" algn="l">
              <a:spcBef>
                <a:spcPts val="283"/>
              </a:spcBef>
              <a:buClr>
                <a:srgbClr val="FFFFFF"/>
              </a:buClr>
              <a:buSzPct val="45000"/>
              <a:buFont typeface="Wingdings" charset="2"/>
              <a:buChar char=""/>
              <a:defRPr lang="es-ES" sz="1600" b="0" u="none" strike="noStrike">
                <a:solidFill>
                  <a:srgbClr val="000000"/>
                </a:solidFill>
                <a:effectLst/>
                <a:uFillTx/>
                <a:latin typeface="Arial"/>
              </a:defRPr>
            </a:lvl7pPr>
          </a:lstStyle>
          <a:p>
            <a:pPr marL="457200" indent="-228600" algn="l">
              <a:spcBef>
                <a:spcPts val="1417"/>
              </a:spcBef>
              <a:buClr>
                <a:srgbClr val="FFFFFF"/>
              </a:buClr>
              <a:buSzPct val="45000"/>
              <a:buFont typeface="Wingdings" charset="2"/>
              <a:buChar char=""/>
            </a:pPr>
            <a:r>
              <a:rPr lang="es-ES" sz="1600" b="0" u="none" strike="noStrike">
                <a:solidFill>
                  <a:srgbClr val="000000"/>
                </a:solidFill>
                <a:effectLst/>
                <a:uFillTx/>
                <a:latin typeface="Arial"/>
              </a:rPr>
              <a:t>Pulse para editar el formato de texto del esquema</a:t>
            </a:r>
            <a:endParaRPr lang="es-ES" sz="1600" b="0" u="none" strike="noStrike">
              <a:solidFill>
                <a:srgbClr val="000000"/>
              </a:solidFill>
              <a:effectLst/>
              <a:uFillTx/>
              <a:latin typeface="Arial"/>
            </a:endParaRPr>
          </a:p>
          <a:p>
            <a:pPr marL="914400" lvl="1" indent="-228600" algn="l">
              <a:spcBef>
                <a:spcPts val="1134"/>
              </a:spcBef>
              <a:buClr>
                <a:srgbClr val="FFFFFF"/>
              </a:buClr>
              <a:buSzPct val="75000"/>
              <a:buFont typeface="Symbol" charset="2"/>
              <a:buChar char=""/>
            </a:pPr>
            <a:r>
              <a:rPr lang="es-ES" sz="1600" b="0" u="none" strike="noStrike">
                <a:solidFill>
                  <a:srgbClr val="000000"/>
                </a:solidFill>
                <a:effectLst/>
                <a:uFillTx/>
                <a:latin typeface="Arial"/>
              </a:rPr>
              <a:t>Segundo nivel del esquema</a:t>
            </a:r>
            <a:endParaRPr lang="es-ES" sz="1600" b="0" u="none" strike="noStrike">
              <a:solidFill>
                <a:srgbClr val="000000"/>
              </a:solidFill>
              <a:effectLst/>
              <a:uFillTx/>
              <a:latin typeface="Arial"/>
            </a:endParaRPr>
          </a:p>
          <a:p>
            <a:pPr marL="1371600" lvl="2" indent="-228600" algn="l">
              <a:spcBef>
                <a:spcPts val="850"/>
              </a:spcBef>
              <a:buClr>
                <a:srgbClr val="FFFFFF"/>
              </a:buClr>
              <a:buSzPct val="45000"/>
              <a:buFont typeface="Wingdings" charset="2"/>
              <a:buChar char=""/>
            </a:pPr>
            <a:r>
              <a:rPr lang="es-ES" sz="1600" b="0" u="none" strike="noStrike">
                <a:solidFill>
                  <a:srgbClr val="000000"/>
                </a:solidFill>
                <a:effectLst/>
                <a:uFillTx/>
                <a:latin typeface="Arial"/>
              </a:rPr>
              <a:t>Tercer nivel del esquema</a:t>
            </a:r>
            <a:endParaRPr lang="es-ES" sz="1600" b="0" u="none" strike="noStrike">
              <a:solidFill>
                <a:srgbClr val="000000"/>
              </a:solidFill>
              <a:effectLst/>
              <a:uFillTx/>
              <a:latin typeface="Arial"/>
            </a:endParaRPr>
          </a:p>
          <a:p>
            <a:pPr marL="1828800" lvl="3" indent="-228600" algn="l">
              <a:spcBef>
                <a:spcPts val="567"/>
              </a:spcBef>
              <a:buClr>
                <a:srgbClr val="FFFFFF"/>
              </a:buClr>
              <a:buSzPct val="75000"/>
              <a:buFont typeface="Symbol" charset="2"/>
              <a:buChar char=""/>
            </a:pPr>
            <a:r>
              <a:rPr lang="es-ES" sz="1600" b="0" u="none" strike="noStrike">
                <a:solidFill>
                  <a:srgbClr val="000000"/>
                </a:solidFill>
                <a:effectLst/>
                <a:uFillTx/>
                <a:latin typeface="Arial"/>
              </a:rPr>
              <a:t>Cuarto nivel del esquema</a:t>
            </a:r>
            <a:endParaRPr lang="es-ES" sz="1600" b="0" u="none" strike="noStrike">
              <a:solidFill>
                <a:srgbClr val="000000"/>
              </a:solidFill>
              <a:effectLst/>
              <a:uFillTx/>
              <a:latin typeface="Arial"/>
            </a:endParaRPr>
          </a:p>
          <a:p>
            <a:pPr marL="2286000" lvl="4" indent="-228600" algn="l">
              <a:spcBef>
                <a:spcPts val="283"/>
              </a:spcBef>
              <a:buClr>
                <a:srgbClr val="FFFFFF"/>
              </a:buClr>
              <a:buSzPct val="45000"/>
              <a:buFont typeface="Wingdings" charset="2"/>
              <a:buChar char=""/>
            </a:pPr>
            <a:r>
              <a:rPr lang="es-ES" sz="1600" b="0" u="none" strike="noStrike">
                <a:solidFill>
                  <a:srgbClr val="000000"/>
                </a:solidFill>
                <a:effectLst/>
                <a:uFillTx/>
                <a:latin typeface="Arial"/>
              </a:rPr>
              <a:t>Quinto nivel del esquema</a:t>
            </a:r>
            <a:endParaRPr lang="es-ES" sz="1600" b="0" u="none" strike="noStrike">
              <a:solidFill>
                <a:srgbClr val="000000"/>
              </a:solidFill>
              <a:effectLst/>
              <a:uFillTx/>
              <a:latin typeface="Arial"/>
            </a:endParaRPr>
          </a:p>
          <a:p>
            <a:pPr marL="2743200" lvl="5" indent="-228600" algn="l">
              <a:spcBef>
                <a:spcPts val="283"/>
              </a:spcBef>
              <a:buClr>
                <a:srgbClr val="FFFFFF"/>
              </a:buClr>
              <a:buSzPct val="45000"/>
              <a:buFont typeface="Wingdings" charset="2"/>
              <a:buChar char=""/>
            </a:pPr>
            <a:r>
              <a:rPr lang="es-ES" sz="1600" b="0" u="none" strike="noStrike">
                <a:solidFill>
                  <a:srgbClr val="000000"/>
                </a:solidFill>
                <a:effectLst/>
                <a:uFillTx/>
                <a:latin typeface="Arial"/>
              </a:rPr>
              <a:t>Sexto nivel del esquema</a:t>
            </a:r>
            <a:endParaRPr lang="es-ES" sz="1600" b="0" u="none" strike="noStrike">
              <a:solidFill>
                <a:srgbClr val="000000"/>
              </a:solidFill>
              <a:effectLst/>
              <a:uFillTx/>
              <a:latin typeface="Arial"/>
            </a:endParaRPr>
          </a:p>
          <a:p>
            <a:pPr marL="3200400" lvl="6" indent="-228600" algn="l">
              <a:spcBef>
                <a:spcPts val="283"/>
              </a:spcBef>
              <a:buClr>
                <a:srgbClr val="FFFFFF"/>
              </a:buClr>
              <a:buSzPct val="45000"/>
              <a:buFont typeface="Wingdings" charset="2"/>
              <a:buChar char=""/>
            </a:pPr>
            <a:r>
              <a:rPr lang="es-ES" sz="1600" b="0" u="none" strike="noStrike">
                <a:solidFill>
                  <a:srgbClr val="000000"/>
                </a:solidFill>
                <a:effectLst/>
                <a:uFillTx/>
                <a:latin typeface="Arial"/>
              </a:rPr>
              <a:t>Séptimo nivel del esquema</a:t>
            </a:r>
            <a:endParaRPr lang="es-ES" sz="1600" b="0" u="none" strike="noStrike">
              <a:solidFill>
                <a:srgbClr val="000000"/>
              </a:solidFill>
              <a:effectLst/>
              <a:uFillTx/>
              <a:latin typeface="Arial"/>
            </a:endParaRPr>
          </a:p>
        </p:txBody>
      </p:sp>
      <p:sp>
        <p:nvSpPr>
          <p:cNvPr id="56" name="PlaceHolder 4"/>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s-ES" sz="1400" b="0" u="none" strike="noStrike">
                <a:solidFill>
                  <a:srgbClr val="FFFFFF"/>
                </a:solidFill>
                <a:effectLst/>
                <a:uFillTx/>
                <a:latin typeface="Times New Roman"/>
              </a:defRPr>
            </a:lvl1pPr>
          </a:lstStyle>
          <a:p>
            <a:pPr indent="0" algn="l">
              <a:buNone/>
            </a:pPr>
            <a:r>
              <a:rPr lang="es-ES" sz="1400" b="0" u="none" strike="noStrike">
                <a:solidFill>
                  <a:srgbClr val="FFFFFF"/>
                </a:solidFill>
                <a:effectLst/>
                <a:uFillTx/>
                <a:latin typeface="Times New Roman"/>
              </a:rPr>
              <a:t>&lt;fecha/hora&gt;</a:t>
            </a:r>
            <a:endParaRPr lang="es-ES" sz="1400" b="0" u="none" strike="noStrike">
              <a:solidFill>
                <a:srgbClr val="FFFFFF"/>
              </a:solidFill>
              <a:effectLst/>
              <a:uFillTx/>
              <a:latin typeface="Times New Roman"/>
            </a:endParaRPr>
          </a:p>
        </p:txBody>
      </p:sp>
      <p:sp>
        <p:nvSpPr>
          <p:cNvPr id="57" name="PlaceHolder 5"/>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FFFFFF"/>
                </a:solidFill>
                <a:effectLst/>
                <a:uFillTx/>
                <a:latin typeface="Times New Roman"/>
              </a:defRPr>
            </a:lvl1pPr>
          </a:lstStyle>
          <a:p>
            <a:pPr indent="0" algn="ctr">
              <a:buNone/>
            </a:pPr>
            <a:r>
              <a:rPr lang="es-ES" sz="1400" b="0" u="none" strike="noStrike">
                <a:solidFill>
                  <a:srgbClr val="FFFFFF"/>
                </a:solidFill>
                <a:effectLst/>
                <a:uFillTx/>
                <a:latin typeface="Times New Roman"/>
              </a:rPr>
              <a:t>&lt;pie de página&gt;</a:t>
            </a:r>
            <a:endParaRPr lang="es-ES" sz="1400" b="0" u="none" strike="noStrike">
              <a:solidFill>
                <a:srgbClr val="FFFFFF"/>
              </a:solidFill>
              <a:effectLst/>
              <a:uFillTx/>
              <a:latin typeface="Times New Roman"/>
            </a:endParaRPr>
          </a:p>
        </p:txBody>
      </p:sp>
      <p:sp>
        <p:nvSpPr>
          <p:cNvPr id="58" name="PlaceHolder 6"/>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s-ES" sz="1200" b="0" u="none" strike="noStrike">
                <a:solidFill>
                  <a:schemeClr val="lt1"/>
                </a:solidFill>
                <a:effectLst/>
                <a:uFillTx/>
                <a:latin typeface="Calibri"/>
                <a:ea typeface="Calibri"/>
              </a:defRPr>
            </a:lvl1pPr>
          </a:lstStyle>
          <a:p>
            <a:pPr indent="0" algn="r">
              <a:lnSpc>
                <a:spcPct val="100000"/>
              </a:lnSpc>
              <a:buNone/>
              <a:tabLst>
                <a:tab pos="0" algn="l"/>
              </a:tabLst>
            </a:pPr>
            <a:fld id="{78C2D5EA-D693-498B-9DC4-314D8EB54DE8}" type="slidenum">
              <a:rPr lang="es-ES" sz="1200" b="0" u="none" strike="noStrike">
                <a:solidFill>
                  <a:schemeClr val="lt1"/>
                </a:solidFill>
                <a:effectLst/>
                <a:uFillTx/>
                <a:latin typeface="Calibri"/>
                <a:ea typeface="Calibri"/>
              </a:rPr>
              <a:t>&lt;número&gt;</a:t>
            </a:fld>
            <a:endParaRPr lang="es-ES" sz="1200" b="0" u="none" strike="noStrike">
              <a:solidFill>
                <a:srgbClr val="FFFFFF"/>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comments" Target="../comments/comment3.xml"/><Relationship Id="rId4"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slideLayout" Target="../slideLayouts/slideLayout1.xml"/><Relationship Id="rId5"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comments" Target="../comments/comment6.xml"/><Relationship Id="rId4"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image" Target="../media/image10.jpeg"/><Relationship Id="rId4" Type="http://schemas.openxmlformats.org/officeDocument/2006/relationships/slideLayout" Target="../slideLayouts/slideLayout1.xml"/><Relationship Id="rId5" Type="http://schemas.openxmlformats.org/officeDocument/2006/relationships/comments" Target="../comments/comment7.xml"/><Relationship Id="rId6"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hyperlink" Target="https://www.youtube.com/watch?v=gJEzuYynaiw" TargetMode="External"/><Relationship Id="rId6" Type="http://schemas.openxmlformats.org/officeDocument/2006/relationships/hyperlink" Target="https://www.youtube.com/watch?v=gJEzuYynaiw" TargetMode="External"/><Relationship Id="rId7" Type="http://schemas.openxmlformats.org/officeDocument/2006/relationships/slideLayout" Target="../slideLayouts/slideLayout1.xml"/><Relationship Id="rId8"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slideLayout" Target="../slideLayouts/slideLayout1.xml"/><Relationship Id="rId8"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18.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slideLayout" Target="../slideLayouts/slideLayout1.xml"/><Relationship Id="rId8"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slideLayout" Target="../slideLayouts/slideLayout1.xml"/><Relationship Id="rId6" Type="http://schemas.openxmlformats.org/officeDocument/2006/relationships/comments" Target="../comments/comment14.xml"/><Relationship Id="rId7"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image" Target="../media/image34.png"/><Relationship Id="rId3" Type="http://schemas.openxmlformats.org/officeDocument/2006/relationships/slideLayout" Target="../slideLayouts/slideLayout1.xml"/><Relationship Id="rId4" Type="http://schemas.openxmlformats.org/officeDocument/2006/relationships/comments" Target="../comments/comment16.xml"/><Relationship Id="rId5"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35.png"/><Relationship Id="rId2" Type="http://schemas.openxmlformats.org/officeDocument/2006/relationships/slideLayout" Target="../slideLayouts/slideLayout1.xml"/><Relationship Id="rId3" Type="http://schemas.openxmlformats.org/officeDocument/2006/relationships/comments" Target="../comments/comment18.xml"/><Relationship Id="rId4"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36.gif"/><Relationship Id="rId2" Type="http://schemas.openxmlformats.org/officeDocument/2006/relationships/slideLayout" Target="../slideLayouts/slideLayout1.xml"/><Relationship Id="rId3" Type="http://schemas.openxmlformats.org/officeDocument/2006/relationships/comments" Target="../comments/comment20.xml"/><Relationship Id="rId4"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37.png"/><Relationship Id="rId2" Type="http://schemas.openxmlformats.org/officeDocument/2006/relationships/slideLayout" Target="../slideLayouts/slideLayout1.xml"/><Relationship Id="rId3" Type="http://schemas.openxmlformats.org/officeDocument/2006/relationships/comments" Target="../comments/comment21.xml"/><Relationship Id="rId4"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38.jpeg"/><Relationship Id="rId2" Type="http://schemas.openxmlformats.org/officeDocument/2006/relationships/slideLayout" Target="../slideLayouts/slideLayout1.xml"/><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omments" Target="../comments/comment23.xml"/><Relationship Id="rId3"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39.png"/><Relationship Id="rId2" Type="http://schemas.openxmlformats.org/officeDocument/2006/relationships/image" Target="../media/image29.png"/><Relationship Id="rId3" Type="http://schemas.openxmlformats.org/officeDocument/2006/relationships/hyperlink" Target="https://www.analyticssteps.com/blogs/7-types-activation-functions-neural-network" TargetMode="External"/><Relationship Id="rId4" Type="http://schemas.openxmlformats.org/officeDocument/2006/relationships/slideLayout" Target="../slideLayouts/slideLayout1.xml"/><Relationship Id="rId5" Type="http://schemas.openxmlformats.org/officeDocument/2006/relationships/comments" Target="../comments/comment24.xml"/><Relationship Id="rId6"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omments" Target="../comments/comment25.xml"/><Relationship Id="rId3"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40.png"/><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slideLayout" Target="../slideLayouts/slideLayout1.xml"/><Relationship Id="rId5" Type="http://schemas.openxmlformats.org/officeDocument/2006/relationships/comments" Target="../comments/comment27.xml"/><Relationship Id="rId6"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43.png"/><Relationship Id="rId2" Type="http://schemas.openxmlformats.org/officeDocument/2006/relationships/slideLayout" Target="../slideLayouts/slideLayout1.xml"/><Relationship Id="rId3"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44.png"/><Relationship Id="rId2" Type="http://schemas.openxmlformats.org/officeDocument/2006/relationships/slideLayout" Target="../slideLayouts/slideLayout1.xml"/><Relationship Id="rId3"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image" Target="../media/image45.png"/><Relationship Id="rId2" Type="http://schemas.openxmlformats.org/officeDocument/2006/relationships/image" Target="../media/image46.png"/><Relationship Id="rId3" Type="http://schemas.openxmlformats.org/officeDocument/2006/relationships/image" Target="../media/image47.gif"/><Relationship Id="rId4" Type="http://schemas.openxmlformats.org/officeDocument/2006/relationships/hyperlink" Target="https://ruder.io/optimizing-gradient-descent/index.html" TargetMode="External"/><Relationship Id="rId5" Type="http://schemas.openxmlformats.org/officeDocument/2006/relationships/slideLayout" Target="../slideLayouts/slideLayout1.xml"/><Relationship Id="rId6" Type="http://schemas.openxmlformats.org/officeDocument/2006/relationships/comments" Target="../comments/comment30.xml"/><Relationship Id="rId7"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image" Target="../media/image48.png"/><Relationship Id="rId2" Type="http://schemas.openxmlformats.org/officeDocument/2006/relationships/image" Target="../media/image49.png"/><Relationship Id="rId3" Type="http://schemas.openxmlformats.org/officeDocument/2006/relationships/slideLayout" Target="../slideLayouts/slideLayout1.xml"/><Relationship Id="rId4" Type="http://schemas.openxmlformats.org/officeDocument/2006/relationships/comments" Target="../comments/comment31.xml"/><Relationship Id="rId5"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hyperlink" Target="https://playground.tensorflow.org/#activation=tanh&amp;batchSize=10&amp;dataset=circle&amp;regDataset=reg-plane&amp;learningRate=0.03&amp;regularizationRate=0&amp;noise=0&amp;networkShape=&amp;seed=0.14894&amp;showTestData=false&amp;discretize=false&amp;percTrainData=50&amp;x=true&amp;y=false&amp;xTimesY=false&amp;xSquared=false&amp;ySquared=false&amp;cosX=false&amp;sinX=false&amp;cosY=false&amp;sinY=false&amp;collectStats=false&amp;problem=classification&amp;initZero=false&amp;hideText=false" TargetMode="External"/><Relationship Id="rId2" Type="http://schemas.openxmlformats.org/officeDocument/2006/relationships/slideLayout" Target="../slideLayouts/slideLayout1.xml"/><Relationship Id="rId3" Type="http://schemas.openxmlformats.org/officeDocument/2006/relationships/notesSlide" Target="../notesSlides/notesSlide3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PlaceHolder 1"/>
          <p:cNvSpPr>
            <a:spLocks noGrp="1"/>
          </p:cNvSpPr>
          <p:nvPr>
            <p:ph type="title"/>
          </p:nvPr>
        </p:nvSpPr>
        <p:spPr>
          <a:xfrm>
            <a:off x="2276640" y="2330280"/>
            <a:ext cx="7638480" cy="2197440"/>
          </a:xfrm>
          <a:prstGeom prst="rect">
            <a:avLst/>
          </a:prstGeom>
          <a:noFill/>
          <a:ln w="0">
            <a:noFill/>
          </a:ln>
        </p:spPr>
        <p:txBody>
          <a:bodyPr lIns="91440" tIns="45720" rIns="91440" bIns="45720" anchor="ctr">
            <a:normAutofit/>
          </a:bodyPr>
          <a:p>
            <a:pPr indent="0" algn="ctr">
              <a:lnSpc>
                <a:spcPct val="90000"/>
              </a:lnSpc>
              <a:buNone/>
              <a:tabLst>
                <a:tab pos="0" algn="l"/>
              </a:tabLst>
            </a:pPr>
            <a:r>
              <a:rPr lang="es-ES" sz="4400" b="0" u="none" strike="noStrike">
                <a:solidFill>
                  <a:srgbClr val="FF0000"/>
                </a:solidFill>
                <a:effectLst/>
                <a:uFillTx/>
                <a:latin typeface="Calibri"/>
                <a:ea typeface="Calibri"/>
              </a:rPr>
              <a:t>Deep Learning - Introduction</a:t>
            </a:r>
            <a:endParaRPr lang="es-E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p>
            <a:pPr indent="0" algn="l">
              <a:lnSpc>
                <a:spcPct val="90000"/>
              </a:lnSpc>
              <a:buNone/>
              <a:tabLst>
                <a:tab pos="0" algn="l"/>
              </a:tabLst>
            </a:pPr>
            <a:r>
              <a:rPr lang="es-ES" sz="4400" b="0" u="none" strike="noStrike">
                <a:solidFill>
                  <a:srgbClr val="FF0000"/>
                </a:solidFill>
                <a:effectLst/>
                <a:uFillTx/>
                <a:latin typeface="Calibri"/>
                <a:ea typeface="Calibri"/>
              </a:rPr>
              <a:t>Deep Learning</a:t>
            </a:r>
            <a:endParaRPr lang="es-ES" sz="4400" b="0" u="none" strike="noStrike">
              <a:solidFill>
                <a:srgbClr val="000000"/>
              </a:solidFill>
              <a:effectLst/>
              <a:uFillTx/>
              <a:latin typeface="Arial"/>
            </a:endParaRPr>
          </a:p>
        </p:txBody>
      </p:sp>
      <p:pic>
        <p:nvPicPr>
          <p:cNvPr id="67" name="Google Shape;96;p4" descr="What's the Difference Between AI, Machine Learning, and Deep Learning? |  Oracle Big Data Blog"/>
          <p:cNvPicPr/>
          <p:nvPr/>
        </p:nvPicPr>
        <p:blipFill>
          <a:blip r:embed="rId1"/>
          <a:srcRect l="7179" t="25694" r="7247" b="9028"/>
          <a:stretch/>
        </p:blipFill>
        <p:spPr>
          <a:xfrm>
            <a:off x="2270520" y="2255400"/>
            <a:ext cx="7328520" cy="319140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525240" y="443520"/>
            <a:ext cx="10556640" cy="712440"/>
          </a:xfrm>
          <a:prstGeom prst="rect">
            <a:avLst/>
          </a:prstGeom>
          <a:noFill/>
          <a:ln w="0">
            <a:noFill/>
          </a:ln>
        </p:spPr>
        <p:txBody>
          <a:bodyPr lIns="91440" tIns="45720" rIns="91440" bIns="45720" anchor="t">
            <a:noAutofit/>
          </a:bodyPr>
          <a:p>
            <a:pPr indent="0" algn="l">
              <a:lnSpc>
                <a:spcPct val="90000"/>
              </a:lnSpc>
              <a:buNone/>
              <a:tabLst>
                <a:tab pos="0" algn="l"/>
              </a:tabLst>
            </a:pPr>
            <a:r>
              <a:rPr lang="es-ES" sz="4400" b="0" u="none" strike="noStrike">
                <a:solidFill>
                  <a:srgbClr val="FF0000"/>
                </a:solidFill>
                <a:effectLst/>
                <a:uFillTx/>
                <a:latin typeface="Calibri"/>
                <a:ea typeface="Calibri"/>
              </a:rPr>
              <a:t>¿Por qué ahora?</a:t>
            </a:r>
            <a:endParaRPr lang="es-ES" sz="4400" b="0" u="none" strike="noStrike">
              <a:solidFill>
                <a:srgbClr val="000000"/>
              </a:solidFill>
              <a:effectLst/>
              <a:uFillTx/>
              <a:latin typeface="Arial"/>
            </a:endParaRPr>
          </a:p>
        </p:txBody>
      </p:sp>
      <p:pic>
        <p:nvPicPr>
          <p:cNvPr id="69" name="Google Shape;103;ga264c5d9f9_0_48"/>
          <p:cNvPicPr/>
          <p:nvPr/>
        </p:nvPicPr>
        <p:blipFill>
          <a:blip r:embed="rId1"/>
          <a:stretch/>
        </p:blipFill>
        <p:spPr>
          <a:xfrm>
            <a:off x="2730600" y="2414520"/>
            <a:ext cx="5986080" cy="3745800"/>
          </a:xfrm>
          <a:prstGeom prst="rect">
            <a:avLst/>
          </a:prstGeom>
          <a:noFill/>
          <a:ln w="0">
            <a:noFill/>
          </a:ln>
        </p:spPr>
      </p:pic>
      <p:sp>
        <p:nvSpPr>
          <p:cNvPr id="70" name="Google Shape;104;ga264c5d9f9_0_48"/>
          <p:cNvSpPr/>
          <p:nvPr/>
        </p:nvSpPr>
        <p:spPr>
          <a:xfrm>
            <a:off x="564480" y="1293480"/>
            <a:ext cx="10699920" cy="896760"/>
          </a:xfrm>
          <a:prstGeom prst="rect">
            <a:avLst/>
          </a:prstGeom>
          <a:noFill/>
          <a:ln w="0">
            <a:noFill/>
          </a:ln>
        </p:spPr>
        <p:style>
          <a:lnRef idx="0"/>
          <a:fillRef idx="0"/>
          <a:effectRef idx="0"/>
          <a:fontRef idx="minor"/>
        </p:style>
        <p:txBody>
          <a:bodyPr anchor="t">
            <a:noAutofit/>
          </a:bodyPr>
          <a:p>
            <a:pPr>
              <a:lnSpc>
                <a:spcPct val="100000"/>
              </a:lnSpc>
              <a:tabLst>
                <a:tab pos="0" algn="l"/>
              </a:tabLst>
            </a:pPr>
            <a:r>
              <a:rPr lang="es-ES" sz="1800" b="0" u="none" strike="noStrike">
                <a:solidFill>
                  <a:schemeClr val="lt1"/>
                </a:solidFill>
                <a:effectLst/>
                <a:uFillTx/>
                <a:latin typeface="Calibri"/>
                <a:ea typeface="Calibri"/>
              </a:rPr>
              <a:t>Los algoritmos tradicionales no escalan bien con gran cantidad de datos.</a:t>
            </a:r>
            <a:endParaRPr lang="es-ES" sz="1800" b="0" u="none" strike="noStrike">
              <a:solidFill>
                <a:srgbClr val="FFFFFF"/>
              </a:solidFill>
              <a:effectLst/>
              <a:uFillTx/>
              <a:latin typeface="Arial"/>
            </a:endParaRPr>
          </a:p>
          <a:p>
            <a:pPr>
              <a:lnSpc>
                <a:spcPct val="100000"/>
              </a:lnSpc>
              <a:tabLst>
                <a:tab pos="0" algn="l"/>
              </a:tabLst>
            </a:pPr>
            <a:r>
              <a:rPr lang="es-ES" sz="1800" b="0" u="none" strike="noStrike">
                <a:solidFill>
                  <a:schemeClr val="lt1"/>
                </a:solidFill>
                <a:effectLst/>
                <a:uFillTx/>
                <a:latin typeface="Calibri"/>
                <a:ea typeface="Calibri"/>
              </a:rPr>
              <a:t>Ha crecido exponencialmente la capacidad de cómputo</a:t>
            </a:r>
            <a:endParaRPr lang="es-E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525240" y="443520"/>
            <a:ext cx="10556640" cy="712440"/>
          </a:xfrm>
          <a:prstGeom prst="rect">
            <a:avLst/>
          </a:prstGeom>
          <a:noFill/>
          <a:ln w="0">
            <a:noFill/>
          </a:ln>
        </p:spPr>
        <p:txBody>
          <a:bodyPr lIns="91440" tIns="45720" rIns="91440" bIns="45720" anchor="t">
            <a:noAutofit/>
          </a:bodyPr>
          <a:p>
            <a:pPr indent="0" algn="l">
              <a:lnSpc>
                <a:spcPct val="90000"/>
              </a:lnSpc>
              <a:buNone/>
              <a:tabLst>
                <a:tab pos="0" algn="l"/>
              </a:tabLst>
            </a:pPr>
            <a:r>
              <a:rPr lang="es-ES" sz="4400" b="0" u="none" strike="noStrike">
                <a:solidFill>
                  <a:srgbClr val="FF0000"/>
                </a:solidFill>
                <a:effectLst/>
                <a:uFillTx/>
                <a:latin typeface="Calibri"/>
                <a:ea typeface="Calibri"/>
              </a:rPr>
              <a:t>¿Por qué ahora?</a:t>
            </a:r>
            <a:endParaRPr lang="es-ES" sz="4400" b="0" u="none" strike="noStrike">
              <a:solidFill>
                <a:srgbClr val="000000"/>
              </a:solidFill>
              <a:effectLst/>
              <a:uFillTx/>
              <a:latin typeface="Arial"/>
            </a:endParaRPr>
          </a:p>
        </p:txBody>
      </p:sp>
      <p:sp>
        <p:nvSpPr>
          <p:cNvPr id="72" name="Google Shape;104;ga264c5d9f9_0_48"/>
          <p:cNvSpPr/>
          <p:nvPr/>
        </p:nvSpPr>
        <p:spPr>
          <a:xfrm>
            <a:off x="564480" y="1293480"/>
            <a:ext cx="10699920" cy="896760"/>
          </a:xfrm>
          <a:prstGeom prst="rect">
            <a:avLst/>
          </a:prstGeom>
          <a:noFill/>
          <a:ln w="0">
            <a:noFill/>
          </a:ln>
        </p:spPr>
        <p:style>
          <a:lnRef idx="0"/>
          <a:fillRef idx="0"/>
          <a:effectRef idx="0"/>
          <a:fontRef idx="minor"/>
        </p:style>
        <p:txBody>
          <a:bodyPr anchor="t">
            <a:noAutofit/>
          </a:bodyPr>
          <a:p>
            <a:pPr>
              <a:lnSpc>
                <a:spcPct val="100000"/>
              </a:lnSpc>
              <a:tabLst>
                <a:tab pos="0" algn="l"/>
              </a:tabLst>
            </a:pPr>
            <a:r>
              <a:rPr lang="es-ES" sz="1800" b="0" u="none" strike="noStrike">
                <a:solidFill>
                  <a:schemeClr val="lt1"/>
                </a:solidFill>
                <a:effectLst/>
                <a:uFillTx/>
                <a:latin typeface="Calibri"/>
                <a:ea typeface="Calibri"/>
              </a:rPr>
              <a:t>Complejidad de los datos</a:t>
            </a:r>
            <a:endParaRPr lang="es-ES" sz="1800" b="0" u="none" strike="noStrike">
              <a:solidFill>
                <a:srgbClr val="FFFFFF"/>
              </a:solidFill>
              <a:effectLst/>
              <a:uFillTx/>
              <a:latin typeface="Arial"/>
            </a:endParaRPr>
          </a:p>
        </p:txBody>
      </p:sp>
      <p:pic>
        <p:nvPicPr>
          <p:cNvPr id="73" name="Picture 2" descr="Que son los chatbots - Zona IA"/>
          <p:cNvPicPr/>
          <p:nvPr/>
        </p:nvPicPr>
        <p:blipFill>
          <a:blip r:embed="rId1"/>
          <a:stretch/>
        </p:blipFill>
        <p:spPr>
          <a:xfrm>
            <a:off x="6735960" y="2148120"/>
            <a:ext cx="3545640" cy="1983960"/>
          </a:xfrm>
          <a:prstGeom prst="rect">
            <a:avLst/>
          </a:prstGeom>
          <a:noFill/>
          <a:ln w="0">
            <a:noFill/>
          </a:ln>
        </p:spPr>
      </p:pic>
      <p:pic>
        <p:nvPicPr>
          <p:cNvPr id="74" name="Picture 2" descr="Excel Tabular Data • Excel Table • My Online Training Hub"/>
          <p:cNvPicPr/>
          <p:nvPr/>
        </p:nvPicPr>
        <p:blipFill>
          <a:blip r:embed="rId2"/>
          <a:stretch/>
        </p:blipFill>
        <p:spPr>
          <a:xfrm>
            <a:off x="939960" y="3257280"/>
            <a:ext cx="3398040" cy="2445480"/>
          </a:xfrm>
          <a:prstGeom prst="rect">
            <a:avLst/>
          </a:prstGeom>
          <a:noFill/>
          <a:ln w="0">
            <a:noFill/>
          </a:ln>
        </p:spPr>
      </p:pic>
      <p:pic>
        <p:nvPicPr>
          <p:cNvPr id="75" name="Picture 4" descr="Understanding Images with skimage-Python | by Mathanraj Sharma | Towards  Data Science"/>
          <p:cNvPicPr/>
          <p:nvPr/>
        </p:nvPicPr>
        <p:blipFill>
          <a:blip r:embed="rId3"/>
          <a:stretch/>
        </p:blipFill>
        <p:spPr>
          <a:xfrm>
            <a:off x="6516360" y="4247280"/>
            <a:ext cx="4041000" cy="2036880"/>
          </a:xfrm>
          <a:prstGeom prst="rect">
            <a:avLst/>
          </a:prstGeom>
          <a:solidFill>
            <a:schemeClr val="bg1"/>
          </a:solid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p>
            <a:pPr indent="0" algn="l">
              <a:lnSpc>
                <a:spcPct val="90000"/>
              </a:lnSpc>
              <a:buNone/>
              <a:tabLst>
                <a:tab pos="0" algn="l"/>
              </a:tabLst>
            </a:pPr>
            <a:r>
              <a:rPr lang="es-ES" sz="4400" b="0" u="none" strike="noStrike">
                <a:solidFill>
                  <a:srgbClr val="FF0000"/>
                </a:solidFill>
                <a:effectLst/>
                <a:uFillTx/>
                <a:latin typeface="Calibri"/>
                <a:ea typeface="Calibri"/>
              </a:rPr>
              <a:t>Redes Neuronales: tipos de aprendizaje</a:t>
            </a:r>
            <a:endParaRPr lang="es-ES" sz="4400" b="0" u="none" strike="noStrike">
              <a:solidFill>
                <a:srgbClr val="000000"/>
              </a:solidFill>
              <a:effectLst/>
              <a:uFillTx/>
              <a:latin typeface="Arial"/>
            </a:endParaRPr>
          </a:p>
        </p:txBody>
      </p:sp>
      <p:sp>
        <p:nvSpPr>
          <p:cNvPr id="77" name="Google Shape;111;p7"/>
          <p:cNvSpPr/>
          <p:nvPr/>
        </p:nvSpPr>
        <p:spPr>
          <a:xfrm>
            <a:off x="838080" y="2785320"/>
            <a:ext cx="4575240" cy="1753920"/>
          </a:xfrm>
          <a:prstGeom prst="rect">
            <a:avLst/>
          </a:prstGeom>
          <a:noFill/>
          <a:ln w="0">
            <a:noFill/>
          </a:ln>
        </p:spPr>
        <p:style>
          <a:lnRef idx="0"/>
          <a:fillRef idx="0"/>
          <a:effectRef idx="0"/>
          <a:fontRef idx="minor"/>
        </p:style>
        <p:txBody>
          <a:bodyPr anchor="t">
            <a:spAutoFit/>
          </a:bodyPr>
          <a:p>
            <a:pPr marL="285840" indent="-285840">
              <a:lnSpc>
                <a:spcPct val="100000"/>
              </a:lnSpc>
              <a:buClr>
                <a:srgbClr val="FFFFFF"/>
              </a:buClr>
              <a:buFont typeface="Arial"/>
              <a:buChar char="•"/>
            </a:pPr>
            <a:r>
              <a:rPr lang="es-ES" sz="1800" b="0" u="none" strike="noStrike">
                <a:solidFill>
                  <a:schemeClr val="lt1"/>
                </a:solidFill>
                <a:effectLst/>
                <a:uFillTx/>
                <a:latin typeface="Calibri"/>
                <a:ea typeface="Calibri"/>
              </a:rPr>
              <a:t>La red neuronal funciona con cualquier tipo de problema: supervisado, no supervisado, por refuerzo, etc.</a:t>
            </a:r>
            <a:endParaRPr lang="es-ES" sz="1800" b="0" u="none" strike="noStrike">
              <a:solidFill>
                <a:srgbClr val="FFFFFF"/>
              </a:solidFill>
              <a:effectLst/>
              <a:uFillTx/>
              <a:latin typeface="Arial"/>
            </a:endParaRPr>
          </a:p>
          <a:p>
            <a:pPr marL="285840" indent="-171360">
              <a:lnSpc>
                <a:spcPct val="100000"/>
              </a:lnSpc>
              <a:tabLst>
                <a:tab pos="0" algn="l"/>
              </a:tabLst>
            </a:pPr>
            <a:endParaRPr lang="es-ES" sz="1800" b="0" u="none" strike="noStrike">
              <a:solidFill>
                <a:srgbClr val="FFFFFF"/>
              </a:solidFill>
              <a:effectLst/>
              <a:uFillTx/>
              <a:latin typeface="Arial"/>
            </a:endParaRPr>
          </a:p>
          <a:p>
            <a:pPr marL="285840" indent="-285840">
              <a:lnSpc>
                <a:spcPct val="100000"/>
              </a:lnSpc>
              <a:buClr>
                <a:srgbClr val="FFFFFF"/>
              </a:buClr>
              <a:buFont typeface="Arial"/>
              <a:buChar char="•"/>
              <a:tabLst>
                <a:tab pos="0" algn="l"/>
              </a:tabLst>
            </a:pPr>
            <a:r>
              <a:rPr lang="es-ES" sz="1800" b="0" u="none" strike="noStrike">
                <a:solidFill>
                  <a:schemeClr val="lt1"/>
                </a:solidFill>
                <a:effectLst/>
                <a:uFillTx/>
                <a:latin typeface="Calibri"/>
                <a:ea typeface="Calibri"/>
              </a:rPr>
              <a:t>Normalmente se usa para aprendizaje supervisado y por refuerzo.</a:t>
            </a:r>
            <a:endParaRPr lang="es-ES" sz="1800" b="0" u="none" strike="noStrike">
              <a:solidFill>
                <a:srgbClr val="FFFFFF"/>
              </a:solidFill>
              <a:effectLst/>
              <a:uFillTx/>
              <a:latin typeface="Arial"/>
            </a:endParaRPr>
          </a:p>
        </p:txBody>
      </p:sp>
      <p:pic>
        <p:nvPicPr>
          <p:cNvPr id="78" name="Google Shape;112;p7" descr="Aprendizaje Supervisado y No Supervisado - Fernando Sancho Caparrini"/>
          <p:cNvPicPr/>
          <p:nvPr/>
        </p:nvPicPr>
        <p:blipFill>
          <a:blip r:embed="rId1"/>
          <a:stretch/>
        </p:blipFill>
        <p:spPr>
          <a:xfrm>
            <a:off x="5970960" y="1690560"/>
            <a:ext cx="5733720" cy="394308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838080" y="365040"/>
            <a:ext cx="10515240" cy="1325520"/>
          </a:xfrm>
          <a:prstGeom prst="rect">
            <a:avLst/>
          </a:prstGeom>
          <a:noFill/>
          <a:ln w="0">
            <a:noFill/>
          </a:ln>
        </p:spPr>
        <p:txBody>
          <a:bodyPr lIns="91440" tIns="45720" rIns="91440" bIns="45720" anchor="ctr">
            <a:noAutofit/>
          </a:bodyPr>
          <a:p>
            <a:pPr indent="0" algn="l">
              <a:lnSpc>
                <a:spcPct val="90000"/>
              </a:lnSpc>
              <a:buNone/>
              <a:tabLst>
                <a:tab pos="0" algn="l"/>
              </a:tabLst>
            </a:pPr>
            <a:r>
              <a:rPr lang="es-ES" sz="4400" b="0" u="none" strike="noStrike">
                <a:solidFill>
                  <a:srgbClr val="FF0000"/>
                </a:solidFill>
                <a:effectLst/>
                <a:uFillTx/>
                <a:latin typeface="Calibri"/>
                <a:ea typeface="Calibri"/>
              </a:rPr>
              <a:t>Tensores</a:t>
            </a:r>
            <a:endParaRPr lang="es-ES" sz="4400" b="0" u="none" strike="noStrike">
              <a:solidFill>
                <a:srgbClr val="000000"/>
              </a:solidFill>
              <a:effectLst/>
              <a:uFillTx/>
              <a:latin typeface="Arial"/>
            </a:endParaRPr>
          </a:p>
        </p:txBody>
      </p:sp>
      <p:pic>
        <p:nvPicPr>
          <p:cNvPr id="80" name="Google Shape;119;ga264c5d9f9_0_325"/>
          <p:cNvPicPr/>
          <p:nvPr/>
        </p:nvPicPr>
        <p:blipFill>
          <a:blip r:embed="rId1"/>
          <a:stretch/>
        </p:blipFill>
        <p:spPr>
          <a:xfrm>
            <a:off x="1021680" y="2451600"/>
            <a:ext cx="5733720" cy="225720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PlaceHolder 1"/>
          <p:cNvSpPr>
            <a:spLocks noGrp="1"/>
          </p:cNvSpPr>
          <p:nvPr>
            <p:ph type="title"/>
          </p:nvPr>
        </p:nvSpPr>
        <p:spPr>
          <a:xfrm>
            <a:off x="838080" y="365040"/>
            <a:ext cx="10515240" cy="1325520"/>
          </a:xfrm>
          <a:prstGeom prst="rect">
            <a:avLst/>
          </a:prstGeom>
          <a:noFill/>
          <a:ln w="0">
            <a:noFill/>
          </a:ln>
        </p:spPr>
        <p:txBody>
          <a:bodyPr lIns="91440" tIns="45720" rIns="91440" bIns="45720" anchor="ctr">
            <a:noAutofit/>
          </a:bodyPr>
          <a:p>
            <a:pPr indent="0" algn="l">
              <a:lnSpc>
                <a:spcPct val="90000"/>
              </a:lnSpc>
              <a:buNone/>
              <a:tabLst>
                <a:tab pos="0" algn="l"/>
              </a:tabLst>
            </a:pPr>
            <a:r>
              <a:rPr lang="es-ES" sz="4400" b="0" u="none" strike="noStrike">
                <a:solidFill>
                  <a:srgbClr val="FF0000"/>
                </a:solidFill>
                <a:effectLst/>
                <a:uFillTx/>
                <a:latin typeface="Calibri"/>
                <a:ea typeface="Calibri"/>
              </a:rPr>
              <a:t>Herramientas</a:t>
            </a:r>
            <a:endParaRPr lang="es-ES" sz="4400" b="0" u="none" strike="noStrike">
              <a:solidFill>
                <a:srgbClr val="000000"/>
              </a:solidFill>
              <a:effectLst/>
              <a:uFillTx/>
              <a:latin typeface="Arial"/>
            </a:endParaRPr>
          </a:p>
        </p:txBody>
      </p:sp>
      <p:pic>
        <p:nvPicPr>
          <p:cNvPr id="82" name="Google Shape;126;ga264c5d9f9_0_315"/>
          <p:cNvPicPr/>
          <p:nvPr/>
        </p:nvPicPr>
        <p:blipFill>
          <a:blip r:embed="rId1"/>
          <a:stretch/>
        </p:blipFill>
        <p:spPr>
          <a:xfrm>
            <a:off x="767160" y="2061360"/>
            <a:ext cx="4414320" cy="3790440"/>
          </a:xfrm>
          <a:prstGeom prst="rect">
            <a:avLst/>
          </a:prstGeom>
          <a:noFill/>
          <a:ln w="0">
            <a:noFill/>
          </a:ln>
        </p:spPr>
      </p:pic>
      <p:pic>
        <p:nvPicPr>
          <p:cNvPr id="83" name="Google Shape;127;ga264c5d9f9_0_315"/>
          <p:cNvPicPr/>
          <p:nvPr/>
        </p:nvPicPr>
        <p:blipFill>
          <a:blip r:embed="rId2"/>
          <a:stretch/>
        </p:blipFill>
        <p:spPr>
          <a:xfrm>
            <a:off x="6563520" y="1929600"/>
            <a:ext cx="3154680" cy="1818360"/>
          </a:xfrm>
          <a:prstGeom prst="rect">
            <a:avLst/>
          </a:prstGeom>
          <a:noFill/>
          <a:ln w="0">
            <a:noFill/>
          </a:ln>
        </p:spPr>
      </p:pic>
      <p:pic>
        <p:nvPicPr>
          <p:cNvPr id="84" name="Picture 2" descr="Google Colaboratory Colab - Guía Completa Español - Marketing Branding"/>
          <p:cNvPicPr/>
          <p:nvPr/>
        </p:nvPicPr>
        <p:blipFill>
          <a:blip r:embed="rId3"/>
          <a:srcRect l="0" t="19559" r="0" b="20296"/>
          <a:stretch/>
        </p:blipFill>
        <p:spPr>
          <a:xfrm>
            <a:off x="6011280" y="4143960"/>
            <a:ext cx="4259160" cy="170784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838080" y="365040"/>
            <a:ext cx="10515240" cy="1325520"/>
          </a:xfrm>
          <a:prstGeom prst="rect">
            <a:avLst/>
          </a:prstGeom>
          <a:noFill/>
          <a:ln w="0">
            <a:noFill/>
          </a:ln>
        </p:spPr>
        <p:txBody>
          <a:bodyPr lIns="91440" tIns="45720" rIns="91440" bIns="45720" anchor="ctr">
            <a:noAutofit/>
          </a:bodyPr>
          <a:p>
            <a:pPr indent="0" algn="l">
              <a:lnSpc>
                <a:spcPct val="90000"/>
              </a:lnSpc>
              <a:buNone/>
              <a:tabLst>
                <a:tab pos="0" algn="l"/>
              </a:tabLst>
            </a:pPr>
            <a:r>
              <a:rPr lang="es-ES" sz="4400" b="0" u="none" strike="noStrike">
                <a:solidFill>
                  <a:srgbClr val="FF0000"/>
                </a:solidFill>
                <a:effectLst/>
                <a:uFillTx/>
                <a:latin typeface="Calibri"/>
                <a:ea typeface="Calibri"/>
              </a:rPr>
              <a:t>Algunas aplicaciones</a:t>
            </a:r>
            <a:endParaRPr lang="es-ES" sz="4400" b="0" u="none" strike="noStrike">
              <a:solidFill>
                <a:srgbClr val="000000"/>
              </a:solidFill>
              <a:effectLst/>
              <a:uFillTx/>
              <a:latin typeface="Arial"/>
            </a:endParaRPr>
          </a:p>
        </p:txBody>
      </p:sp>
      <p:pic>
        <p:nvPicPr>
          <p:cNvPr id="86" name="Google Shape;134;ga264c5d9f9_0_333"/>
          <p:cNvPicPr/>
          <p:nvPr/>
        </p:nvPicPr>
        <p:blipFill>
          <a:blip r:embed="rId1"/>
          <a:stretch/>
        </p:blipFill>
        <p:spPr>
          <a:xfrm>
            <a:off x="2385360" y="1766520"/>
            <a:ext cx="3435840" cy="2286360"/>
          </a:xfrm>
          <a:prstGeom prst="rect">
            <a:avLst/>
          </a:prstGeom>
          <a:noFill/>
          <a:ln w="0">
            <a:noFill/>
          </a:ln>
        </p:spPr>
      </p:pic>
      <p:pic>
        <p:nvPicPr>
          <p:cNvPr id="87" name="Google Shape;135;ga264c5d9f9_0_333"/>
          <p:cNvPicPr/>
          <p:nvPr/>
        </p:nvPicPr>
        <p:blipFill>
          <a:blip r:embed="rId2"/>
          <a:stretch/>
        </p:blipFill>
        <p:spPr>
          <a:xfrm>
            <a:off x="7113240" y="1955880"/>
            <a:ext cx="3682080" cy="1906920"/>
          </a:xfrm>
          <a:prstGeom prst="rect">
            <a:avLst/>
          </a:prstGeom>
          <a:noFill/>
          <a:ln w="0">
            <a:noFill/>
          </a:ln>
        </p:spPr>
      </p:pic>
      <p:pic>
        <p:nvPicPr>
          <p:cNvPr id="88" name="Google Shape;136;ga264c5d9f9_0_333"/>
          <p:cNvPicPr/>
          <p:nvPr/>
        </p:nvPicPr>
        <p:blipFill>
          <a:blip r:embed="rId3"/>
          <a:stretch/>
        </p:blipFill>
        <p:spPr>
          <a:xfrm>
            <a:off x="1180080" y="4453920"/>
            <a:ext cx="3003120" cy="2027880"/>
          </a:xfrm>
          <a:prstGeom prst="rect">
            <a:avLst/>
          </a:prstGeom>
          <a:noFill/>
          <a:ln w="0">
            <a:noFill/>
          </a:ln>
        </p:spPr>
      </p:pic>
      <p:pic>
        <p:nvPicPr>
          <p:cNvPr id="89" name="Google Shape;137;ga264c5d9f9_0_333"/>
          <p:cNvPicPr/>
          <p:nvPr/>
        </p:nvPicPr>
        <p:blipFill>
          <a:blip r:embed="rId4"/>
          <a:stretch/>
        </p:blipFill>
        <p:spPr>
          <a:xfrm>
            <a:off x="5326920" y="4128480"/>
            <a:ext cx="3116520" cy="1906920"/>
          </a:xfrm>
          <a:prstGeom prst="rect">
            <a:avLst/>
          </a:prstGeom>
          <a:noFill/>
          <a:ln w="0">
            <a:noFill/>
          </a:ln>
        </p:spPr>
      </p:pic>
      <p:sp>
        <p:nvSpPr>
          <p:cNvPr id="90" name="Google Shape;138;ga264c5d9f9_0_333"/>
          <p:cNvSpPr/>
          <p:nvPr/>
        </p:nvSpPr>
        <p:spPr>
          <a:xfrm>
            <a:off x="5383800" y="6124320"/>
            <a:ext cx="3003120" cy="516960"/>
          </a:xfrm>
          <a:prstGeom prst="rect">
            <a:avLst/>
          </a:prstGeom>
          <a:noFill/>
          <a:ln w="0">
            <a:noFill/>
          </a:ln>
        </p:spPr>
        <p:style>
          <a:lnRef idx="0"/>
          <a:fillRef idx="0"/>
          <a:effectRef idx="0"/>
          <a:fontRef idx="minor"/>
        </p:style>
        <p:txBody>
          <a:bodyPr anchor="t">
            <a:noAutofit/>
          </a:bodyPr>
          <a:p>
            <a:pPr algn="ctr">
              <a:lnSpc>
                <a:spcPct val="100000"/>
              </a:lnSpc>
              <a:tabLst>
                <a:tab pos="0" algn="l"/>
              </a:tabLst>
            </a:pPr>
            <a:r>
              <a:rPr lang="es-ES" sz="1300" b="0" u="none" strike="noStrike">
                <a:solidFill>
                  <a:schemeClr val="lt1"/>
                </a:solidFill>
                <a:effectLst/>
                <a:uFillTx/>
                <a:latin typeface="Calibri"/>
                <a:ea typeface="Calibri"/>
              </a:rPr>
              <a:t>Real time traductor for conference</a:t>
            </a:r>
            <a:endParaRPr lang="es-ES" sz="1300" b="0" u="none" strike="noStrike">
              <a:solidFill>
                <a:srgbClr val="FFFFFF"/>
              </a:solidFill>
              <a:effectLst/>
              <a:uFillTx/>
              <a:latin typeface="Arial"/>
            </a:endParaRPr>
          </a:p>
        </p:txBody>
      </p:sp>
      <p:sp>
        <p:nvSpPr>
          <p:cNvPr id="91" name="Google Shape;139;ga264c5d9f9_0_333"/>
          <p:cNvSpPr/>
          <p:nvPr/>
        </p:nvSpPr>
        <p:spPr>
          <a:xfrm>
            <a:off x="8594640" y="5869080"/>
            <a:ext cx="3003120" cy="516960"/>
          </a:xfrm>
          <a:prstGeom prst="rect">
            <a:avLst/>
          </a:prstGeom>
          <a:noFill/>
          <a:ln w="0">
            <a:noFill/>
          </a:ln>
        </p:spPr>
        <p:style>
          <a:lnRef idx="0"/>
          <a:fillRef idx="0"/>
          <a:effectRef idx="0"/>
          <a:fontRef idx="minor"/>
        </p:style>
        <p:txBody>
          <a:bodyPr anchor="t">
            <a:noAutofit/>
          </a:bodyPr>
          <a:p>
            <a:pPr algn="ctr">
              <a:lnSpc>
                <a:spcPct val="100000"/>
              </a:lnSpc>
              <a:tabLst>
                <a:tab pos="0" algn="l"/>
              </a:tabLst>
            </a:pPr>
            <a:r>
              <a:rPr lang="es-ES" sz="1300" b="0" u="sng" strike="noStrike">
                <a:solidFill>
                  <a:schemeClr val="hlink"/>
                </a:solidFill>
                <a:effectLst/>
                <a:uFillTx/>
                <a:latin typeface="Calibri"/>
                <a:ea typeface="Calibri"/>
                <a:hlinkClick r:id="rId5"/>
              </a:rPr>
              <a:t>Trailers</a:t>
            </a:r>
            <a:r>
              <a:rPr lang="es-ES" sz="1300" b="0" u="sng" strike="noStrike">
                <a:solidFill>
                  <a:schemeClr val="hlink"/>
                </a:solidFill>
                <a:effectLst/>
                <a:uFillTx/>
                <a:latin typeface="Calibri"/>
                <a:ea typeface="Calibri"/>
                <a:hlinkClick r:id="rId6"/>
              </a:rPr>
              <a:t> hechos por una IA</a:t>
            </a:r>
            <a:endParaRPr lang="es-ES"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2276640" y="2330280"/>
            <a:ext cx="7638480" cy="2197440"/>
          </a:xfrm>
          <a:prstGeom prst="rect">
            <a:avLst/>
          </a:prstGeom>
          <a:noFill/>
          <a:ln w="0">
            <a:noFill/>
          </a:ln>
        </p:spPr>
        <p:txBody>
          <a:bodyPr lIns="91440" tIns="45720" rIns="91440" bIns="45720" anchor="ctr">
            <a:noAutofit/>
          </a:bodyPr>
          <a:p>
            <a:pPr indent="0" algn="ctr">
              <a:lnSpc>
                <a:spcPct val="90000"/>
              </a:lnSpc>
              <a:buNone/>
              <a:tabLst>
                <a:tab pos="0" algn="l"/>
              </a:tabLst>
            </a:pPr>
            <a:r>
              <a:rPr lang="es-ES" sz="4400" b="0" u="none" strike="noStrike">
                <a:solidFill>
                  <a:srgbClr val="FF0000"/>
                </a:solidFill>
                <a:effectLst/>
                <a:uFillTx/>
                <a:latin typeface="Calibri"/>
                <a:ea typeface="Calibri"/>
              </a:rPr>
              <a:t>Neural Networks</a:t>
            </a:r>
            <a:endParaRPr lang="es-E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3" name="Google Shape;151;ga264c5d9f9_0_23"/>
          <p:cNvPicPr/>
          <p:nvPr/>
        </p:nvPicPr>
        <p:blipFill>
          <a:blip r:embed="rId1"/>
          <a:stretch/>
        </p:blipFill>
        <p:spPr>
          <a:xfrm>
            <a:off x="821160" y="1190880"/>
            <a:ext cx="3599640" cy="2152800"/>
          </a:xfrm>
          <a:prstGeom prst="rect">
            <a:avLst/>
          </a:prstGeom>
          <a:noFill/>
          <a:ln w="0">
            <a:noFill/>
          </a:ln>
        </p:spPr>
      </p:pic>
      <p:pic>
        <p:nvPicPr>
          <p:cNvPr id="94" name="Google Shape;152;ga264c5d9f9_0_23"/>
          <p:cNvPicPr/>
          <p:nvPr/>
        </p:nvPicPr>
        <p:blipFill>
          <a:blip r:embed="rId2"/>
          <a:stretch/>
        </p:blipFill>
        <p:spPr>
          <a:xfrm>
            <a:off x="4839480" y="1190880"/>
            <a:ext cx="3234960" cy="2199600"/>
          </a:xfrm>
          <a:prstGeom prst="rect">
            <a:avLst/>
          </a:prstGeom>
          <a:noFill/>
          <a:ln w="0">
            <a:noFill/>
          </a:ln>
        </p:spPr>
      </p:pic>
      <p:pic>
        <p:nvPicPr>
          <p:cNvPr id="95" name="Google Shape;153;ga264c5d9f9_0_23"/>
          <p:cNvPicPr/>
          <p:nvPr/>
        </p:nvPicPr>
        <p:blipFill>
          <a:blip r:embed="rId3"/>
          <a:stretch/>
        </p:blipFill>
        <p:spPr>
          <a:xfrm>
            <a:off x="821160" y="3702600"/>
            <a:ext cx="3599640" cy="2199600"/>
          </a:xfrm>
          <a:prstGeom prst="rect">
            <a:avLst/>
          </a:prstGeom>
          <a:noFill/>
          <a:ln w="0">
            <a:noFill/>
          </a:ln>
        </p:spPr>
      </p:pic>
      <p:pic>
        <p:nvPicPr>
          <p:cNvPr id="96" name="Google Shape;154;ga264c5d9f9_0_23"/>
          <p:cNvPicPr/>
          <p:nvPr/>
        </p:nvPicPr>
        <p:blipFill>
          <a:blip r:embed="rId4"/>
          <a:srcRect l="0" t="0" r="50064" b="0"/>
          <a:stretch/>
        </p:blipFill>
        <p:spPr>
          <a:xfrm>
            <a:off x="9148680" y="1190880"/>
            <a:ext cx="2001960" cy="2199600"/>
          </a:xfrm>
          <a:prstGeom prst="rect">
            <a:avLst/>
          </a:prstGeom>
          <a:noFill/>
          <a:ln w="0">
            <a:noFill/>
          </a:ln>
        </p:spPr>
      </p:pic>
      <p:pic>
        <p:nvPicPr>
          <p:cNvPr id="97" name="Google Shape;155;ga264c5d9f9_0_23"/>
          <p:cNvPicPr/>
          <p:nvPr/>
        </p:nvPicPr>
        <p:blipFill>
          <a:blip r:embed="rId5"/>
          <a:stretch/>
        </p:blipFill>
        <p:spPr>
          <a:xfrm>
            <a:off x="9148680" y="3749760"/>
            <a:ext cx="2152800" cy="2152800"/>
          </a:xfrm>
          <a:prstGeom prst="rect">
            <a:avLst/>
          </a:prstGeom>
          <a:noFill/>
          <a:ln w="0">
            <a:noFill/>
          </a:ln>
        </p:spPr>
      </p:pic>
      <p:pic>
        <p:nvPicPr>
          <p:cNvPr id="98" name="Google Shape;156;ga264c5d9f9_0_23"/>
          <p:cNvPicPr/>
          <p:nvPr/>
        </p:nvPicPr>
        <p:blipFill>
          <a:blip r:embed="rId6"/>
          <a:stretch/>
        </p:blipFill>
        <p:spPr>
          <a:xfrm>
            <a:off x="5427000" y="3650760"/>
            <a:ext cx="2253600" cy="229320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9" name="Google Shape;162;ga264c5d9f9_0_31"/>
          <p:cNvPicPr/>
          <p:nvPr/>
        </p:nvPicPr>
        <p:blipFill>
          <a:blip r:embed="rId1"/>
          <a:srcRect l="0" t="0" r="0" b="7187"/>
          <a:stretch/>
        </p:blipFill>
        <p:spPr>
          <a:xfrm>
            <a:off x="1157400" y="1199160"/>
            <a:ext cx="3258360" cy="2171160"/>
          </a:xfrm>
          <a:prstGeom prst="rect">
            <a:avLst/>
          </a:prstGeom>
          <a:noFill/>
          <a:ln w="0">
            <a:noFill/>
          </a:ln>
        </p:spPr>
      </p:pic>
      <p:pic>
        <p:nvPicPr>
          <p:cNvPr id="100" name="Google Shape;163;ga264c5d9f9_0_31"/>
          <p:cNvPicPr/>
          <p:nvPr/>
        </p:nvPicPr>
        <p:blipFill>
          <a:blip r:embed="rId2"/>
          <a:stretch/>
        </p:blipFill>
        <p:spPr>
          <a:xfrm>
            <a:off x="5122080" y="1314000"/>
            <a:ext cx="3449160" cy="1941480"/>
          </a:xfrm>
          <a:prstGeom prst="rect">
            <a:avLst/>
          </a:prstGeom>
          <a:noFill/>
          <a:ln w="0">
            <a:noFill/>
          </a:ln>
        </p:spPr>
      </p:pic>
      <p:pic>
        <p:nvPicPr>
          <p:cNvPr id="101" name="Google Shape;164;ga264c5d9f9_0_31"/>
          <p:cNvPicPr/>
          <p:nvPr/>
        </p:nvPicPr>
        <p:blipFill>
          <a:blip r:embed="rId3"/>
          <a:stretch/>
        </p:blipFill>
        <p:spPr>
          <a:xfrm>
            <a:off x="1157400" y="4041720"/>
            <a:ext cx="3313800" cy="1863720"/>
          </a:xfrm>
          <a:prstGeom prst="rect">
            <a:avLst/>
          </a:prstGeom>
          <a:noFill/>
          <a:ln w="0">
            <a:noFill/>
          </a:ln>
        </p:spPr>
      </p:pic>
      <p:pic>
        <p:nvPicPr>
          <p:cNvPr id="102" name="Google Shape;165;ga264c5d9f9_0_31"/>
          <p:cNvPicPr/>
          <p:nvPr/>
        </p:nvPicPr>
        <p:blipFill>
          <a:blip r:embed="rId4"/>
          <a:srcRect l="49438" t="0" r="0" b="0"/>
          <a:stretch/>
        </p:blipFill>
        <p:spPr>
          <a:xfrm>
            <a:off x="9326520" y="1318320"/>
            <a:ext cx="1781280" cy="1933200"/>
          </a:xfrm>
          <a:prstGeom prst="rect">
            <a:avLst/>
          </a:prstGeom>
          <a:noFill/>
          <a:ln w="0">
            <a:noFill/>
          </a:ln>
        </p:spPr>
      </p:pic>
      <p:pic>
        <p:nvPicPr>
          <p:cNvPr id="103" name="Google Shape;166;ga264c5d9f9_0_31"/>
          <p:cNvPicPr/>
          <p:nvPr/>
        </p:nvPicPr>
        <p:blipFill>
          <a:blip r:embed="rId5"/>
          <a:stretch/>
        </p:blipFill>
        <p:spPr>
          <a:xfrm>
            <a:off x="9170640" y="3789720"/>
            <a:ext cx="2435760" cy="1620720"/>
          </a:xfrm>
          <a:prstGeom prst="rect">
            <a:avLst/>
          </a:prstGeom>
          <a:noFill/>
          <a:ln w="0">
            <a:noFill/>
          </a:ln>
        </p:spPr>
      </p:pic>
      <p:pic>
        <p:nvPicPr>
          <p:cNvPr id="104" name="Google Shape;167;ga264c5d9f9_0_31"/>
          <p:cNvPicPr/>
          <p:nvPr/>
        </p:nvPicPr>
        <p:blipFill>
          <a:blip r:embed="rId6"/>
          <a:stretch/>
        </p:blipFill>
        <p:spPr>
          <a:xfrm>
            <a:off x="6051600" y="3805920"/>
            <a:ext cx="1781280" cy="233568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525240" y="443520"/>
            <a:ext cx="10556640" cy="712440"/>
          </a:xfrm>
          <a:prstGeom prst="rect">
            <a:avLst/>
          </a:prstGeom>
          <a:noFill/>
          <a:ln w="0">
            <a:noFill/>
          </a:ln>
        </p:spPr>
        <p:txBody>
          <a:bodyPr lIns="91440" tIns="45720" rIns="91440" bIns="45720" anchor="t">
            <a:noAutofit/>
          </a:bodyPr>
          <a:p>
            <a:pPr indent="0" algn="l">
              <a:lnSpc>
                <a:spcPct val="90000"/>
              </a:lnSpc>
              <a:buNone/>
              <a:tabLst>
                <a:tab pos="0" algn="l"/>
              </a:tabLst>
            </a:pPr>
            <a:r>
              <a:rPr lang="es-ES" sz="4400" b="0" u="none" strike="noStrike">
                <a:solidFill>
                  <a:srgbClr val="FF0000"/>
                </a:solidFill>
                <a:effectLst/>
                <a:uFillTx/>
                <a:latin typeface="Calibri"/>
                <a:ea typeface="Calibri"/>
              </a:rPr>
              <a:t>Inspiración biológica</a:t>
            </a:r>
            <a:endParaRPr lang="es-ES" sz="4400" b="0" u="none" strike="noStrike">
              <a:solidFill>
                <a:srgbClr val="000000"/>
              </a:solidFill>
              <a:effectLst/>
              <a:uFillTx/>
              <a:latin typeface="Arial"/>
            </a:endParaRPr>
          </a:p>
        </p:txBody>
      </p:sp>
      <p:sp>
        <p:nvSpPr>
          <p:cNvPr id="106" name="Google Shape;174;ga264c5d9f9_0_3"/>
          <p:cNvSpPr/>
          <p:nvPr/>
        </p:nvSpPr>
        <p:spPr>
          <a:xfrm>
            <a:off x="598680" y="1294200"/>
            <a:ext cx="10704960" cy="2585160"/>
          </a:xfrm>
          <a:prstGeom prst="rect">
            <a:avLst/>
          </a:prstGeom>
          <a:noFill/>
          <a:ln w="0">
            <a:noFill/>
          </a:ln>
        </p:spPr>
        <p:style>
          <a:lnRef idx="0"/>
          <a:fillRef idx="0"/>
          <a:effectRef idx="0"/>
          <a:fontRef idx="minor"/>
        </p:style>
        <p:txBody>
          <a:bodyPr anchor="t">
            <a:noAutofit/>
          </a:bodyPr>
          <a:p>
            <a:pPr>
              <a:lnSpc>
                <a:spcPct val="100000"/>
              </a:lnSpc>
              <a:tabLst>
                <a:tab pos="0" algn="l"/>
              </a:tabLst>
            </a:pPr>
            <a:r>
              <a:rPr lang="es-ES" sz="1800" b="0" u="none" strike="noStrike">
                <a:solidFill>
                  <a:schemeClr val="lt1"/>
                </a:solidFill>
                <a:effectLst/>
                <a:uFillTx/>
                <a:latin typeface="Calibri"/>
                <a:ea typeface="Calibri"/>
              </a:rPr>
              <a:t>Las redes neuronales están inspirados en el concepto biológico de una neurona. Las neuronas recogen información de otras neuronas, a través de las dendritas. Estas señales producen cambios en el soma (cuerpo de la célula) mediante pequeñas señales eléctricas, y si la señal supera cierto umbral, se propaga a las siguientes neuronas a través del axón.</a:t>
            </a:r>
            <a:endParaRPr lang="es-ES" sz="1800" b="0" u="none" strike="noStrike">
              <a:solidFill>
                <a:srgbClr val="FFFFFF"/>
              </a:solidFill>
              <a:effectLst/>
              <a:uFillTx/>
              <a:latin typeface="Arial"/>
            </a:endParaRPr>
          </a:p>
        </p:txBody>
      </p:sp>
      <p:pic>
        <p:nvPicPr>
          <p:cNvPr id="107" name="Google Shape;175;ga264c5d9f9_0_3" descr="Image for post"/>
          <p:cNvPicPr/>
          <p:nvPr/>
        </p:nvPicPr>
        <p:blipFill>
          <a:blip r:embed="rId1"/>
          <a:stretch/>
        </p:blipFill>
        <p:spPr>
          <a:xfrm>
            <a:off x="3440880" y="2972880"/>
            <a:ext cx="5220720" cy="292932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2276640" y="2330280"/>
            <a:ext cx="7638480" cy="2197440"/>
          </a:xfrm>
          <a:prstGeom prst="rect">
            <a:avLst/>
          </a:prstGeom>
          <a:noFill/>
          <a:ln w="0">
            <a:noFill/>
          </a:ln>
        </p:spPr>
        <p:txBody>
          <a:bodyPr lIns="91440" tIns="45720" rIns="91440" bIns="45720" anchor="ctr">
            <a:noAutofit/>
          </a:bodyPr>
          <a:p>
            <a:pPr indent="0" algn="ctr">
              <a:lnSpc>
                <a:spcPct val="90000"/>
              </a:lnSpc>
              <a:buNone/>
              <a:tabLst>
                <a:tab pos="0" algn="l"/>
              </a:tabLst>
            </a:pPr>
            <a:r>
              <a:rPr lang="es-ES" sz="4400" b="0" u="none" strike="noStrike">
                <a:solidFill>
                  <a:srgbClr val="FF0000"/>
                </a:solidFill>
                <a:effectLst/>
                <a:uFillTx/>
                <a:latin typeface="Calibri"/>
                <a:ea typeface="Calibri"/>
              </a:rPr>
              <a:t>La neurona</a:t>
            </a:r>
            <a:endParaRPr lang="es-E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PlaceHolder 1"/>
          <p:cNvSpPr>
            <a:spLocks noGrp="1"/>
          </p:cNvSpPr>
          <p:nvPr>
            <p:ph type="title"/>
          </p:nvPr>
        </p:nvSpPr>
        <p:spPr>
          <a:xfrm>
            <a:off x="525240" y="443520"/>
            <a:ext cx="10556640" cy="712440"/>
          </a:xfrm>
          <a:prstGeom prst="rect">
            <a:avLst/>
          </a:prstGeom>
          <a:noFill/>
          <a:ln w="0">
            <a:noFill/>
          </a:ln>
        </p:spPr>
        <p:txBody>
          <a:bodyPr lIns="91440" tIns="45720" rIns="91440" bIns="45720" anchor="t">
            <a:noAutofit/>
          </a:bodyPr>
          <a:p>
            <a:pPr indent="0" algn="l">
              <a:lnSpc>
                <a:spcPct val="90000"/>
              </a:lnSpc>
              <a:buNone/>
              <a:tabLst>
                <a:tab pos="0" algn="l"/>
              </a:tabLst>
            </a:pPr>
            <a:r>
              <a:rPr lang="es-ES" sz="4400" b="0" u="none" strike="noStrike">
                <a:solidFill>
                  <a:srgbClr val="FF0000"/>
                </a:solidFill>
                <a:effectLst/>
                <a:uFillTx/>
                <a:latin typeface="Calibri"/>
                <a:ea typeface="Calibri"/>
              </a:rPr>
              <a:t>McCulloch-Pitts neuron</a:t>
            </a:r>
            <a:endParaRPr lang="es-ES" sz="4400" b="0" u="none" strike="noStrike">
              <a:solidFill>
                <a:srgbClr val="000000"/>
              </a:solidFill>
              <a:effectLst/>
              <a:uFillTx/>
              <a:latin typeface="Arial"/>
            </a:endParaRPr>
          </a:p>
        </p:txBody>
      </p:sp>
      <p:sp>
        <p:nvSpPr>
          <p:cNvPr id="110" name="Google Shape;188;ga264c5d9f9_0_62"/>
          <p:cNvSpPr/>
          <p:nvPr/>
        </p:nvSpPr>
        <p:spPr>
          <a:xfrm>
            <a:off x="525240" y="1477800"/>
            <a:ext cx="4511520" cy="2589840"/>
          </a:xfrm>
          <a:prstGeom prst="rect">
            <a:avLst/>
          </a:prstGeom>
          <a:noFill/>
          <a:ln w="0">
            <a:noFill/>
          </a:ln>
        </p:spPr>
        <p:style>
          <a:lnRef idx="0"/>
          <a:fillRef idx="0"/>
          <a:effectRef idx="0"/>
          <a:fontRef idx="minor"/>
        </p:style>
        <p:txBody>
          <a:bodyPr anchor="t">
            <a:noAutofit/>
          </a:bodyPr>
          <a:p>
            <a:pPr>
              <a:lnSpc>
                <a:spcPct val="100000"/>
              </a:lnSpc>
              <a:tabLst>
                <a:tab pos="0" algn="l"/>
              </a:tabLst>
            </a:pPr>
            <a:r>
              <a:rPr lang="es-ES" sz="1900" b="0" u="none" strike="noStrike">
                <a:solidFill>
                  <a:schemeClr val="lt1"/>
                </a:solidFill>
                <a:effectLst/>
                <a:uFillTx/>
                <a:latin typeface="Calibri"/>
                <a:ea typeface="Calibri"/>
              </a:rPr>
              <a:t>Componentes de la neurona:</a:t>
            </a:r>
            <a:endParaRPr lang="es-ES" sz="1900" b="0" u="none" strike="noStrike">
              <a:solidFill>
                <a:srgbClr val="FFFFFF"/>
              </a:solidFill>
              <a:effectLst/>
              <a:uFillTx/>
              <a:latin typeface="Arial"/>
            </a:endParaRPr>
          </a:p>
          <a:p>
            <a:pPr marL="457200" indent="-349200">
              <a:lnSpc>
                <a:spcPct val="100000"/>
              </a:lnSpc>
              <a:buClr>
                <a:srgbClr val="FFFFFF"/>
              </a:buClr>
              <a:buFont typeface="Calibri"/>
              <a:buChar char="-"/>
              <a:tabLst>
                <a:tab pos="0" algn="l"/>
              </a:tabLst>
            </a:pPr>
            <a:r>
              <a:rPr lang="es-ES" sz="1900" b="1" u="none" strike="noStrike">
                <a:solidFill>
                  <a:schemeClr val="lt1"/>
                </a:solidFill>
                <a:effectLst/>
                <a:uFillTx/>
                <a:latin typeface="Calibri"/>
                <a:ea typeface="Calibri"/>
              </a:rPr>
              <a:t>Inputs</a:t>
            </a:r>
            <a:endParaRPr lang="es-ES" sz="1900" b="0" u="none" strike="noStrike">
              <a:solidFill>
                <a:srgbClr val="FFFFFF"/>
              </a:solidFill>
              <a:effectLst/>
              <a:uFillTx/>
              <a:latin typeface="Arial"/>
            </a:endParaRPr>
          </a:p>
          <a:p>
            <a:pPr marL="457200" indent="-349200">
              <a:lnSpc>
                <a:spcPct val="100000"/>
              </a:lnSpc>
              <a:buClr>
                <a:srgbClr val="FFFFFF"/>
              </a:buClr>
              <a:buFont typeface="Calibri"/>
              <a:buChar char="-"/>
              <a:tabLst>
                <a:tab pos="0" algn="l"/>
              </a:tabLst>
            </a:pPr>
            <a:r>
              <a:rPr lang="es-ES" sz="1900" b="1" u="none" strike="noStrike">
                <a:solidFill>
                  <a:schemeClr val="lt1"/>
                </a:solidFill>
                <a:effectLst/>
                <a:uFillTx/>
                <a:latin typeface="Calibri"/>
                <a:ea typeface="Calibri"/>
              </a:rPr>
              <a:t>Pesos</a:t>
            </a:r>
            <a:r>
              <a:rPr lang="es-ES" sz="1900" b="0" u="none" strike="noStrike">
                <a:solidFill>
                  <a:schemeClr val="lt1"/>
                </a:solidFill>
                <a:effectLst/>
                <a:uFillTx/>
                <a:latin typeface="Calibri"/>
                <a:ea typeface="Calibri"/>
              </a:rPr>
              <a:t> que recibe cada input, se combinan como si de una regresión lineal se tratase</a:t>
            </a:r>
            <a:endParaRPr lang="es-ES" sz="1900" b="0" u="none" strike="noStrike">
              <a:solidFill>
                <a:srgbClr val="FFFFFF"/>
              </a:solidFill>
              <a:effectLst/>
              <a:uFillTx/>
              <a:latin typeface="Arial"/>
            </a:endParaRPr>
          </a:p>
          <a:p>
            <a:pPr marL="457200" indent="-349200">
              <a:lnSpc>
                <a:spcPct val="100000"/>
              </a:lnSpc>
              <a:buClr>
                <a:srgbClr val="FFFFFF"/>
              </a:buClr>
              <a:buFont typeface="Calibri"/>
              <a:buChar char="-"/>
              <a:tabLst>
                <a:tab pos="0" algn="l"/>
              </a:tabLst>
            </a:pPr>
            <a:r>
              <a:rPr lang="es-ES" sz="1900" b="0" u="none" strike="noStrike">
                <a:solidFill>
                  <a:schemeClr val="lt1"/>
                </a:solidFill>
                <a:effectLst/>
                <a:uFillTx/>
                <a:latin typeface="Calibri"/>
                <a:ea typeface="Calibri"/>
              </a:rPr>
              <a:t>Problemas binarios</a:t>
            </a:r>
            <a:endParaRPr lang="es-ES" sz="1900" b="0" u="none" strike="noStrike">
              <a:solidFill>
                <a:srgbClr val="FFFFFF"/>
              </a:solidFill>
              <a:effectLst/>
              <a:uFillTx/>
              <a:latin typeface="Arial"/>
            </a:endParaRPr>
          </a:p>
          <a:p>
            <a:pPr marL="457200" indent="-349200">
              <a:lnSpc>
                <a:spcPct val="100000"/>
              </a:lnSpc>
              <a:buClr>
                <a:srgbClr val="FFFFFF"/>
              </a:buClr>
              <a:buFont typeface="Calibri"/>
              <a:buChar char="-"/>
              <a:tabLst>
                <a:tab pos="0" algn="l"/>
              </a:tabLst>
            </a:pPr>
            <a:r>
              <a:rPr lang="es-ES" sz="1900" b="1" u="none" strike="noStrike">
                <a:solidFill>
                  <a:schemeClr val="lt1"/>
                </a:solidFill>
                <a:effectLst/>
                <a:uFillTx/>
                <a:latin typeface="Calibri"/>
                <a:ea typeface="Calibri"/>
              </a:rPr>
              <a:t>Bias</a:t>
            </a:r>
            <a:endParaRPr lang="es-ES" sz="1900" b="0" u="none" strike="noStrike">
              <a:solidFill>
                <a:srgbClr val="FFFFFF"/>
              </a:solidFill>
              <a:effectLst/>
              <a:uFillTx/>
              <a:latin typeface="Arial"/>
            </a:endParaRPr>
          </a:p>
          <a:p>
            <a:pPr marL="457200" indent="-349200">
              <a:lnSpc>
                <a:spcPct val="100000"/>
              </a:lnSpc>
              <a:buClr>
                <a:srgbClr val="FFFFFF"/>
              </a:buClr>
              <a:buFont typeface="Calibri"/>
              <a:buChar char="-"/>
              <a:tabLst>
                <a:tab pos="0" algn="l"/>
              </a:tabLst>
            </a:pPr>
            <a:r>
              <a:rPr lang="es-ES" sz="1900" b="1" u="none" strike="noStrike">
                <a:solidFill>
                  <a:schemeClr val="lt1"/>
                </a:solidFill>
                <a:effectLst/>
                <a:uFillTx/>
                <a:latin typeface="Calibri"/>
                <a:ea typeface="Calibri"/>
              </a:rPr>
              <a:t>Activation function:</a:t>
            </a:r>
            <a:r>
              <a:rPr lang="es-ES" sz="1900" b="0" u="none" strike="noStrike">
                <a:solidFill>
                  <a:schemeClr val="lt1"/>
                </a:solidFill>
                <a:effectLst/>
                <a:uFillTx/>
                <a:latin typeface="Calibri"/>
                <a:ea typeface="Calibri"/>
              </a:rPr>
              <a:t> si la señal cumple cierto threshold, se activa la salida</a:t>
            </a:r>
            <a:endParaRPr lang="es-ES" sz="1900" b="0" u="none" strike="noStrike">
              <a:solidFill>
                <a:srgbClr val="FFFFFF"/>
              </a:solidFill>
              <a:effectLst/>
              <a:uFillTx/>
              <a:latin typeface="Arial"/>
            </a:endParaRPr>
          </a:p>
        </p:txBody>
      </p:sp>
      <p:pic>
        <p:nvPicPr>
          <p:cNvPr id="111" name="Google Shape;189;ga264c5d9f9_0_62"/>
          <p:cNvPicPr/>
          <p:nvPr/>
        </p:nvPicPr>
        <p:blipFill>
          <a:blip r:embed="rId1"/>
          <a:stretch/>
        </p:blipFill>
        <p:spPr>
          <a:xfrm>
            <a:off x="6480000" y="2337120"/>
            <a:ext cx="5256000" cy="2269080"/>
          </a:xfrm>
          <a:prstGeom prst="rect">
            <a:avLst/>
          </a:prstGeom>
          <a:noFill/>
          <a:ln w="0">
            <a:noFill/>
          </a:ln>
        </p:spPr>
      </p:pic>
      <p:pic>
        <p:nvPicPr>
          <p:cNvPr id="112" name="Google Shape;190;ga264c5d9f9_0_62"/>
          <p:cNvPicPr/>
          <p:nvPr/>
        </p:nvPicPr>
        <p:blipFill>
          <a:blip r:embed="rId2"/>
          <a:stretch/>
        </p:blipFill>
        <p:spPr>
          <a:xfrm>
            <a:off x="9891360" y="165240"/>
            <a:ext cx="1923120" cy="1442160"/>
          </a:xfrm>
          <a:prstGeom prst="rect">
            <a:avLst/>
          </a:prstGeom>
          <a:noFill/>
          <a:ln w="0">
            <a:noFill/>
          </a:ln>
        </p:spPr>
      </p:pic>
      <p:pic>
        <p:nvPicPr>
          <p:cNvPr id="113" name="Google Shape;191;ga264c5d9f9_0_62"/>
          <p:cNvPicPr/>
          <p:nvPr/>
        </p:nvPicPr>
        <p:blipFill>
          <a:blip r:embed="rId3"/>
          <a:stretch/>
        </p:blipFill>
        <p:spPr>
          <a:xfrm>
            <a:off x="936720" y="4852440"/>
            <a:ext cx="3567240" cy="1049040"/>
          </a:xfrm>
          <a:prstGeom prst="rect">
            <a:avLst/>
          </a:prstGeom>
          <a:noFill/>
          <a:ln w="0">
            <a:noFill/>
          </a:ln>
        </p:spPr>
      </p:pic>
      <p:sp>
        <p:nvSpPr>
          <p:cNvPr id="114" name="Google Shape;192;ga264c5d9f9_0_62"/>
          <p:cNvSpPr/>
          <p:nvPr/>
        </p:nvSpPr>
        <p:spPr>
          <a:xfrm>
            <a:off x="6436800" y="1815840"/>
            <a:ext cx="5256360" cy="520920"/>
          </a:xfrm>
          <a:prstGeom prst="rect">
            <a:avLst/>
          </a:prstGeom>
          <a:noFill/>
          <a:ln w="0">
            <a:noFill/>
          </a:ln>
        </p:spPr>
        <p:style>
          <a:lnRef idx="0"/>
          <a:fillRef idx="0"/>
          <a:effectRef idx="0"/>
          <a:fontRef idx="minor"/>
        </p:style>
        <p:txBody>
          <a:bodyPr anchor="t">
            <a:noAutofit/>
          </a:bodyPr>
          <a:p>
            <a:pPr>
              <a:lnSpc>
                <a:spcPct val="100000"/>
              </a:lnSpc>
              <a:tabLst>
                <a:tab pos="0" algn="l"/>
              </a:tabLst>
            </a:pPr>
            <a:r>
              <a:rPr lang="es-ES" sz="1900" b="0" u="none" strike="noStrike">
                <a:solidFill>
                  <a:schemeClr val="lt1"/>
                </a:solidFill>
                <a:effectLst/>
                <a:uFillTx/>
                <a:latin typeface="Calibri"/>
                <a:ea typeface="Calibri"/>
              </a:rPr>
              <a:t>Comportamiento similar a una regresión lineal</a:t>
            </a:r>
            <a:endParaRPr lang="es-ES" sz="1900" b="0" u="none" strike="noStrike">
              <a:solidFill>
                <a:srgbClr val="FFFFFF"/>
              </a:solidFill>
              <a:effectLst/>
              <a:uFillTx/>
              <a:latin typeface="Arial"/>
            </a:endParaRPr>
          </a:p>
        </p:txBody>
      </p:sp>
      <p:pic>
        <p:nvPicPr>
          <p:cNvPr id="115" name="Google Shape;193;ga264c5d9f9_0_62"/>
          <p:cNvPicPr/>
          <p:nvPr/>
        </p:nvPicPr>
        <p:blipFill>
          <a:blip r:embed="rId4"/>
          <a:stretch/>
        </p:blipFill>
        <p:spPr>
          <a:xfrm>
            <a:off x="6189480" y="4759200"/>
            <a:ext cx="5546880" cy="1330920"/>
          </a:xfrm>
          <a:prstGeom prst="rect">
            <a:avLst/>
          </a:prstGeom>
          <a:noFill/>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type="title"/>
          </p:nvPr>
        </p:nvSpPr>
        <p:spPr>
          <a:xfrm>
            <a:off x="525240" y="443520"/>
            <a:ext cx="10556640" cy="712440"/>
          </a:xfrm>
          <a:prstGeom prst="rect">
            <a:avLst/>
          </a:prstGeom>
          <a:noFill/>
          <a:ln w="0">
            <a:noFill/>
          </a:ln>
        </p:spPr>
        <p:txBody>
          <a:bodyPr lIns="91440" tIns="45720" rIns="91440" bIns="45720" anchor="t">
            <a:noAutofit/>
          </a:bodyPr>
          <a:p>
            <a:pPr indent="0" algn="l">
              <a:lnSpc>
                <a:spcPct val="90000"/>
              </a:lnSpc>
              <a:buNone/>
              <a:tabLst>
                <a:tab pos="0" algn="l"/>
              </a:tabLst>
            </a:pPr>
            <a:r>
              <a:rPr lang="es-ES" sz="4400" b="0" u="none" strike="noStrike">
                <a:solidFill>
                  <a:srgbClr val="FF0000"/>
                </a:solidFill>
                <a:effectLst/>
                <a:uFillTx/>
                <a:latin typeface="Calibri"/>
                <a:ea typeface="Calibri"/>
              </a:rPr>
              <a:t>¿Qué resuelve una neurona?</a:t>
            </a:r>
            <a:endParaRPr lang="es-ES" sz="4400" b="0" u="none" strike="noStrike">
              <a:solidFill>
                <a:srgbClr val="000000"/>
              </a:solidFill>
              <a:effectLst/>
              <a:uFillTx/>
              <a:latin typeface="Arial"/>
            </a:endParaRPr>
          </a:p>
        </p:txBody>
      </p:sp>
      <p:sp>
        <p:nvSpPr>
          <p:cNvPr id="117" name="Google Shape;200;ga264c5d9f9_0_73"/>
          <p:cNvSpPr/>
          <p:nvPr/>
        </p:nvSpPr>
        <p:spPr>
          <a:xfrm>
            <a:off x="525240" y="1477800"/>
            <a:ext cx="11104200" cy="529920"/>
          </a:xfrm>
          <a:prstGeom prst="rect">
            <a:avLst/>
          </a:prstGeom>
          <a:noFill/>
          <a:ln w="0">
            <a:noFill/>
          </a:ln>
        </p:spPr>
        <p:style>
          <a:lnRef idx="0"/>
          <a:fillRef idx="0"/>
          <a:effectRef idx="0"/>
          <a:fontRef idx="minor"/>
        </p:style>
        <p:txBody>
          <a:bodyPr anchor="t">
            <a:noAutofit/>
          </a:bodyPr>
          <a:p>
            <a:pPr>
              <a:lnSpc>
                <a:spcPct val="100000"/>
              </a:lnSpc>
              <a:tabLst>
                <a:tab pos="0" algn="l"/>
              </a:tabLst>
            </a:pPr>
            <a:r>
              <a:rPr lang="es-ES" sz="1900" b="0" u="none" strike="noStrike">
                <a:solidFill>
                  <a:schemeClr val="lt1"/>
                </a:solidFill>
                <a:effectLst/>
                <a:uFillTx/>
                <a:latin typeface="Calibri"/>
                <a:ea typeface="Calibri"/>
              </a:rPr>
              <a:t>Las neuronas en solitario no resuelven problemas complejos. Veamos algunos ejemplos</a:t>
            </a:r>
            <a:endParaRPr lang="es-ES" sz="1900" b="0" u="none" strike="noStrike">
              <a:solidFill>
                <a:srgbClr val="FFFFFF"/>
              </a:solidFill>
              <a:effectLst/>
              <a:uFillTx/>
              <a:latin typeface="Arial"/>
            </a:endParaRPr>
          </a:p>
        </p:txBody>
      </p:sp>
      <p:sp>
        <p:nvSpPr>
          <p:cNvPr id="118" name="Google Shape;201;ga264c5d9f9_0_73"/>
          <p:cNvSpPr/>
          <p:nvPr/>
        </p:nvSpPr>
        <p:spPr>
          <a:xfrm>
            <a:off x="603360" y="2329200"/>
            <a:ext cx="3350880" cy="399600"/>
          </a:xfrm>
          <a:prstGeom prst="rect">
            <a:avLst/>
          </a:prstGeom>
          <a:noFill/>
          <a:ln w="0">
            <a:noFill/>
          </a:ln>
        </p:spPr>
        <p:style>
          <a:lnRef idx="0"/>
          <a:fillRef idx="0"/>
          <a:effectRef idx="0"/>
          <a:fontRef idx="minor"/>
        </p:style>
        <p:txBody>
          <a:bodyPr anchor="t">
            <a:noAutofit/>
          </a:bodyPr>
          <a:p>
            <a:pPr algn="ctr">
              <a:lnSpc>
                <a:spcPct val="100000"/>
              </a:lnSpc>
              <a:tabLst>
                <a:tab pos="0" algn="l"/>
              </a:tabLst>
            </a:pPr>
            <a:r>
              <a:rPr lang="es-ES" sz="1900" b="0" u="none" strike="noStrike">
                <a:solidFill>
                  <a:schemeClr val="lt1"/>
                </a:solidFill>
                <a:effectLst/>
                <a:uFillTx/>
                <a:latin typeface="Calibri"/>
                <a:ea typeface="Calibri"/>
              </a:rPr>
              <a:t>Puerta AND</a:t>
            </a:r>
            <a:endParaRPr lang="es-ES" sz="1900" b="0" u="none" strike="noStrike">
              <a:solidFill>
                <a:srgbClr val="FFFFFF"/>
              </a:solidFill>
              <a:effectLst/>
              <a:uFillTx/>
              <a:latin typeface="Arial"/>
            </a:endParaRPr>
          </a:p>
        </p:txBody>
      </p:sp>
      <p:pic>
        <p:nvPicPr>
          <p:cNvPr id="119" name="Google Shape;202;ga264c5d9f9_0_73"/>
          <p:cNvPicPr/>
          <p:nvPr/>
        </p:nvPicPr>
        <p:blipFill>
          <a:blip r:embed="rId1"/>
          <a:stretch/>
        </p:blipFill>
        <p:spPr>
          <a:xfrm>
            <a:off x="1028520" y="2802960"/>
            <a:ext cx="2667240" cy="1251720"/>
          </a:xfrm>
          <a:prstGeom prst="rect">
            <a:avLst/>
          </a:prstGeom>
          <a:noFill/>
          <a:ln w="0">
            <a:noFill/>
          </a:ln>
        </p:spPr>
      </p:pic>
      <p:pic>
        <p:nvPicPr>
          <p:cNvPr id="120" name="Google Shape;203;ga264c5d9f9_0_73"/>
          <p:cNvPicPr/>
          <p:nvPr/>
        </p:nvPicPr>
        <p:blipFill>
          <a:blip r:embed="rId2"/>
          <a:srcRect l="0" t="0" r="55883" b="33938"/>
          <a:stretch/>
        </p:blipFill>
        <p:spPr>
          <a:xfrm>
            <a:off x="1180440" y="4311360"/>
            <a:ext cx="2196720" cy="2216160"/>
          </a:xfrm>
          <a:prstGeom prst="rect">
            <a:avLst/>
          </a:prstGeom>
          <a:noFill/>
          <a:ln w="0">
            <a:noFill/>
          </a:ln>
        </p:spPr>
      </p:pic>
      <p:sp>
        <p:nvSpPr>
          <p:cNvPr id="121" name="Google Shape;204;ga264c5d9f9_0_73"/>
          <p:cNvSpPr/>
          <p:nvPr/>
        </p:nvSpPr>
        <p:spPr>
          <a:xfrm>
            <a:off x="4428000" y="2264040"/>
            <a:ext cx="6653880" cy="751680"/>
          </a:xfrm>
          <a:prstGeom prst="rect">
            <a:avLst/>
          </a:prstGeom>
          <a:noFill/>
          <a:ln w="0">
            <a:noFill/>
          </a:ln>
        </p:spPr>
        <p:style>
          <a:lnRef idx="0"/>
          <a:fillRef idx="0"/>
          <a:effectRef idx="0"/>
          <a:fontRef idx="minor"/>
        </p:style>
        <p:txBody>
          <a:bodyPr anchor="t">
            <a:noAutofit/>
          </a:bodyPr>
          <a:p>
            <a:pPr algn="ctr">
              <a:lnSpc>
                <a:spcPct val="100000"/>
              </a:lnSpc>
              <a:tabLst>
                <a:tab pos="0" algn="l"/>
              </a:tabLst>
            </a:pPr>
            <a:r>
              <a:rPr lang="es-ES" sz="1900" b="0" u="none" strike="noStrike">
                <a:solidFill>
                  <a:schemeClr val="lt1"/>
                </a:solidFill>
                <a:effectLst/>
                <a:uFillTx/>
                <a:latin typeface="Calibri"/>
                <a:ea typeface="Calibri"/>
              </a:rPr>
              <a:t>Vamos a determinar si salimos de excursión el fin de semana mediante una puerta AND</a:t>
            </a:r>
            <a:endParaRPr lang="es-ES" sz="1900" b="0" u="none" strike="noStrike">
              <a:solidFill>
                <a:srgbClr val="FFFFFF"/>
              </a:solidFill>
              <a:effectLst/>
              <a:uFillTx/>
              <a:latin typeface="Arial"/>
            </a:endParaRPr>
          </a:p>
        </p:txBody>
      </p:sp>
      <p:sp>
        <p:nvSpPr>
          <p:cNvPr id="122" name="Google Shape;205;ga264c5d9f9_0_73"/>
          <p:cNvSpPr/>
          <p:nvPr/>
        </p:nvSpPr>
        <p:spPr>
          <a:xfrm>
            <a:off x="5470200" y="3493440"/>
            <a:ext cx="705240" cy="307440"/>
          </a:xfrm>
          <a:prstGeom prst="rect">
            <a:avLst/>
          </a:prstGeom>
          <a:noFill/>
          <a:ln w="0">
            <a:noFill/>
          </a:ln>
        </p:spPr>
        <p:style>
          <a:lnRef idx="0"/>
          <a:fillRef idx="0"/>
          <a:effectRef idx="0"/>
          <a:fontRef idx="minor"/>
        </p:style>
        <p:txBody>
          <a:bodyPr anchor="t">
            <a:noAutofit/>
          </a:bodyPr>
          <a:p>
            <a:pPr algn="ctr">
              <a:lnSpc>
                <a:spcPct val="100000"/>
              </a:lnSpc>
              <a:tabLst>
                <a:tab pos="0" algn="l"/>
              </a:tabLst>
            </a:pPr>
            <a:r>
              <a:rPr lang="es-ES" sz="1100" b="0" u="none" strike="noStrike">
                <a:solidFill>
                  <a:srgbClr val="FFFFFF"/>
                </a:solidFill>
                <a:effectLst/>
                <a:uFillTx/>
                <a:latin typeface="Calibri"/>
                <a:ea typeface="Calibri"/>
              </a:rPr>
              <a:t>Buen dia</a:t>
            </a:r>
            <a:endParaRPr lang="es-ES" sz="1100" b="0" u="none" strike="noStrike">
              <a:solidFill>
                <a:srgbClr val="FFFFFF"/>
              </a:solidFill>
              <a:effectLst/>
              <a:uFillTx/>
              <a:latin typeface="Arial"/>
            </a:endParaRPr>
          </a:p>
        </p:txBody>
      </p:sp>
      <p:cxnSp>
        <p:nvCxnSpPr>
          <p:cNvPr id="123" name="Google Shape;206;ga264c5d9f9_0_73"/>
          <p:cNvCxnSpPr/>
          <p:nvPr/>
        </p:nvCxnSpPr>
        <p:spPr>
          <a:xfrm>
            <a:off x="5706720" y="3828600"/>
            <a:ext cx="1568880" cy="360"/>
          </a:xfrm>
          <a:prstGeom prst="straightConnector1">
            <a:avLst/>
          </a:prstGeom>
          <a:ln w="28575">
            <a:solidFill>
              <a:srgbClr val="C00000"/>
            </a:solidFill>
            <a:miter/>
          </a:ln>
        </p:spPr>
      </p:cxnSp>
      <p:sp>
        <p:nvSpPr>
          <p:cNvPr id="124" name="Google Shape;207;ga264c5d9f9_0_73"/>
          <p:cNvSpPr/>
          <p:nvPr/>
        </p:nvSpPr>
        <p:spPr>
          <a:xfrm>
            <a:off x="5993280" y="3483000"/>
            <a:ext cx="829800" cy="307440"/>
          </a:xfrm>
          <a:prstGeom prst="rect">
            <a:avLst/>
          </a:prstGeom>
          <a:noFill/>
          <a:ln w="0">
            <a:noFill/>
          </a:ln>
        </p:spPr>
        <p:style>
          <a:lnRef idx="0"/>
          <a:fillRef idx="0"/>
          <a:effectRef idx="0"/>
          <a:fontRef idx="minor"/>
        </p:style>
        <p:txBody>
          <a:bodyPr anchor="t">
            <a:noAutofit/>
          </a:bodyPr>
          <a:p>
            <a:pPr algn="ctr">
              <a:lnSpc>
                <a:spcPct val="100000"/>
              </a:lnSpc>
              <a:tabLst>
                <a:tab pos="0" algn="l"/>
              </a:tabLst>
            </a:pPr>
            <a:r>
              <a:rPr lang="es-ES" sz="1100" b="0" u="none" strike="noStrike">
                <a:solidFill>
                  <a:srgbClr val="FFFFFF"/>
                </a:solidFill>
                <a:effectLst/>
                <a:uFillTx/>
                <a:latin typeface="Calibri"/>
                <a:ea typeface="Calibri"/>
              </a:rPr>
              <a:t>Colegas</a:t>
            </a:r>
            <a:endParaRPr lang="es-ES" sz="1100" b="0" u="none" strike="noStrike">
              <a:solidFill>
                <a:srgbClr val="FFFFFF"/>
              </a:solidFill>
              <a:effectLst/>
              <a:uFillTx/>
              <a:latin typeface="Arial"/>
            </a:endParaRPr>
          </a:p>
        </p:txBody>
      </p:sp>
      <p:sp>
        <p:nvSpPr>
          <p:cNvPr id="125" name="Google Shape;208;ga264c5d9f9_0_73"/>
          <p:cNvSpPr/>
          <p:nvPr/>
        </p:nvSpPr>
        <p:spPr>
          <a:xfrm>
            <a:off x="6568560" y="3484440"/>
            <a:ext cx="798480" cy="307440"/>
          </a:xfrm>
          <a:prstGeom prst="rect">
            <a:avLst/>
          </a:prstGeom>
          <a:noFill/>
          <a:ln w="0">
            <a:noFill/>
          </a:ln>
        </p:spPr>
        <p:style>
          <a:lnRef idx="0"/>
          <a:fillRef idx="0"/>
          <a:effectRef idx="0"/>
          <a:fontRef idx="minor"/>
        </p:style>
        <p:txBody>
          <a:bodyPr anchor="t">
            <a:noAutofit/>
          </a:bodyPr>
          <a:p>
            <a:pPr algn="ctr">
              <a:lnSpc>
                <a:spcPct val="100000"/>
              </a:lnSpc>
              <a:tabLst>
                <a:tab pos="0" algn="l"/>
              </a:tabLst>
            </a:pPr>
            <a:r>
              <a:rPr lang="es-ES" sz="1100" b="0" u="none" strike="noStrike">
                <a:solidFill>
                  <a:srgbClr val="FFFFFF"/>
                </a:solidFill>
                <a:effectLst/>
                <a:uFillTx/>
                <a:latin typeface="Calibri"/>
                <a:ea typeface="Calibri"/>
              </a:rPr>
              <a:t>Excursión</a:t>
            </a:r>
            <a:endParaRPr lang="es-ES" sz="1100" b="0" u="none" strike="noStrike">
              <a:solidFill>
                <a:srgbClr val="FFFFFF"/>
              </a:solidFill>
              <a:effectLst/>
              <a:uFillTx/>
              <a:latin typeface="Arial"/>
            </a:endParaRPr>
          </a:p>
        </p:txBody>
      </p:sp>
      <p:sp>
        <p:nvSpPr>
          <p:cNvPr id="126" name="Google Shape;209;ga264c5d9f9_0_73"/>
          <p:cNvSpPr/>
          <p:nvPr/>
        </p:nvSpPr>
        <p:spPr>
          <a:xfrm>
            <a:off x="5596200" y="3791160"/>
            <a:ext cx="541080" cy="369000"/>
          </a:xfrm>
          <a:prstGeom prst="rect">
            <a:avLst/>
          </a:prstGeom>
          <a:noFill/>
          <a:ln w="0">
            <a:noFill/>
          </a:ln>
        </p:spPr>
        <p:style>
          <a:lnRef idx="0"/>
          <a:fillRef idx="0"/>
          <a:effectRef idx="0"/>
          <a:fontRef idx="minor"/>
        </p:style>
        <p:txBody>
          <a:bodyPr anchor="t">
            <a:noAutofit/>
          </a:bodyPr>
          <a:p>
            <a:pPr algn="ctr">
              <a:lnSpc>
                <a:spcPct val="100000"/>
              </a:lnSpc>
              <a:tabLst>
                <a:tab pos="0" algn="l"/>
              </a:tabLst>
            </a:pPr>
            <a:r>
              <a:rPr lang="es-ES" sz="1800" b="0" u="none" strike="noStrike">
                <a:solidFill>
                  <a:srgbClr val="FFFFFF"/>
                </a:solidFill>
                <a:effectLst/>
                <a:uFillTx/>
                <a:latin typeface="Calibri"/>
                <a:ea typeface="Calibri"/>
              </a:rPr>
              <a:t>0</a:t>
            </a:r>
            <a:endParaRPr lang="es-ES" sz="1800" b="0" u="none" strike="noStrike">
              <a:solidFill>
                <a:srgbClr val="FFFFFF"/>
              </a:solidFill>
              <a:effectLst/>
              <a:uFillTx/>
              <a:latin typeface="Arial"/>
            </a:endParaRPr>
          </a:p>
        </p:txBody>
      </p:sp>
      <p:sp>
        <p:nvSpPr>
          <p:cNvPr id="127" name="Google Shape;210;ga264c5d9f9_0_73"/>
          <p:cNvSpPr/>
          <p:nvPr/>
        </p:nvSpPr>
        <p:spPr>
          <a:xfrm>
            <a:off x="5602320" y="4277160"/>
            <a:ext cx="541080" cy="369000"/>
          </a:xfrm>
          <a:prstGeom prst="rect">
            <a:avLst/>
          </a:prstGeom>
          <a:noFill/>
          <a:ln w="0">
            <a:noFill/>
          </a:ln>
        </p:spPr>
        <p:style>
          <a:lnRef idx="0"/>
          <a:fillRef idx="0"/>
          <a:effectRef idx="0"/>
          <a:fontRef idx="minor"/>
        </p:style>
        <p:txBody>
          <a:bodyPr anchor="t">
            <a:noAutofit/>
          </a:bodyPr>
          <a:p>
            <a:pPr algn="ctr">
              <a:lnSpc>
                <a:spcPct val="100000"/>
              </a:lnSpc>
              <a:tabLst>
                <a:tab pos="0" algn="l"/>
              </a:tabLst>
            </a:pPr>
            <a:r>
              <a:rPr lang="es-ES" sz="1800" b="0" u="none" strike="noStrike">
                <a:solidFill>
                  <a:srgbClr val="FFFFFF"/>
                </a:solidFill>
                <a:effectLst/>
                <a:uFillTx/>
                <a:latin typeface="Calibri"/>
                <a:ea typeface="Calibri"/>
              </a:rPr>
              <a:t>0</a:t>
            </a:r>
            <a:endParaRPr lang="es-ES" sz="1800" b="0" u="none" strike="noStrike">
              <a:solidFill>
                <a:srgbClr val="FFFFFF"/>
              </a:solidFill>
              <a:effectLst/>
              <a:uFillTx/>
              <a:latin typeface="Arial"/>
            </a:endParaRPr>
          </a:p>
        </p:txBody>
      </p:sp>
      <p:sp>
        <p:nvSpPr>
          <p:cNvPr id="128" name="Google Shape;211;ga264c5d9f9_0_73"/>
          <p:cNvSpPr/>
          <p:nvPr/>
        </p:nvSpPr>
        <p:spPr>
          <a:xfrm>
            <a:off x="5585400" y="4774680"/>
            <a:ext cx="541080" cy="369000"/>
          </a:xfrm>
          <a:prstGeom prst="rect">
            <a:avLst/>
          </a:prstGeom>
          <a:noFill/>
          <a:ln w="0">
            <a:noFill/>
          </a:ln>
        </p:spPr>
        <p:style>
          <a:lnRef idx="0"/>
          <a:fillRef idx="0"/>
          <a:effectRef idx="0"/>
          <a:fontRef idx="minor"/>
        </p:style>
        <p:txBody>
          <a:bodyPr anchor="t">
            <a:noAutofit/>
          </a:bodyPr>
          <a:p>
            <a:pPr algn="ctr">
              <a:lnSpc>
                <a:spcPct val="100000"/>
              </a:lnSpc>
              <a:tabLst>
                <a:tab pos="0" algn="l"/>
              </a:tabLst>
            </a:pPr>
            <a:r>
              <a:rPr lang="es-ES" sz="1800" b="0" u="none" strike="noStrike">
                <a:solidFill>
                  <a:srgbClr val="FFFFFF"/>
                </a:solidFill>
                <a:effectLst/>
                <a:uFillTx/>
                <a:latin typeface="Calibri"/>
                <a:ea typeface="Calibri"/>
              </a:rPr>
              <a:t>1</a:t>
            </a:r>
            <a:endParaRPr lang="es-ES" sz="1800" b="0" u="none" strike="noStrike">
              <a:solidFill>
                <a:srgbClr val="FFFFFF"/>
              </a:solidFill>
              <a:effectLst/>
              <a:uFillTx/>
              <a:latin typeface="Arial"/>
            </a:endParaRPr>
          </a:p>
        </p:txBody>
      </p:sp>
      <p:sp>
        <p:nvSpPr>
          <p:cNvPr id="129" name="Google Shape;212;ga264c5d9f9_0_73"/>
          <p:cNvSpPr/>
          <p:nvPr/>
        </p:nvSpPr>
        <p:spPr>
          <a:xfrm>
            <a:off x="5589720" y="5314320"/>
            <a:ext cx="541080" cy="369000"/>
          </a:xfrm>
          <a:prstGeom prst="rect">
            <a:avLst/>
          </a:prstGeom>
          <a:noFill/>
          <a:ln w="0">
            <a:noFill/>
          </a:ln>
        </p:spPr>
        <p:style>
          <a:lnRef idx="0"/>
          <a:fillRef idx="0"/>
          <a:effectRef idx="0"/>
          <a:fontRef idx="minor"/>
        </p:style>
        <p:txBody>
          <a:bodyPr anchor="t">
            <a:noAutofit/>
          </a:bodyPr>
          <a:p>
            <a:pPr algn="ctr">
              <a:lnSpc>
                <a:spcPct val="100000"/>
              </a:lnSpc>
              <a:tabLst>
                <a:tab pos="0" algn="l"/>
              </a:tabLst>
            </a:pPr>
            <a:r>
              <a:rPr lang="es-ES" sz="1800" b="0" u="none" strike="noStrike">
                <a:solidFill>
                  <a:srgbClr val="FFFFFF"/>
                </a:solidFill>
                <a:effectLst/>
                <a:uFillTx/>
                <a:latin typeface="Calibri"/>
                <a:ea typeface="Calibri"/>
              </a:rPr>
              <a:t>1</a:t>
            </a:r>
            <a:endParaRPr lang="es-ES" sz="1800" b="0" u="none" strike="noStrike">
              <a:solidFill>
                <a:srgbClr val="FFFFFF"/>
              </a:solidFill>
              <a:effectLst/>
              <a:uFillTx/>
              <a:latin typeface="Arial"/>
            </a:endParaRPr>
          </a:p>
        </p:txBody>
      </p:sp>
      <p:sp>
        <p:nvSpPr>
          <p:cNvPr id="130" name="Google Shape;213;ga264c5d9f9_0_73"/>
          <p:cNvSpPr/>
          <p:nvPr/>
        </p:nvSpPr>
        <p:spPr>
          <a:xfrm>
            <a:off x="6137640" y="3807000"/>
            <a:ext cx="541080" cy="369000"/>
          </a:xfrm>
          <a:prstGeom prst="rect">
            <a:avLst/>
          </a:prstGeom>
          <a:noFill/>
          <a:ln w="0">
            <a:noFill/>
          </a:ln>
        </p:spPr>
        <p:style>
          <a:lnRef idx="0"/>
          <a:fillRef idx="0"/>
          <a:effectRef idx="0"/>
          <a:fontRef idx="minor"/>
        </p:style>
        <p:txBody>
          <a:bodyPr anchor="t">
            <a:noAutofit/>
          </a:bodyPr>
          <a:p>
            <a:pPr algn="ctr">
              <a:lnSpc>
                <a:spcPct val="100000"/>
              </a:lnSpc>
              <a:tabLst>
                <a:tab pos="0" algn="l"/>
              </a:tabLst>
            </a:pPr>
            <a:r>
              <a:rPr lang="es-ES" sz="1800" b="0" u="none" strike="noStrike">
                <a:solidFill>
                  <a:srgbClr val="FFFFFF"/>
                </a:solidFill>
                <a:effectLst/>
                <a:uFillTx/>
                <a:latin typeface="Calibri"/>
                <a:ea typeface="Calibri"/>
              </a:rPr>
              <a:t>0</a:t>
            </a:r>
            <a:endParaRPr lang="es-ES" sz="1800" b="0" u="none" strike="noStrike">
              <a:solidFill>
                <a:srgbClr val="FFFFFF"/>
              </a:solidFill>
              <a:effectLst/>
              <a:uFillTx/>
              <a:latin typeface="Arial"/>
            </a:endParaRPr>
          </a:p>
        </p:txBody>
      </p:sp>
      <p:sp>
        <p:nvSpPr>
          <p:cNvPr id="131" name="Google Shape;214;ga264c5d9f9_0_73"/>
          <p:cNvSpPr/>
          <p:nvPr/>
        </p:nvSpPr>
        <p:spPr>
          <a:xfrm>
            <a:off x="6109920" y="4277160"/>
            <a:ext cx="541080" cy="369000"/>
          </a:xfrm>
          <a:prstGeom prst="rect">
            <a:avLst/>
          </a:prstGeom>
          <a:noFill/>
          <a:ln w="0">
            <a:noFill/>
          </a:ln>
        </p:spPr>
        <p:style>
          <a:lnRef idx="0"/>
          <a:fillRef idx="0"/>
          <a:effectRef idx="0"/>
          <a:fontRef idx="minor"/>
        </p:style>
        <p:txBody>
          <a:bodyPr anchor="t">
            <a:noAutofit/>
          </a:bodyPr>
          <a:p>
            <a:pPr algn="ctr">
              <a:lnSpc>
                <a:spcPct val="100000"/>
              </a:lnSpc>
              <a:tabLst>
                <a:tab pos="0" algn="l"/>
              </a:tabLst>
            </a:pPr>
            <a:r>
              <a:rPr lang="es-ES" sz="1800" b="0" u="none" strike="noStrike">
                <a:solidFill>
                  <a:srgbClr val="FFFFFF"/>
                </a:solidFill>
                <a:effectLst/>
                <a:uFillTx/>
                <a:latin typeface="Calibri"/>
                <a:ea typeface="Calibri"/>
              </a:rPr>
              <a:t>1</a:t>
            </a:r>
            <a:endParaRPr lang="es-ES" sz="1800" b="0" u="none" strike="noStrike">
              <a:solidFill>
                <a:srgbClr val="FFFFFF"/>
              </a:solidFill>
              <a:effectLst/>
              <a:uFillTx/>
              <a:latin typeface="Arial"/>
            </a:endParaRPr>
          </a:p>
        </p:txBody>
      </p:sp>
      <p:sp>
        <p:nvSpPr>
          <p:cNvPr id="132" name="Google Shape;215;ga264c5d9f9_0_73"/>
          <p:cNvSpPr/>
          <p:nvPr/>
        </p:nvSpPr>
        <p:spPr>
          <a:xfrm>
            <a:off x="6130080" y="4774680"/>
            <a:ext cx="541080" cy="369000"/>
          </a:xfrm>
          <a:prstGeom prst="rect">
            <a:avLst/>
          </a:prstGeom>
          <a:noFill/>
          <a:ln w="0">
            <a:noFill/>
          </a:ln>
        </p:spPr>
        <p:style>
          <a:lnRef idx="0"/>
          <a:fillRef idx="0"/>
          <a:effectRef idx="0"/>
          <a:fontRef idx="minor"/>
        </p:style>
        <p:txBody>
          <a:bodyPr anchor="t">
            <a:noAutofit/>
          </a:bodyPr>
          <a:p>
            <a:pPr algn="ctr">
              <a:lnSpc>
                <a:spcPct val="100000"/>
              </a:lnSpc>
              <a:tabLst>
                <a:tab pos="0" algn="l"/>
              </a:tabLst>
            </a:pPr>
            <a:r>
              <a:rPr lang="es-ES" sz="1800" b="0" u="none" strike="noStrike">
                <a:solidFill>
                  <a:srgbClr val="FFFFFF"/>
                </a:solidFill>
                <a:effectLst/>
                <a:uFillTx/>
                <a:latin typeface="Calibri"/>
                <a:ea typeface="Calibri"/>
              </a:rPr>
              <a:t>0</a:t>
            </a:r>
            <a:endParaRPr lang="es-ES" sz="1800" b="0" u="none" strike="noStrike">
              <a:solidFill>
                <a:srgbClr val="FFFFFF"/>
              </a:solidFill>
              <a:effectLst/>
              <a:uFillTx/>
              <a:latin typeface="Arial"/>
            </a:endParaRPr>
          </a:p>
        </p:txBody>
      </p:sp>
      <p:sp>
        <p:nvSpPr>
          <p:cNvPr id="133" name="Google Shape;216;ga264c5d9f9_0_73"/>
          <p:cNvSpPr/>
          <p:nvPr/>
        </p:nvSpPr>
        <p:spPr>
          <a:xfrm>
            <a:off x="6130080" y="5333040"/>
            <a:ext cx="541080" cy="369000"/>
          </a:xfrm>
          <a:prstGeom prst="rect">
            <a:avLst/>
          </a:prstGeom>
          <a:noFill/>
          <a:ln w="0">
            <a:noFill/>
          </a:ln>
        </p:spPr>
        <p:style>
          <a:lnRef idx="0"/>
          <a:fillRef idx="0"/>
          <a:effectRef idx="0"/>
          <a:fontRef idx="minor"/>
        </p:style>
        <p:txBody>
          <a:bodyPr anchor="t">
            <a:noAutofit/>
          </a:bodyPr>
          <a:p>
            <a:pPr algn="ctr">
              <a:lnSpc>
                <a:spcPct val="100000"/>
              </a:lnSpc>
              <a:tabLst>
                <a:tab pos="0" algn="l"/>
              </a:tabLst>
            </a:pPr>
            <a:r>
              <a:rPr lang="es-ES" sz="1800" b="0" u="none" strike="noStrike">
                <a:solidFill>
                  <a:srgbClr val="FFFFFF"/>
                </a:solidFill>
                <a:effectLst/>
                <a:uFillTx/>
                <a:latin typeface="Calibri"/>
                <a:ea typeface="Calibri"/>
              </a:rPr>
              <a:t>1</a:t>
            </a:r>
            <a:endParaRPr lang="es-ES" sz="1800" b="0" u="none" strike="noStrike">
              <a:solidFill>
                <a:srgbClr val="FFFFFF"/>
              </a:solidFill>
              <a:effectLst/>
              <a:uFillTx/>
              <a:latin typeface="Arial"/>
            </a:endParaRPr>
          </a:p>
        </p:txBody>
      </p:sp>
      <p:cxnSp>
        <p:nvCxnSpPr>
          <p:cNvPr id="134" name="Google Shape;217;ga264c5d9f9_0_73"/>
          <p:cNvCxnSpPr/>
          <p:nvPr/>
        </p:nvCxnSpPr>
        <p:spPr>
          <a:xfrm>
            <a:off x="5685840" y="4707360"/>
            <a:ext cx="1568880" cy="360"/>
          </a:xfrm>
          <a:prstGeom prst="straightConnector1">
            <a:avLst/>
          </a:prstGeom>
          <a:ln w="28575">
            <a:solidFill>
              <a:srgbClr val="C00000"/>
            </a:solidFill>
            <a:miter/>
          </a:ln>
        </p:spPr>
      </p:cxnSp>
      <p:cxnSp>
        <p:nvCxnSpPr>
          <p:cNvPr id="135" name="Google Shape;218;ga264c5d9f9_0_73"/>
          <p:cNvCxnSpPr/>
          <p:nvPr/>
        </p:nvCxnSpPr>
        <p:spPr>
          <a:xfrm>
            <a:off x="5706720" y="4191840"/>
            <a:ext cx="1568880" cy="360"/>
          </a:xfrm>
          <a:prstGeom prst="straightConnector1">
            <a:avLst/>
          </a:prstGeom>
          <a:ln w="28575">
            <a:solidFill>
              <a:srgbClr val="C00000"/>
            </a:solidFill>
            <a:miter/>
          </a:ln>
        </p:spPr>
      </p:cxnSp>
      <p:cxnSp>
        <p:nvCxnSpPr>
          <p:cNvPr id="136" name="Google Shape;219;ga264c5d9f9_0_73"/>
          <p:cNvCxnSpPr/>
          <p:nvPr/>
        </p:nvCxnSpPr>
        <p:spPr>
          <a:xfrm>
            <a:off x="5684400" y="5203800"/>
            <a:ext cx="1568880" cy="360"/>
          </a:xfrm>
          <a:prstGeom prst="straightConnector1">
            <a:avLst/>
          </a:prstGeom>
          <a:ln w="28575">
            <a:solidFill>
              <a:srgbClr val="C00000"/>
            </a:solidFill>
            <a:miter/>
          </a:ln>
        </p:spPr>
      </p:cxnSp>
      <p:cxnSp>
        <p:nvCxnSpPr>
          <p:cNvPr id="137" name="Google Shape;220;ga264c5d9f9_0_73"/>
          <p:cNvCxnSpPr/>
          <p:nvPr/>
        </p:nvCxnSpPr>
        <p:spPr>
          <a:xfrm>
            <a:off x="5685840" y="5702040"/>
            <a:ext cx="1568880" cy="360"/>
          </a:xfrm>
          <a:prstGeom prst="straightConnector1">
            <a:avLst/>
          </a:prstGeom>
          <a:ln w="28575">
            <a:solidFill>
              <a:srgbClr val="C00000"/>
            </a:solidFill>
            <a:miter/>
          </a:ln>
        </p:spPr>
      </p:cxnSp>
      <p:sp>
        <p:nvSpPr>
          <p:cNvPr id="138" name="Google Shape;221;ga264c5d9f9_0_73"/>
          <p:cNvSpPr/>
          <p:nvPr/>
        </p:nvSpPr>
        <p:spPr>
          <a:xfrm>
            <a:off x="6663600" y="3798720"/>
            <a:ext cx="541080" cy="369000"/>
          </a:xfrm>
          <a:prstGeom prst="rect">
            <a:avLst/>
          </a:prstGeom>
          <a:noFill/>
          <a:ln w="0">
            <a:noFill/>
          </a:ln>
        </p:spPr>
        <p:style>
          <a:lnRef idx="0"/>
          <a:fillRef idx="0"/>
          <a:effectRef idx="0"/>
          <a:fontRef idx="minor"/>
        </p:style>
        <p:txBody>
          <a:bodyPr anchor="t">
            <a:noAutofit/>
          </a:bodyPr>
          <a:p>
            <a:pPr algn="ctr">
              <a:lnSpc>
                <a:spcPct val="100000"/>
              </a:lnSpc>
              <a:tabLst>
                <a:tab pos="0" algn="l"/>
              </a:tabLst>
            </a:pPr>
            <a:r>
              <a:rPr lang="es-ES" sz="1800" b="0" u="none" strike="noStrike">
                <a:solidFill>
                  <a:srgbClr val="FFFFFF"/>
                </a:solidFill>
                <a:effectLst/>
                <a:uFillTx/>
                <a:latin typeface="Calibri"/>
                <a:ea typeface="Calibri"/>
              </a:rPr>
              <a:t>0</a:t>
            </a:r>
            <a:endParaRPr lang="es-ES" sz="1800" b="0" u="none" strike="noStrike">
              <a:solidFill>
                <a:srgbClr val="FFFFFF"/>
              </a:solidFill>
              <a:effectLst/>
              <a:uFillTx/>
              <a:latin typeface="Arial"/>
            </a:endParaRPr>
          </a:p>
        </p:txBody>
      </p:sp>
      <p:sp>
        <p:nvSpPr>
          <p:cNvPr id="139" name="Google Shape;222;ga264c5d9f9_0_73"/>
          <p:cNvSpPr/>
          <p:nvPr/>
        </p:nvSpPr>
        <p:spPr>
          <a:xfrm>
            <a:off x="6672960" y="4281120"/>
            <a:ext cx="541080" cy="369000"/>
          </a:xfrm>
          <a:prstGeom prst="rect">
            <a:avLst/>
          </a:prstGeom>
          <a:noFill/>
          <a:ln w="0">
            <a:noFill/>
          </a:ln>
        </p:spPr>
        <p:style>
          <a:lnRef idx="0"/>
          <a:fillRef idx="0"/>
          <a:effectRef idx="0"/>
          <a:fontRef idx="minor"/>
        </p:style>
        <p:txBody>
          <a:bodyPr anchor="t">
            <a:noAutofit/>
          </a:bodyPr>
          <a:p>
            <a:pPr algn="ctr">
              <a:lnSpc>
                <a:spcPct val="100000"/>
              </a:lnSpc>
              <a:tabLst>
                <a:tab pos="0" algn="l"/>
              </a:tabLst>
            </a:pPr>
            <a:r>
              <a:rPr lang="es-ES" sz="1800" b="0" u="none" strike="noStrike">
                <a:solidFill>
                  <a:srgbClr val="FFFFFF"/>
                </a:solidFill>
                <a:effectLst/>
                <a:uFillTx/>
                <a:latin typeface="Calibri"/>
                <a:ea typeface="Calibri"/>
              </a:rPr>
              <a:t>0</a:t>
            </a:r>
            <a:endParaRPr lang="es-ES" sz="1800" b="0" u="none" strike="noStrike">
              <a:solidFill>
                <a:srgbClr val="FFFFFF"/>
              </a:solidFill>
              <a:effectLst/>
              <a:uFillTx/>
              <a:latin typeface="Arial"/>
            </a:endParaRPr>
          </a:p>
        </p:txBody>
      </p:sp>
      <p:sp>
        <p:nvSpPr>
          <p:cNvPr id="140" name="Google Shape;223;ga264c5d9f9_0_73"/>
          <p:cNvSpPr/>
          <p:nvPr/>
        </p:nvSpPr>
        <p:spPr>
          <a:xfrm>
            <a:off x="6690240" y="4771800"/>
            <a:ext cx="541080" cy="369000"/>
          </a:xfrm>
          <a:prstGeom prst="rect">
            <a:avLst/>
          </a:prstGeom>
          <a:noFill/>
          <a:ln w="0">
            <a:noFill/>
          </a:ln>
        </p:spPr>
        <p:style>
          <a:lnRef idx="0"/>
          <a:fillRef idx="0"/>
          <a:effectRef idx="0"/>
          <a:fontRef idx="minor"/>
        </p:style>
        <p:txBody>
          <a:bodyPr anchor="t">
            <a:noAutofit/>
          </a:bodyPr>
          <a:p>
            <a:pPr algn="ctr">
              <a:lnSpc>
                <a:spcPct val="100000"/>
              </a:lnSpc>
              <a:tabLst>
                <a:tab pos="0" algn="l"/>
              </a:tabLst>
            </a:pPr>
            <a:r>
              <a:rPr lang="es-ES" sz="1800" b="0" u="none" strike="noStrike">
                <a:solidFill>
                  <a:srgbClr val="FFFFFF"/>
                </a:solidFill>
                <a:effectLst/>
                <a:uFillTx/>
                <a:latin typeface="Calibri"/>
                <a:ea typeface="Calibri"/>
              </a:rPr>
              <a:t>0</a:t>
            </a:r>
            <a:endParaRPr lang="es-ES" sz="1800" b="0" u="none" strike="noStrike">
              <a:solidFill>
                <a:srgbClr val="FFFFFF"/>
              </a:solidFill>
              <a:effectLst/>
              <a:uFillTx/>
              <a:latin typeface="Arial"/>
            </a:endParaRPr>
          </a:p>
        </p:txBody>
      </p:sp>
      <p:sp>
        <p:nvSpPr>
          <p:cNvPr id="141" name="Google Shape;224;ga264c5d9f9_0_73"/>
          <p:cNvSpPr/>
          <p:nvPr/>
        </p:nvSpPr>
        <p:spPr>
          <a:xfrm>
            <a:off x="6685560" y="5321880"/>
            <a:ext cx="541080" cy="369000"/>
          </a:xfrm>
          <a:prstGeom prst="rect">
            <a:avLst/>
          </a:prstGeom>
          <a:noFill/>
          <a:ln w="0">
            <a:noFill/>
          </a:ln>
        </p:spPr>
        <p:style>
          <a:lnRef idx="0"/>
          <a:fillRef idx="0"/>
          <a:effectRef idx="0"/>
          <a:fontRef idx="minor"/>
        </p:style>
        <p:txBody>
          <a:bodyPr anchor="t">
            <a:noAutofit/>
          </a:bodyPr>
          <a:p>
            <a:pPr algn="ctr">
              <a:lnSpc>
                <a:spcPct val="100000"/>
              </a:lnSpc>
              <a:tabLst>
                <a:tab pos="0" algn="l"/>
              </a:tabLst>
            </a:pPr>
            <a:r>
              <a:rPr lang="es-ES" sz="1800" b="0" u="none" strike="noStrike">
                <a:solidFill>
                  <a:srgbClr val="FFFFFF"/>
                </a:solidFill>
                <a:effectLst/>
                <a:uFillTx/>
                <a:latin typeface="Calibri"/>
                <a:ea typeface="Calibri"/>
              </a:rPr>
              <a:t>1</a:t>
            </a:r>
            <a:endParaRPr lang="es-ES" sz="1800" b="0" u="none" strike="noStrike">
              <a:solidFill>
                <a:srgbClr val="FFFFFF"/>
              </a:solidFill>
              <a:effectLst/>
              <a:uFillTx/>
              <a:latin typeface="Arial"/>
            </a:endParaRPr>
          </a:p>
        </p:txBody>
      </p:sp>
      <p:cxnSp>
        <p:nvCxnSpPr>
          <p:cNvPr id="142" name="Google Shape;225;ga264c5d9f9_0_73"/>
          <p:cNvCxnSpPr>
            <a:stCxn id="143" idx="2"/>
          </p:cNvCxnSpPr>
          <p:nvPr/>
        </p:nvCxnSpPr>
        <p:spPr>
          <a:xfrm>
            <a:off x="8412120" y="4094640"/>
            <a:ext cx="45360" cy="1478880"/>
          </a:xfrm>
          <a:prstGeom prst="straightConnector1">
            <a:avLst/>
          </a:prstGeom>
          <a:ln w="28575">
            <a:solidFill>
              <a:srgbClr val="FFFFFF"/>
            </a:solidFill>
            <a:miter/>
          </a:ln>
        </p:spPr>
      </p:cxnSp>
      <p:cxnSp>
        <p:nvCxnSpPr>
          <p:cNvPr id="144" name="Google Shape;227;ga264c5d9f9_0_73"/>
          <p:cNvCxnSpPr/>
          <p:nvPr/>
        </p:nvCxnSpPr>
        <p:spPr>
          <a:xfrm flipH="1" flipV="1">
            <a:off x="8039880" y="5216760"/>
            <a:ext cx="2008440" cy="9000"/>
          </a:xfrm>
          <a:prstGeom prst="straightConnector1">
            <a:avLst/>
          </a:prstGeom>
          <a:ln w="28575">
            <a:solidFill>
              <a:srgbClr val="FFFFFF"/>
            </a:solidFill>
            <a:miter/>
          </a:ln>
        </p:spPr>
      </p:cxnSp>
      <p:sp>
        <p:nvSpPr>
          <p:cNvPr id="143" name="Google Shape;226;ga264c5d9f9_0_73"/>
          <p:cNvSpPr/>
          <p:nvPr/>
        </p:nvSpPr>
        <p:spPr>
          <a:xfrm>
            <a:off x="7997040" y="3787200"/>
            <a:ext cx="829800" cy="307440"/>
          </a:xfrm>
          <a:prstGeom prst="rect">
            <a:avLst/>
          </a:prstGeom>
          <a:noFill/>
          <a:ln w="0">
            <a:noFill/>
          </a:ln>
        </p:spPr>
        <p:style>
          <a:lnRef idx="0"/>
          <a:fillRef idx="0"/>
          <a:effectRef idx="0"/>
          <a:fontRef idx="minor"/>
        </p:style>
        <p:txBody>
          <a:bodyPr anchor="t">
            <a:noAutofit/>
          </a:bodyPr>
          <a:p>
            <a:pPr algn="ctr">
              <a:lnSpc>
                <a:spcPct val="100000"/>
              </a:lnSpc>
              <a:tabLst>
                <a:tab pos="0" algn="l"/>
              </a:tabLst>
            </a:pPr>
            <a:r>
              <a:rPr lang="es-ES" sz="1100" b="0" u="none" strike="noStrike">
                <a:solidFill>
                  <a:srgbClr val="FFFFFF"/>
                </a:solidFill>
                <a:effectLst/>
                <a:uFillTx/>
                <a:latin typeface="Calibri"/>
                <a:ea typeface="Calibri"/>
              </a:rPr>
              <a:t>Colegas</a:t>
            </a:r>
            <a:endParaRPr lang="es-ES" sz="1100" b="0" u="none" strike="noStrike">
              <a:solidFill>
                <a:srgbClr val="FFFFFF"/>
              </a:solidFill>
              <a:effectLst/>
              <a:uFillTx/>
              <a:latin typeface="Arial"/>
            </a:endParaRPr>
          </a:p>
        </p:txBody>
      </p:sp>
      <p:sp>
        <p:nvSpPr>
          <p:cNvPr id="145" name="Google Shape;228;ga264c5d9f9_0_73"/>
          <p:cNvSpPr/>
          <p:nvPr/>
        </p:nvSpPr>
        <p:spPr>
          <a:xfrm>
            <a:off x="9298800" y="5320080"/>
            <a:ext cx="1411200" cy="307440"/>
          </a:xfrm>
          <a:prstGeom prst="rect">
            <a:avLst/>
          </a:prstGeom>
          <a:noFill/>
          <a:ln w="0">
            <a:noFill/>
          </a:ln>
        </p:spPr>
        <p:style>
          <a:lnRef idx="0"/>
          <a:fillRef idx="0"/>
          <a:effectRef idx="0"/>
          <a:fontRef idx="minor"/>
        </p:style>
        <p:txBody>
          <a:bodyPr anchor="t">
            <a:noAutofit/>
          </a:bodyPr>
          <a:p>
            <a:pPr algn="ctr">
              <a:lnSpc>
                <a:spcPct val="100000"/>
              </a:lnSpc>
              <a:tabLst>
                <a:tab pos="0" algn="l"/>
              </a:tabLst>
            </a:pPr>
            <a:r>
              <a:rPr lang="es-ES" sz="1100" b="0" u="none" strike="noStrike">
                <a:solidFill>
                  <a:srgbClr val="FFFFFF"/>
                </a:solidFill>
                <a:effectLst/>
                <a:uFillTx/>
                <a:latin typeface="Calibri"/>
                <a:ea typeface="Calibri"/>
              </a:rPr>
              <a:t>Buen dia</a:t>
            </a:r>
            <a:endParaRPr lang="es-ES" sz="1100" b="0" u="none" strike="noStrike">
              <a:solidFill>
                <a:srgbClr val="FFFFFF"/>
              </a:solidFill>
              <a:effectLst/>
              <a:uFillTx/>
              <a:latin typeface="Arial"/>
            </a:endParaRPr>
          </a:p>
        </p:txBody>
      </p:sp>
      <p:sp>
        <p:nvSpPr>
          <p:cNvPr id="146" name="Google Shape;229;ga264c5d9f9_0_73"/>
          <p:cNvSpPr/>
          <p:nvPr/>
        </p:nvSpPr>
        <p:spPr>
          <a:xfrm>
            <a:off x="8343000" y="5108400"/>
            <a:ext cx="268920" cy="225720"/>
          </a:xfrm>
          <a:prstGeom prst="flowChartSummingJunction">
            <a:avLst/>
          </a:prstGeom>
          <a:solidFill>
            <a:srgbClr val="666666"/>
          </a:solidFill>
          <a:ln w="9525">
            <a:solidFill>
              <a:srgbClr val="B6D7A8"/>
            </a:solidFill>
            <a:round/>
          </a:ln>
        </p:spPr>
        <p:style>
          <a:lnRef idx="0"/>
          <a:fillRef idx="0"/>
          <a:effectRef idx="0"/>
          <a:fontRef idx="minor"/>
        </p:style>
        <p:txBody>
          <a:bodyPr tIns="79920" bIns="79920" anchor="ctr">
            <a:noAutofit/>
          </a:bodyPr>
          <a:p>
            <a:pPr>
              <a:lnSpc>
                <a:spcPct val="100000"/>
              </a:lnSpc>
              <a:tabLst>
                <a:tab pos="0" algn="l"/>
              </a:tabLst>
            </a:pPr>
            <a:endParaRPr lang="es-ES" sz="1400" b="0" u="none" strike="noStrike">
              <a:solidFill>
                <a:srgbClr val="000000"/>
              </a:solidFill>
              <a:effectLst/>
              <a:uFillTx/>
              <a:latin typeface="Arial"/>
            </a:endParaRPr>
          </a:p>
        </p:txBody>
      </p:sp>
      <p:sp>
        <p:nvSpPr>
          <p:cNvPr id="147" name="Google Shape;230;ga264c5d9f9_0_73"/>
          <p:cNvSpPr/>
          <p:nvPr/>
        </p:nvSpPr>
        <p:spPr>
          <a:xfrm>
            <a:off x="8304120" y="4192200"/>
            <a:ext cx="268920" cy="225720"/>
          </a:xfrm>
          <a:prstGeom prst="flowChartSummingJunction">
            <a:avLst/>
          </a:prstGeom>
          <a:solidFill>
            <a:srgbClr val="666666"/>
          </a:solidFill>
          <a:ln w="9525">
            <a:solidFill>
              <a:srgbClr val="B6D7A8"/>
            </a:solidFill>
            <a:round/>
          </a:ln>
        </p:spPr>
        <p:style>
          <a:lnRef idx="0"/>
          <a:fillRef idx="0"/>
          <a:effectRef idx="0"/>
          <a:fontRef idx="minor"/>
        </p:style>
        <p:txBody>
          <a:bodyPr tIns="79920" bIns="79920" anchor="ctr">
            <a:noAutofit/>
          </a:bodyPr>
          <a:p>
            <a:pPr>
              <a:lnSpc>
                <a:spcPct val="100000"/>
              </a:lnSpc>
              <a:tabLst>
                <a:tab pos="0" algn="l"/>
              </a:tabLst>
            </a:pPr>
            <a:endParaRPr lang="es-ES" sz="1400" b="0" u="none" strike="noStrike">
              <a:solidFill>
                <a:srgbClr val="000000"/>
              </a:solidFill>
              <a:effectLst/>
              <a:uFillTx/>
              <a:latin typeface="Arial"/>
            </a:endParaRPr>
          </a:p>
        </p:txBody>
      </p:sp>
      <p:sp>
        <p:nvSpPr>
          <p:cNvPr id="148" name="Google Shape;231;ga264c5d9f9_0_73"/>
          <p:cNvSpPr/>
          <p:nvPr/>
        </p:nvSpPr>
        <p:spPr>
          <a:xfrm>
            <a:off x="9381960" y="5108400"/>
            <a:ext cx="268920" cy="225720"/>
          </a:xfrm>
          <a:prstGeom prst="flowChartSummingJunction">
            <a:avLst/>
          </a:prstGeom>
          <a:solidFill>
            <a:srgbClr val="666666"/>
          </a:solidFill>
          <a:ln w="9525">
            <a:solidFill>
              <a:srgbClr val="B6D7A8"/>
            </a:solidFill>
            <a:round/>
          </a:ln>
        </p:spPr>
        <p:style>
          <a:lnRef idx="0"/>
          <a:fillRef idx="0"/>
          <a:effectRef idx="0"/>
          <a:fontRef idx="minor"/>
        </p:style>
        <p:txBody>
          <a:bodyPr tIns="79920" bIns="79920" anchor="ctr">
            <a:noAutofit/>
          </a:bodyPr>
          <a:p>
            <a:pPr>
              <a:lnSpc>
                <a:spcPct val="100000"/>
              </a:lnSpc>
              <a:tabLst>
                <a:tab pos="0" algn="l"/>
              </a:tabLst>
            </a:pPr>
            <a:endParaRPr lang="es-ES" sz="1400" b="0" u="none" strike="noStrike">
              <a:solidFill>
                <a:srgbClr val="000000"/>
              </a:solidFill>
              <a:effectLst/>
              <a:uFillTx/>
              <a:latin typeface="Arial"/>
            </a:endParaRPr>
          </a:p>
        </p:txBody>
      </p:sp>
      <p:sp>
        <p:nvSpPr>
          <p:cNvPr id="149" name="Google Shape;232;ga264c5d9f9_0_73"/>
          <p:cNvSpPr/>
          <p:nvPr/>
        </p:nvSpPr>
        <p:spPr>
          <a:xfrm>
            <a:off x="9298800" y="4192200"/>
            <a:ext cx="268920" cy="225720"/>
          </a:xfrm>
          <a:prstGeom prst="flowChartSummingJunction">
            <a:avLst/>
          </a:prstGeom>
          <a:solidFill>
            <a:srgbClr val="B45F06"/>
          </a:solidFill>
          <a:ln w="9525">
            <a:solidFill>
              <a:srgbClr val="FFFFFF"/>
            </a:solidFill>
            <a:round/>
          </a:ln>
        </p:spPr>
        <p:style>
          <a:lnRef idx="0"/>
          <a:fillRef idx="0"/>
          <a:effectRef idx="0"/>
          <a:fontRef idx="minor"/>
        </p:style>
        <p:txBody>
          <a:bodyPr tIns="79920" bIns="79920" anchor="ctr">
            <a:noAutofit/>
          </a:bodyPr>
          <a:p>
            <a:pPr>
              <a:lnSpc>
                <a:spcPct val="100000"/>
              </a:lnSpc>
              <a:tabLst>
                <a:tab pos="0" algn="l"/>
              </a:tabLst>
            </a:pPr>
            <a:endParaRPr lang="es-ES" sz="1400" b="0" u="none" strike="noStrike">
              <a:solidFill>
                <a:srgbClr val="000000"/>
              </a:solidFill>
              <a:effectLst/>
              <a:uFillTx/>
              <a:latin typeface="Arial"/>
            </a:endParaRPr>
          </a:p>
        </p:txBody>
      </p:sp>
      <p:cxnSp>
        <p:nvCxnSpPr>
          <p:cNvPr id="150" name="Google Shape;233;ga264c5d9f9_0_73"/>
          <p:cNvCxnSpPr/>
          <p:nvPr/>
        </p:nvCxnSpPr>
        <p:spPr>
          <a:xfrm>
            <a:off x="8700480" y="4189320"/>
            <a:ext cx="1208520" cy="912960"/>
          </a:xfrm>
          <a:prstGeom prst="straightConnector1">
            <a:avLst/>
          </a:prstGeom>
          <a:ln w="28575">
            <a:solidFill>
              <a:srgbClr val="C00000"/>
            </a:solidFill>
            <a:miter/>
          </a:ln>
        </p:spPr>
      </p:cxn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121"/>
                                        </p:tgtEl>
                                        <p:attrNameLst>
                                          <p:attrName>style.visibility</p:attrName>
                                        </p:attrNameLst>
                                      </p:cBhvr>
                                      <p:to>
                                        <p:strVal val="visible"/>
                                      </p:to>
                                    </p:set>
                                    <p:animEffect transition="in" filter="fade">
                                      <p:cBhvr additive="repl">
                                        <p:cTn id="7" dur="1000"/>
                                        <p:tgtEl>
                                          <p:spTgt spid="121"/>
                                        </p:tgtEl>
                                      </p:cBhvr>
                                    </p:animEffect>
                                  </p:childTnLst>
                                </p:cTn>
                              </p:par>
                              <p:par>
                                <p:cTn id="8" presetID="10" presetClass="entr" fill="hold" nodeType="withEffect">
                                  <p:stCondLst>
                                    <p:cond delay="0"/>
                                  </p:stCondLst>
                                  <p:childTnLst>
                                    <p:set>
                                      <p:cBhvr>
                                        <p:cTn id="9" dur="1" fill="hold">
                                          <p:stCondLst>
                                            <p:cond delay="0"/>
                                          </p:stCondLst>
                                        </p:cTn>
                                        <p:tgtEl>
                                          <p:spTgt spid="122"/>
                                        </p:tgtEl>
                                        <p:attrNameLst>
                                          <p:attrName>style.visibility</p:attrName>
                                        </p:attrNameLst>
                                      </p:cBhvr>
                                      <p:to>
                                        <p:strVal val="visible"/>
                                      </p:to>
                                    </p:set>
                                    <p:animEffect transition="in" filter="fade">
                                      <p:cBhvr additive="repl">
                                        <p:cTn id="10" dur="1000"/>
                                        <p:tgtEl>
                                          <p:spTgt spid="122"/>
                                        </p:tgtEl>
                                      </p:cBhvr>
                                    </p:animEffect>
                                  </p:childTnLst>
                                </p:cTn>
                              </p:par>
                              <p:par>
                                <p:cTn id="11" presetID="10" presetClass="entr" fill="hold" nodeType="withEffect">
                                  <p:stCondLst>
                                    <p:cond delay="0"/>
                                  </p:stCondLst>
                                  <p:childTnLst>
                                    <p:set>
                                      <p:cBhvr>
                                        <p:cTn id="12" dur="1" fill="hold">
                                          <p:stCondLst>
                                            <p:cond delay="0"/>
                                          </p:stCondLst>
                                        </p:cTn>
                                        <p:tgtEl>
                                          <p:spTgt spid="123"/>
                                        </p:tgtEl>
                                        <p:attrNameLst>
                                          <p:attrName>style.visibility</p:attrName>
                                        </p:attrNameLst>
                                      </p:cBhvr>
                                      <p:to>
                                        <p:strVal val="visible"/>
                                      </p:to>
                                    </p:set>
                                    <p:animEffect transition="in" filter="fade">
                                      <p:cBhvr additive="repl">
                                        <p:cTn id="13" dur="1000"/>
                                        <p:tgtEl>
                                          <p:spTgt spid="123"/>
                                        </p:tgtEl>
                                      </p:cBhvr>
                                    </p:animEffect>
                                  </p:childTnLst>
                                </p:cTn>
                              </p:par>
                              <p:par>
                                <p:cTn id="14" presetID="10" presetClass="entr" fill="hold" nodeType="withEffect">
                                  <p:stCondLst>
                                    <p:cond delay="0"/>
                                  </p:stCondLst>
                                  <p:childTnLst>
                                    <p:set>
                                      <p:cBhvr>
                                        <p:cTn id="15" dur="1" fill="hold">
                                          <p:stCondLst>
                                            <p:cond delay="0"/>
                                          </p:stCondLst>
                                        </p:cTn>
                                        <p:tgtEl>
                                          <p:spTgt spid="124"/>
                                        </p:tgtEl>
                                        <p:attrNameLst>
                                          <p:attrName>style.visibility</p:attrName>
                                        </p:attrNameLst>
                                      </p:cBhvr>
                                      <p:to>
                                        <p:strVal val="visible"/>
                                      </p:to>
                                    </p:set>
                                    <p:animEffect transition="in" filter="fade">
                                      <p:cBhvr additive="repl">
                                        <p:cTn id="16" dur="1000"/>
                                        <p:tgtEl>
                                          <p:spTgt spid="124"/>
                                        </p:tgtEl>
                                      </p:cBhvr>
                                    </p:animEffect>
                                  </p:childTnLst>
                                </p:cTn>
                              </p:par>
                              <p:par>
                                <p:cTn id="17" presetID="10" presetClass="entr" fill="hold" nodeType="withEffect">
                                  <p:stCondLst>
                                    <p:cond delay="0"/>
                                  </p:stCondLst>
                                  <p:childTnLst>
                                    <p:set>
                                      <p:cBhvr>
                                        <p:cTn id="18" dur="1" fill="hold">
                                          <p:stCondLst>
                                            <p:cond delay="0"/>
                                          </p:stCondLst>
                                        </p:cTn>
                                        <p:tgtEl>
                                          <p:spTgt spid="125"/>
                                        </p:tgtEl>
                                        <p:attrNameLst>
                                          <p:attrName>style.visibility</p:attrName>
                                        </p:attrNameLst>
                                      </p:cBhvr>
                                      <p:to>
                                        <p:strVal val="visible"/>
                                      </p:to>
                                    </p:set>
                                    <p:animEffect transition="in" filter="fade">
                                      <p:cBhvr additive="repl">
                                        <p:cTn id="19" dur="1000"/>
                                        <p:tgtEl>
                                          <p:spTgt spid="125"/>
                                        </p:tgtEl>
                                      </p:cBhvr>
                                    </p:animEffect>
                                  </p:childTnLst>
                                </p:cTn>
                              </p:par>
                              <p:par>
                                <p:cTn id="20" presetID="10" presetClass="entr" fill="hold" nodeType="withEffect">
                                  <p:stCondLst>
                                    <p:cond delay="0"/>
                                  </p:stCondLst>
                                  <p:childTnLst>
                                    <p:set>
                                      <p:cBhvr>
                                        <p:cTn id="21" dur="1" fill="hold">
                                          <p:stCondLst>
                                            <p:cond delay="0"/>
                                          </p:stCondLst>
                                        </p:cTn>
                                        <p:tgtEl>
                                          <p:spTgt spid="126"/>
                                        </p:tgtEl>
                                        <p:attrNameLst>
                                          <p:attrName>style.visibility</p:attrName>
                                        </p:attrNameLst>
                                      </p:cBhvr>
                                      <p:to>
                                        <p:strVal val="visible"/>
                                      </p:to>
                                    </p:set>
                                    <p:animEffect transition="in" filter="fade">
                                      <p:cBhvr additive="repl">
                                        <p:cTn id="22" dur="1000"/>
                                        <p:tgtEl>
                                          <p:spTgt spid="126"/>
                                        </p:tgtEl>
                                      </p:cBhvr>
                                    </p:animEffect>
                                  </p:childTnLst>
                                </p:cTn>
                              </p:par>
                              <p:par>
                                <p:cTn id="23" presetID="10" presetClass="entr" fill="hold" nodeType="withEffect">
                                  <p:stCondLst>
                                    <p:cond delay="0"/>
                                  </p:stCondLst>
                                  <p:childTnLst>
                                    <p:set>
                                      <p:cBhvr>
                                        <p:cTn id="24" dur="1" fill="hold">
                                          <p:stCondLst>
                                            <p:cond delay="0"/>
                                          </p:stCondLst>
                                        </p:cTn>
                                        <p:tgtEl>
                                          <p:spTgt spid="127"/>
                                        </p:tgtEl>
                                        <p:attrNameLst>
                                          <p:attrName>style.visibility</p:attrName>
                                        </p:attrNameLst>
                                      </p:cBhvr>
                                      <p:to>
                                        <p:strVal val="visible"/>
                                      </p:to>
                                    </p:set>
                                    <p:animEffect transition="in" filter="fade">
                                      <p:cBhvr additive="repl">
                                        <p:cTn id="25" dur="1000"/>
                                        <p:tgtEl>
                                          <p:spTgt spid="127"/>
                                        </p:tgtEl>
                                      </p:cBhvr>
                                    </p:animEffect>
                                  </p:childTnLst>
                                </p:cTn>
                              </p:par>
                              <p:par>
                                <p:cTn id="26" presetID="10" presetClass="entr" fill="hold" nodeType="withEffect">
                                  <p:stCondLst>
                                    <p:cond delay="0"/>
                                  </p:stCondLst>
                                  <p:childTnLst>
                                    <p:set>
                                      <p:cBhvr>
                                        <p:cTn id="27" dur="1" fill="hold">
                                          <p:stCondLst>
                                            <p:cond delay="0"/>
                                          </p:stCondLst>
                                        </p:cTn>
                                        <p:tgtEl>
                                          <p:spTgt spid="128"/>
                                        </p:tgtEl>
                                        <p:attrNameLst>
                                          <p:attrName>style.visibility</p:attrName>
                                        </p:attrNameLst>
                                      </p:cBhvr>
                                      <p:to>
                                        <p:strVal val="visible"/>
                                      </p:to>
                                    </p:set>
                                    <p:animEffect transition="in" filter="fade">
                                      <p:cBhvr additive="repl">
                                        <p:cTn id="28" dur="1000"/>
                                        <p:tgtEl>
                                          <p:spTgt spid="128"/>
                                        </p:tgtEl>
                                      </p:cBhvr>
                                    </p:animEffect>
                                  </p:childTnLst>
                                </p:cTn>
                              </p:par>
                              <p:par>
                                <p:cTn id="29" presetID="10" presetClass="entr" fill="hold" nodeType="withEffect">
                                  <p:stCondLst>
                                    <p:cond delay="0"/>
                                  </p:stCondLst>
                                  <p:childTnLst>
                                    <p:set>
                                      <p:cBhvr>
                                        <p:cTn id="30" dur="1" fill="hold">
                                          <p:stCondLst>
                                            <p:cond delay="0"/>
                                          </p:stCondLst>
                                        </p:cTn>
                                        <p:tgtEl>
                                          <p:spTgt spid="129"/>
                                        </p:tgtEl>
                                        <p:attrNameLst>
                                          <p:attrName>style.visibility</p:attrName>
                                        </p:attrNameLst>
                                      </p:cBhvr>
                                      <p:to>
                                        <p:strVal val="visible"/>
                                      </p:to>
                                    </p:set>
                                    <p:animEffect transition="in" filter="fade">
                                      <p:cBhvr additive="repl">
                                        <p:cTn id="31" dur="1000"/>
                                        <p:tgtEl>
                                          <p:spTgt spid="129"/>
                                        </p:tgtEl>
                                      </p:cBhvr>
                                    </p:animEffect>
                                  </p:childTnLst>
                                </p:cTn>
                              </p:par>
                              <p:par>
                                <p:cTn id="32" presetID="10" presetClass="entr" fill="hold" nodeType="withEffect">
                                  <p:stCondLst>
                                    <p:cond delay="0"/>
                                  </p:stCondLst>
                                  <p:childTnLst>
                                    <p:set>
                                      <p:cBhvr>
                                        <p:cTn id="33" dur="1" fill="hold">
                                          <p:stCondLst>
                                            <p:cond delay="0"/>
                                          </p:stCondLst>
                                        </p:cTn>
                                        <p:tgtEl>
                                          <p:spTgt spid="130"/>
                                        </p:tgtEl>
                                        <p:attrNameLst>
                                          <p:attrName>style.visibility</p:attrName>
                                        </p:attrNameLst>
                                      </p:cBhvr>
                                      <p:to>
                                        <p:strVal val="visible"/>
                                      </p:to>
                                    </p:set>
                                    <p:animEffect transition="in" filter="fade">
                                      <p:cBhvr additive="repl">
                                        <p:cTn id="34" dur="1000"/>
                                        <p:tgtEl>
                                          <p:spTgt spid="130"/>
                                        </p:tgtEl>
                                      </p:cBhvr>
                                    </p:animEffect>
                                  </p:childTnLst>
                                </p:cTn>
                              </p:par>
                              <p:par>
                                <p:cTn id="35" presetID="10" presetClass="entr" fill="hold" nodeType="withEffect">
                                  <p:stCondLst>
                                    <p:cond delay="0"/>
                                  </p:stCondLst>
                                  <p:childTnLst>
                                    <p:set>
                                      <p:cBhvr>
                                        <p:cTn id="36" dur="1" fill="hold">
                                          <p:stCondLst>
                                            <p:cond delay="0"/>
                                          </p:stCondLst>
                                        </p:cTn>
                                        <p:tgtEl>
                                          <p:spTgt spid="131"/>
                                        </p:tgtEl>
                                        <p:attrNameLst>
                                          <p:attrName>style.visibility</p:attrName>
                                        </p:attrNameLst>
                                      </p:cBhvr>
                                      <p:to>
                                        <p:strVal val="visible"/>
                                      </p:to>
                                    </p:set>
                                    <p:animEffect transition="in" filter="fade">
                                      <p:cBhvr additive="repl">
                                        <p:cTn id="37" dur="1000"/>
                                        <p:tgtEl>
                                          <p:spTgt spid="131"/>
                                        </p:tgtEl>
                                      </p:cBhvr>
                                    </p:animEffect>
                                  </p:childTnLst>
                                </p:cTn>
                              </p:par>
                              <p:par>
                                <p:cTn id="38" presetID="10" presetClass="entr" fill="hold" nodeType="withEffect">
                                  <p:stCondLst>
                                    <p:cond delay="0"/>
                                  </p:stCondLst>
                                  <p:childTnLst>
                                    <p:set>
                                      <p:cBhvr>
                                        <p:cTn id="39" dur="1" fill="hold">
                                          <p:stCondLst>
                                            <p:cond delay="0"/>
                                          </p:stCondLst>
                                        </p:cTn>
                                        <p:tgtEl>
                                          <p:spTgt spid="132"/>
                                        </p:tgtEl>
                                        <p:attrNameLst>
                                          <p:attrName>style.visibility</p:attrName>
                                        </p:attrNameLst>
                                      </p:cBhvr>
                                      <p:to>
                                        <p:strVal val="visible"/>
                                      </p:to>
                                    </p:set>
                                    <p:animEffect transition="in" filter="fade">
                                      <p:cBhvr additive="repl">
                                        <p:cTn id="40" dur="1000"/>
                                        <p:tgtEl>
                                          <p:spTgt spid="132"/>
                                        </p:tgtEl>
                                      </p:cBhvr>
                                    </p:animEffect>
                                  </p:childTnLst>
                                </p:cTn>
                              </p:par>
                              <p:par>
                                <p:cTn id="41" presetID="10" presetClass="entr" fill="hold" nodeType="withEffect">
                                  <p:stCondLst>
                                    <p:cond delay="0"/>
                                  </p:stCondLst>
                                  <p:childTnLst>
                                    <p:set>
                                      <p:cBhvr>
                                        <p:cTn id="42" dur="1" fill="hold">
                                          <p:stCondLst>
                                            <p:cond delay="0"/>
                                          </p:stCondLst>
                                        </p:cTn>
                                        <p:tgtEl>
                                          <p:spTgt spid="133"/>
                                        </p:tgtEl>
                                        <p:attrNameLst>
                                          <p:attrName>style.visibility</p:attrName>
                                        </p:attrNameLst>
                                      </p:cBhvr>
                                      <p:to>
                                        <p:strVal val="visible"/>
                                      </p:to>
                                    </p:set>
                                    <p:animEffect transition="in" filter="fade">
                                      <p:cBhvr additive="repl">
                                        <p:cTn id="43" dur="1000"/>
                                        <p:tgtEl>
                                          <p:spTgt spid="133"/>
                                        </p:tgtEl>
                                      </p:cBhvr>
                                    </p:animEffect>
                                  </p:childTnLst>
                                </p:cTn>
                              </p:par>
                              <p:par>
                                <p:cTn id="44" presetID="10" presetClass="entr" fill="hold" nodeType="withEffect">
                                  <p:stCondLst>
                                    <p:cond delay="0"/>
                                  </p:stCondLst>
                                  <p:childTnLst>
                                    <p:set>
                                      <p:cBhvr>
                                        <p:cTn id="45" dur="1" fill="hold">
                                          <p:stCondLst>
                                            <p:cond delay="0"/>
                                          </p:stCondLst>
                                        </p:cTn>
                                        <p:tgtEl>
                                          <p:spTgt spid="134"/>
                                        </p:tgtEl>
                                        <p:attrNameLst>
                                          <p:attrName>style.visibility</p:attrName>
                                        </p:attrNameLst>
                                      </p:cBhvr>
                                      <p:to>
                                        <p:strVal val="visible"/>
                                      </p:to>
                                    </p:set>
                                    <p:animEffect transition="in" filter="fade">
                                      <p:cBhvr additive="repl">
                                        <p:cTn id="46" dur="1000"/>
                                        <p:tgtEl>
                                          <p:spTgt spid="134"/>
                                        </p:tgtEl>
                                      </p:cBhvr>
                                    </p:animEffect>
                                  </p:childTnLst>
                                </p:cTn>
                              </p:par>
                              <p:par>
                                <p:cTn id="47" presetID="10" presetClass="entr" fill="hold" nodeType="withEffect">
                                  <p:stCondLst>
                                    <p:cond delay="0"/>
                                  </p:stCondLst>
                                  <p:childTnLst>
                                    <p:set>
                                      <p:cBhvr>
                                        <p:cTn id="48" dur="1" fill="hold">
                                          <p:stCondLst>
                                            <p:cond delay="0"/>
                                          </p:stCondLst>
                                        </p:cTn>
                                        <p:tgtEl>
                                          <p:spTgt spid="135"/>
                                        </p:tgtEl>
                                        <p:attrNameLst>
                                          <p:attrName>style.visibility</p:attrName>
                                        </p:attrNameLst>
                                      </p:cBhvr>
                                      <p:to>
                                        <p:strVal val="visible"/>
                                      </p:to>
                                    </p:set>
                                    <p:animEffect transition="in" filter="fade">
                                      <p:cBhvr additive="repl">
                                        <p:cTn id="49" dur="1000"/>
                                        <p:tgtEl>
                                          <p:spTgt spid="135"/>
                                        </p:tgtEl>
                                      </p:cBhvr>
                                    </p:animEffect>
                                  </p:childTnLst>
                                </p:cTn>
                              </p:par>
                              <p:par>
                                <p:cTn id="50" presetID="10" presetClass="entr" fill="hold" nodeType="withEffect">
                                  <p:stCondLst>
                                    <p:cond delay="0"/>
                                  </p:stCondLst>
                                  <p:childTnLst>
                                    <p:set>
                                      <p:cBhvr>
                                        <p:cTn id="51" dur="1" fill="hold">
                                          <p:stCondLst>
                                            <p:cond delay="0"/>
                                          </p:stCondLst>
                                        </p:cTn>
                                        <p:tgtEl>
                                          <p:spTgt spid="136"/>
                                        </p:tgtEl>
                                        <p:attrNameLst>
                                          <p:attrName>style.visibility</p:attrName>
                                        </p:attrNameLst>
                                      </p:cBhvr>
                                      <p:to>
                                        <p:strVal val="visible"/>
                                      </p:to>
                                    </p:set>
                                    <p:animEffect transition="in" filter="fade">
                                      <p:cBhvr additive="repl">
                                        <p:cTn id="52" dur="1000"/>
                                        <p:tgtEl>
                                          <p:spTgt spid="136"/>
                                        </p:tgtEl>
                                      </p:cBhvr>
                                    </p:animEffect>
                                  </p:childTnLst>
                                </p:cTn>
                              </p:par>
                              <p:par>
                                <p:cTn id="53" presetID="10" presetClass="entr" fill="hold" nodeType="withEffect">
                                  <p:stCondLst>
                                    <p:cond delay="0"/>
                                  </p:stCondLst>
                                  <p:childTnLst>
                                    <p:set>
                                      <p:cBhvr>
                                        <p:cTn id="54" dur="1" fill="hold">
                                          <p:stCondLst>
                                            <p:cond delay="0"/>
                                          </p:stCondLst>
                                        </p:cTn>
                                        <p:tgtEl>
                                          <p:spTgt spid="137"/>
                                        </p:tgtEl>
                                        <p:attrNameLst>
                                          <p:attrName>style.visibility</p:attrName>
                                        </p:attrNameLst>
                                      </p:cBhvr>
                                      <p:to>
                                        <p:strVal val="visible"/>
                                      </p:to>
                                    </p:set>
                                    <p:animEffect transition="in" filter="fade">
                                      <p:cBhvr additive="repl">
                                        <p:cTn id="55" dur="1000"/>
                                        <p:tgtEl>
                                          <p:spTgt spid="137"/>
                                        </p:tgtEl>
                                      </p:cBhvr>
                                    </p:animEffect>
                                  </p:childTnLst>
                                </p:cTn>
                              </p:par>
                              <p:par>
                                <p:cTn id="56" presetID="10" presetClass="entr" fill="hold" nodeType="withEffect">
                                  <p:stCondLst>
                                    <p:cond delay="0"/>
                                  </p:stCondLst>
                                  <p:childTnLst>
                                    <p:set>
                                      <p:cBhvr>
                                        <p:cTn id="57" dur="1" fill="hold">
                                          <p:stCondLst>
                                            <p:cond delay="0"/>
                                          </p:stCondLst>
                                        </p:cTn>
                                        <p:tgtEl>
                                          <p:spTgt spid="138"/>
                                        </p:tgtEl>
                                        <p:attrNameLst>
                                          <p:attrName>style.visibility</p:attrName>
                                        </p:attrNameLst>
                                      </p:cBhvr>
                                      <p:to>
                                        <p:strVal val="visible"/>
                                      </p:to>
                                    </p:set>
                                    <p:animEffect transition="in" filter="fade">
                                      <p:cBhvr additive="repl">
                                        <p:cTn id="58" dur="1000"/>
                                        <p:tgtEl>
                                          <p:spTgt spid="138"/>
                                        </p:tgtEl>
                                      </p:cBhvr>
                                    </p:animEffect>
                                  </p:childTnLst>
                                </p:cTn>
                              </p:par>
                              <p:par>
                                <p:cTn id="59" presetID="10" presetClass="entr" fill="hold" nodeType="withEffect">
                                  <p:stCondLst>
                                    <p:cond delay="0"/>
                                  </p:stCondLst>
                                  <p:childTnLst>
                                    <p:set>
                                      <p:cBhvr>
                                        <p:cTn id="60" dur="1" fill="hold">
                                          <p:stCondLst>
                                            <p:cond delay="0"/>
                                          </p:stCondLst>
                                        </p:cTn>
                                        <p:tgtEl>
                                          <p:spTgt spid="139"/>
                                        </p:tgtEl>
                                        <p:attrNameLst>
                                          <p:attrName>style.visibility</p:attrName>
                                        </p:attrNameLst>
                                      </p:cBhvr>
                                      <p:to>
                                        <p:strVal val="visible"/>
                                      </p:to>
                                    </p:set>
                                    <p:animEffect transition="in" filter="fade">
                                      <p:cBhvr additive="repl">
                                        <p:cTn id="61" dur="1000"/>
                                        <p:tgtEl>
                                          <p:spTgt spid="139"/>
                                        </p:tgtEl>
                                      </p:cBhvr>
                                    </p:animEffect>
                                  </p:childTnLst>
                                </p:cTn>
                              </p:par>
                              <p:par>
                                <p:cTn id="62" presetID="10" presetClass="entr" fill="hold" nodeType="withEffect">
                                  <p:stCondLst>
                                    <p:cond delay="0"/>
                                  </p:stCondLst>
                                  <p:childTnLst>
                                    <p:set>
                                      <p:cBhvr>
                                        <p:cTn id="63" dur="1" fill="hold">
                                          <p:stCondLst>
                                            <p:cond delay="0"/>
                                          </p:stCondLst>
                                        </p:cTn>
                                        <p:tgtEl>
                                          <p:spTgt spid="140"/>
                                        </p:tgtEl>
                                        <p:attrNameLst>
                                          <p:attrName>style.visibility</p:attrName>
                                        </p:attrNameLst>
                                      </p:cBhvr>
                                      <p:to>
                                        <p:strVal val="visible"/>
                                      </p:to>
                                    </p:set>
                                    <p:animEffect transition="in" filter="fade">
                                      <p:cBhvr additive="repl">
                                        <p:cTn id="64" dur="1000"/>
                                        <p:tgtEl>
                                          <p:spTgt spid="140"/>
                                        </p:tgtEl>
                                      </p:cBhvr>
                                    </p:animEffect>
                                  </p:childTnLst>
                                </p:cTn>
                              </p:par>
                              <p:par>
                                <p:cTn id="65" presetID="10" presetClass="entr" fill="hold" nodeType="withEffect">
                                  <p:stCondLst>
                                    <p:cond delay="0"/>
                                  </p:stCondLst>
                                  <p:childTnLst>
                                    <p:set>
                                      <p:cBhvr>
                                        <p:cTn id="66" dur="1" fill="hold">
                                          <p:stCondLst>
                                            <p:cond delay="0"/>
                                          </p:stCondLst>
                                        </p:cTn>
                                        <p:tgtEl>
                                          <p:spTgt spid="141"/>
                                        </p:tgtEl>
                                        <p:attrNameLst>
                                          <p:attrName>style.visibility</p:attrName>
                                        </p:attrNameLst>
                                      </p:cBhvr>
                                      <p:to>
                                        <p:strVal val="visible"/>
                                      </p:to>
                                    </p:set>
                                    <p:animEffect transition="in" filter="fade">
                                      <p:cBhvr additive="repl">
                                        <p:cTn id="67" dur="1000"/>
                                        <p:tgtEl>
                                          <p:spTgt spid="141"/>
                                        </p:tgtEl>
                                      </p:cBhvr>
                                    </p:animEffect>
                                  </p:childTnLst>
                                </p:cTn>
                              </p:par>
                              <p:par>
                                <p:cTn id="68" presetID="10" presetClass="entr" fill="hold" nodeType="withEffect">
                                  <p:stCondLst>
                                    <p:cond delay="0"/>
                                  </p:stCondLst>
                                  <p:childTnLst>
                                    <p:set>
                                      <p:cBhvr>
                                        <p:cTn id="69" dur="1" fill="hold">
                                          <p:stCondLst>
                                            <p:cond delay="0"/>
                                          </p:stCondLst>
                                        </p:cTn>
                                        <p:tgtEl>
                                          <p:spTgt spid="142"/>
                                        </p:tgtEl>
                                        <p:attrNameLst>
                                          <p:attrName>style.visibility</p:attrName>
                                        </p:attrNameLst>
                                      </p:cBhvr>
                                      <p:to>
                                        <p:strVal val="visible"/>
                                      </p:to>
                                    </p:set>
                                    <p:animEffect transition="in" filter="fade">
                                      <p:cBhvr additive="repl">
                                        <p:cTn id="70" dur="1000"/>
                                        <p:tgtEl>
                                          <p:spTgt spid="142"/>
                                        </p:tgtEl>
                                      </p:cBhvr>
                                    </p:animEffect>
                                  </p:childTnLst>
                                </p:cTn>
                              </p:par>
                              <p:par>
                                <p:cTn id="71" presetID="10" presetClass="entr" fill="hold" nodeType="withEffect">
                                  <p:stCondLst>
                                    <p:cond delay="0"/>
                                  </p:stCondLst>
                                  <p:childTnLst>
                                    <p:set>
                                      <p:cBhvr>
                                        <p:cTn id="72" dur="1" fill="hold">
                                          <p:stCondLst>
                                            <p:cond delay="0"/>
                                          </p:stCondLst>
                                        </p:cTn>
                                        <p:tgtEl>
                                          <p:spTgt spid="144"/>
                                        </p:tgtEl>
                                        <p:attrNameLst>
                                          <p:attrName>style.visibility</p:attrName>
                                        </p:attrNameLst>
                                      </p:cBhvr>
                                      <p:to>
                                        <p:strVal val="visible"/>
                                      </p:to>
                                    </p:set>
                                    <p:animEffect transition="in" filter="fade">
                                      <p:cBhvr additive="repl">
                                        <p:cTn id="73" dur="1000"/>
                                        <p:tgtEl>
                                          <p:spTgt spid="144"/>
                                        </p:tgtEl>
                                      </p:cBhvr>
                                    </p:animEffect>
                                  </p:childTnLst>
                                </p:cTn>
                              </p:par>
                              <p:par>
                                <p:cTn id="74" presetID="10" presetClass="entr" fill="hold" nodeType="withEffect">
                                  <p:stCondLst>
                                    <p:cond delay="0"/>
                                  </p:stCondLst>
                                  <p:childTnLst>
                                    <p:set>
                                      <p:cBhvr>
                                        <p:cTn id="75" dur="1" fill="hold">
                                          <p:stCondLst>
                                            <p:cond delay="0"/>
                                          </p:stCondLst>
                                        </p:cTn>
                                        <p:tgtEl>
                                          <p:spTgt spid="143"/>
                                        </p:tgtEl>
                                        <p:attrNameLst>
                                          <p:attrName>style.visibility</p:attrName>
                                        </p:attrNameLst>
                                      </p:cBhvr>
                                      <p:to>
                                        <p:strVal val="visible"/>
                                      </p:to>
                                    </p:set>
                                    <p:animEffect transition="in" filter="fade">
                                      <p:cBhvr additive="repl">
                                        <p:cTn id="76" dur="1000"/>
                                        <p:tgtEl>
                                          <p:spTgt spid="143"/>
                                        </p:tgtEl>
                                      </p:cBhvr>
                                    </p:animEffect>
                                  </p:childTnLst>
                                </p:cTn>
                              </p:par>
                              <p:par>
                                <p:cTn id="77" presetID="10" presetClass="entr" fill="hold" nodeType="withEffect">
                                  <p:stCondLst>
                                    <p:cond delay="0"/>
                                  </p:stCondLst>
                                  <p:childTnLst>
                                    <p:set>
                                      <p:cBhvr>
                                        <p:cTn id="78" dur="1" fill="hold">
                                          <p:stCondLst>
                                            <p:cond delay="0"/>
                                          </p:stCondLst>
                                        </p:cTn>
                                        <p:tgtEl>
                                          <p:spTgt spid="145"/>
                                        </p:tgtEl>
                                        <p:attrNameLst>
                                          <p:attrName>style.visibility</p:attrName>
                                        </p:attrNameLst>
                                      </p:cBhvr>
                                      <p:to>
                                        <p:strVal val="visible"/>
                                      </p:to>
                                    </p:set>
                                    <p:animEffect transition="in" filter="fade">
                                      <p:cBhvr additive="repl">
                                        <p:cTn id="79" dur="1000"/>
                                        <p:tgtEl>
                                          <p:spTgt spid="145"/>
                                        </p:tgtEl>
                                      </p:cBhvr>
                                    </p:animEffect>
                                  </p:childTnLst>
                                </p:cTn>
                              </p:par>
                              <p:par>
                                <p:cTn id="80" presetID="10" presetClass="entr" fill="hold" nodeType="withEffect">
                                  <p:stCondLst>
                                    <p:cond delay="0"/>
                                  </p:stCondLst>
                                  <p:childTnLst>
                                    <p:set>
                                      <p:cBhvr>
                                        <p:cTn id="81" dur="1" fill="hold">
                                          <p:stCondLst>
                                            <p:cond delay="0"/>
                                          </p:stCondLst>
                                        </p:cTn>
                                        <p:tgtEl>
                                          <p:spTgt spid="146"/>
                                        </p:tgtEl>
                                        <p:attrNameLst>
                                          <p:attrName>style.visibility</p:attrName>
                                        </p:attrNameLst>
                                      </p:cBhvr>
                                      <p:to>
                                        <p:strVal val="visible"/>
                                      </p:to>
                                    </p:set>
                                    <p:animEffect transition="in" filter="fade">
                                      <p:cBhvr additive="repl">
                                        <p:cTn id="82" dur="1000"/>
                                        <p:tgtEl>
                                          <p:spTgt spid="146"/>
                                        </p:tgtEl>
                                      </p:cBhvr>
                                    </p:animEffect>
                                  </p:childTnLst>
                                </p:cTn>
                              </p:par>
                              <p:par>
                                <p:cTn id="83" presetID="10" presetClass="entr" fill="hold" nodeType="withEffect">
                                  <p:stCondLst>
                                    <p:cond delay="0"/>
                                  </p:stCondLst>
                                  <p:childTnLst>
                                    <p:set>
                                      <p:cBhvr>
                                        <p:cTn id="84" dur="1" fill="hold">
                                          <p:stCondLst>
                                            <p:cond delay="0"/>
                                          </p:stCondLst>
                                        </p:cTn>
                                        <p:tgtEl>
                                          <p:spTgt spid="147"/>
                                        </p:tgtEl>
                                        <p:attrNameLst>
                                          <p:attrName>style.visibility</p:attrName>
                                        </p:attrNameLst>
                                      </p:cBhvr>
                                      <p:to>
                                        <p:strVal val="visible"/>
                                      </p:to>
                                    </p:set>
                                    <p:animEffect transition="in" filter="fade">
                                      <p:cBhvr additive="repl">
                                        <p:cTn id="85" dur="1000"/>
                                        <p:tgtEl>
                                          <p:spTgt spid="147"/>
                                        </p:tgtEl>
                                      </p:cBhvr>
                                    </p:animEffect>
                                  </p:childTnLst>
                                </p:cTn>
                              </p:par>
                              <p:par>
                                <p:cTn id="86" presetID="10" presetClass="entr" fill="hold" nodeType="withEffect">
                                  <p:stCondLst>
                                    <p:cond delay="0"/>
                                  </p:stCondLst>
                                  <p:childTnLst>
                                    <p:set>
                                      <p:cBhvr>
                                        <p:cTn id="87" dur="1" fill="hold">
                                          <p:stCondLst>
                                            <p:cond delay="0"/>
                                          </p:stCondLst>
                                        </p:cTn>
                                        <p:tgtEl>
                                          <p:spTgt spid="148"/>
                                        </p:tgtEl>
                                        <p:attrNameLst>
                                          <p:attrName>style.visibility</p:attrName>
                                        </p:attrNameLst>
                                      </p:cBhvr>
                                      <p:to>
                                        <p:strVal val="visible"/>
                                      </p:to>
                                    </p:set>
                                    <p:animEffect transition="in" filter="fade">
                                      <p:cBhvr additive="repl">
                                        <p:cTn id="88" dur="1000"/>
                                        <p:tgtEl>
                                          <p:spTgt spid="148"/>
                                        </p:tgtEl>
                                      </p:cBhvr>
                                    </p:animEffect>
                                  </p:childTnLst>
                                </p:cTn>
                              </p:par>
                              <p:par>
                                <p:cTn id="89" presetID="10" presetClass="entr" fill="hold" nodeType="withEffect">
                                  <p:stCondLst>
                                    <p:cond delay="0"/>
                                  </p:stCondLst>
                                  <p:childTnLst>
                                    <p:set>
                                      <p:cBhvr>
                                        <p:cTn id="90" dur="1" fill="hold">
                                          <p:stCondLst>
                                            <p:cond delay="0"/>
                                          </p:stCondLst>
                                        </p:cTn>
                                        <p:tgtEl>
                                          <p:spTgt spid="149"/>
                                        </p:tgtEl>
                                        <p:attrNameLst>
                                          <p:attrName>style.visibility</p:attrName>
                                        </p:attrNameLst>
                                      </p:cBhvr>
                                      <p:to>
                                        <p:strVal val="visible"/>
                                      </p:to>
                                    </p:set>
                                    <p:animEffect transition="in" filter="fade">
                                      <p:cBhvr additive="repl">
                                        <p:cTn id="91" dur="1000"/>
                                        <p:tgtEl>
                                          <p:spTgt spid="149"/>
                                        </p:tgtEl>
                                      </p:cBhvr>
                                    </p:animEffect>
                                  </p:childTnLst>
                                </p:cTn>
                              </p:par>
                              <p:par>
                                <p:cTn id="92" presetID="10" presetClass="entr" fill="hold" nodeType="withEffect">
                                  <p:stCondLst>
                                    <p:cond delay="0"/>
                                  </p:stCondLst>
                                  <p:childTnLst>
                                    <p:set>
                                      <p:cBhvr>
                                        <p:cTn id="93" dur="1" fill="hold">
                                          <p:stCondLst>
                                            <p:cond delay="0"/>
                                          </p:stCondLst>
                                        </p:cTn>
                                        <p:tgtEl>
                                          <p:spTgt spid="150"/>
                                        </p:tgtEl>
                                        <p:attrNameLst>
                                          <p:attrName>style.visibility</p:attrName>
                                        </p:attrNameLst>
                                      </p:cBhvr>
                                      <p:to>
                                        <p:strVal val="visible"/>
                                      </p:to>
                                    </p:set>
                                    <p:animEffect transition="in" filter="fade">
                                      <p:cBhvr additive="repl">
                                        <p:cTn id="94" dur="1000"/>
                                        <p:tgtEl>
                                          <p:spTgt spid="1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PlaceHolder 1"/>
          <p:cNvSpPr>
            <a:spLocks noGrp="1"/>
          </p:cNvSpPr>
          <p:nvPr>
            <p:ph type="title"/>
          </p:nvPr>
        </p:nvSpPr>
        <p:spPr>
          <a:xfrm>
            <a:off x="525240" y="443520"/>
            <a:ext cx="10556640" cy="712440"/>
          </a:xfrm>
          <a:prstGeom prst="rect">
            <a:avLst/>
          </a:prstGeom>
          <a:noFill/>
          <a:ln w="0">
            <a:noFill/>
          </a:ln>
        </p:spPr>
        <p:txBody>
          <a:bodyPr lIns="91440" tIns="45720" rIns="91440" bIns="45720" anchor="t">
            <a:noAutofit/>
          </a:bodyPr>
          <a:p>
            <a:pPr indent="0" algn="l">
              <a:lnSpc>
                <a:spcPct val="90000"/>
              </a:lnSpc>
              <a:buNone/>
              <a:tabLst>
                <a:tab pos="0" algn="l"/>
              </a:tabLst>
            </a:pPr>
            <a:r>
              <a:rPr lang="es-ES" sz="4400" b="0" u="none" strike="noStrike">
                <a:solidFill>
                  <a:srgbClr val="FF0000"/>
                </a:solidFill>
                <a:effectLst/>
                <a:uFillTx/>
                <a:latin typeface="Calibri"/>
                <a:ea typeface="Calibri"/>
              </a:rPr>
              <a:t>Problemas más avanzados</a:t>
            </a:r>
            <a:endParaRPr lang="es-ES" sz="4400" b="0" u="none" strike="noStrike">
              <a:solidFill>
                <a:srgbClr val="000000"/>
              </a:solidFill>
              <a:effectLst/>
              <a:uFillTx/>
              <a:latin typeface="Arial"/>
            </a:endParaRPr>
          </a:p>
        </p:txBody>
      </p:sp>
      <p:sp>
        <p:nvSpPr>
          <p:cNvPr id="152" name="Google Shape;240;ga264c5d9f9_0_159"/>
          <p:cNvSpPr/>
          <p:nvPr/>
        </p:nvSpPr>
        <p:spPr>
          <a:xfrm>
            <a:off x="525240" y="1477800"/>
            <a:ext cx="11104200" cy="529920"/>
          </a:xfrm>
          <a:prstGeom prst="rect">
            <a:avLst/>
          </a:prstGeom>
          <a:noFill/>
          <a:ln w="0">
            <a:noFill/>
          </a:ln>
        </p:spPr>
        <p:style>
          <a:lnRef idx="0"/>
          <a:fillRef idx="0"/>
          <a:effectRef idx="0"/>
          <a:fontRef idx="minor"/>
        </p:style>
        <p:txBody>
          <a:bodyPr anchor="t">
            <a:noAutofit/>
          </a:bodyPr>
          <a:p>
            <a:pPr>
              <a:lnSpc>
                <a:spcPct val="100000"/>
              </a:lnSpc>
              <a:tabLst>
                <a:tab pos="0" algn="l"/>
              </a:tabLst>
            </a:pPr>
            <a:r>
              <a:rPr lang="es-ES" sz="1900" b="0" u="none" strike="noStrike">
                <a:solidFill>
                  <a:schemeClr val="lt1"/>
                </a:solidFill>
                <a:effectLst/>
                <a:uFillTx/>
                <a:latin typeface="Calibri"/>
                <a:ea typeface="Calibri"/>
              </a:rPr>
              <a:t>Vamos a intentar resolver una puerta XOR</a:t>
            </a:r>
            <a:endParaRPr lang="es-ES" sz="1900" b="0" u="none" strike="noStrike">
              <a:solidFill>
                <a:srgbClr val="FFFFFF"/>
              </a:solidFill>
              <a:effectLst/>
              <a:uFillTx/>
              <a:latin typeface="Arial"/>
            </a:endParaRPr>
          </a:p>
        </p:txBody>
      </p:sp>
      <p:sp>
        <p:nvSpPr>
          <p:cNvPr id="153" name="Google Shape;241;ga264c5d9f9_0_159"/>
          <p:cNvSpPr/>
          <p:nvPr/>
        </p:nvSpPr>
        <p:spPr>
          <a:xfrm>
            <a:off x="4428000" y="2264040"/>
            <a:ext cx="6653880" cy="751680"/>
          </a:xfrm>
          <a:prstGeom prst="rect">
            <a:avLst/>
          </a:prstGeom>
          <a:noFill/>
          <a:ln w="0">
            <a:noFill/>
          </a:ln>
        </p:spPr>
        <p:style>
          <a:lnRef idx="0"/>
          <a:fillRef idx="0"/>
          <a:effectRef idx="0"/>
          <a:fontRef idx="minor"/>
        </p:style>
        <p:txBody>
          <a:bodyPr anchor="t">
            <a:noAutofit/>
          </a:bodyPr>
          <a:p>
            <a:pPr algn="ctr">
              <a:lnSpc>
                <a:spcPct val="100000"/>
              </a:lnSpc>
              <a:tabLst>
                <a:tab pos="0" algn="l"/>
              </a:tabLst>
            </a:pPr>
            <a:r>
              <a:rPr lang="es-ES" sz="1900" b="0" u="none" strike="noStrike">
                <a:solidFill>
                  <a:schemeClr val="lt1"/>
                </a:solidFill>
                <a:effectLst/>
                <a:uFillTx/>
                <a:latin typeface="Calibri"/>
                <a:ea typeface="Calibri"/>
              </a:rPr>
              <a:t>Es imposible separar los puntos con un único hiperplano. ¿Solución? Combinar varias neuronas</a:t>
            </a:r>
            <a:endParaRPr lang="es-ES" sz="1900" b="0" u="none" strike="noStrike">
              <a:solidFill>
                <a:srgbClr val="FFFFFF"/>
              </a:solidFill>
              <a:effectLst/>
              <a:uFillTx/>
              <a:latin typeface="Arial"/>
            </a:endParaRPr>
          </a:p>
        </p:txBody>
      </p:sp>
      <p:cxnSp>
        <p:nvCxnSpPr>
          <p:cNvPr id="154" name="Google Shape;242;ga264c5d9f9_0_159"/>
          <p:cNvCxnSpPr/>
          <p:nvPr/>
        </p:nvCxnSpPr>
        <p:spPr>
          <a:xfrm>
            <a:off x="1438560" y="5042160"/>
            <a:ext cx="45720" cy="1478880"/>
          </a:xfrm>
          <a:prstGeom prst="straightConnector1">
            <a:avLst/>
          </a:prstGeom>
          <a:ln w="28575">
            <a:solidFill>
              <a:srgbClr val="FFFFFF"/>
            </a:solidFill>
            <a:miter/>
          </a:ln>
        </p:spPr>
      </p:cxnSp>
      <p:cxnSp>
        <p:nvCxnSpPr>
          <p:cNvPr id="155" name="Google Shape;244;ga264c5d9f9_0_159"/>
          <p:cNvCxnSpPr/>
          <p:nvPr/>
        </p:nvCxnSpPr>
        <p:spPr>
          <a:xfrm flipH="1" flipV="1">
            <a:off x="1066680" y="6164280"/>
            <a:ext cx="2008080" cy="9000"/>
          </a:xfrm>
          <a:prstGeom prst="straightConnector1">
            <a:avLst/>
          </a:prstGeom>
          <a:ln w="28575">
            <a:solidFill>
              <a:srgbClr val="FFFFFF"/>
            </a:solidFill>
            <a:miter/>
          </a:ln>
        </p:spPr>
      </p:cxnSp>
      <p:sp>
        <p:nvSpPr>
          <p:cNvPr id="156" name="Google Shape;245;ga264c5d9f9_0_159"/>
          <p:cNvSpPr/>
          <p:nvPr/>
        </p:nvSpPr>
        <p:spPr>
          <a:xfrm>
            <a:off x="1330920" y="5139720"/>
            <a:ext cx="268920" cy="225720"/>
          </a:xfrm>
          <a:prstGeom prst="flowChartSummingJunction">
            <a:avLst/>
          </a:prstGeom>
          <a:solidFill>
            <a:srgbClr val="666666"/>
          </a:solidFill>
          <a:ln w="9525">
            <a:solidFill>
              <a:srgbClr val="B6D7A8"/>
            </a:solidFill>
            <a:round/>
          </a:ln>
        </p:spPr>
        <p:style>
          <a:lnRef idx="0"/>
          <a:fillRef idx="0"/>
          <a:effectRef idx="0"/>
          <a:fontRef idx="minor"/>
        </p:style>
        <p:txBody>
          <a:bodyPr tIns="79920" bIns="79920" anchor="ctr">
            <a:noAutofit/>
          </a:bodyPr>
          <a:p>
            <a:endParaRPr lang="es-ES" sz="1400" b="0" u="none" strike="noStrike">
              <a:solidFill>
                <a:srgbClr val="000000"/>
              </a:solidFill>
              <a:effectLst/>
              <a:uFillTx/>
              <a:latin typeface="Arial"/>
            </a:endParaRPr>
          </a:p>
        </p:txBody>
      </p:sp>
      <p:sp>
        <p:nvSpPr>
          <p:cNvPr id="157" name="Google Shape;246;ga264c5d9f9_0_159"/>
          <p:cNvSpPr/>
          <p:nvPr/>
        </p:nvSpPr>
        <p:spPr>
          <a:xfrm>
            <a:off x="2408760" y="6055920"/>
            <a:ext cx="268920" cy="225720"/>
          </a:xfrm>
          <a:prstGeom prst="flowChartSummingJunction">
            <a:avLst/>
          </a:prstGeom>
          <a:solidFill>
            <a:srgbClr val="666666"/>
          </a:solidFill>
          <a:ln w="9525">
            <a:solidFill>
              <a:srgbClr val="B6D7A8"/>
            </a:solidFill>
            <a:round/>
          </a:ln>
        </p:spPr>
        <p:style>
          <a:lnRef idx="0"/>
          <a:fillRef idx="0"/>
          <a:effectRef idx="0"/>
          <a:fontRef idx="minor"/>
        </p:style>
        <p:txBody>
          <a:bodyPr tIns="79920" bIns="79920" anchor="ctr">
            <a:noAutofit/>
          </a:bodyPr>
          <a:p>
            <a:endParaRPr lang="es-ES" sz="1400" b="0" u="none" strike="noStrike">
              <a:solidFill>
                <a:srgbClr val="000000"/>
              </a:solidFill>
              <a:effectLst/>
              <a:uFillTx/>
              <a:latin typeface="Arial"/>
            </a:endParaRPr>
          </a:p>
        </p:txBody>
      </p:sp>
      <p:sp>
        <p:nvSpPr>
          <p:cNvPr id="158" name="Google Shape;247;ga264c5d9f9_0_159"/>
          <p:cNvSpPr/>
          <p:nvPr/>
        </p:nvSpPr>
        <p:spPr>
          <a:xfrm>
            <a:off x="2325600" y="5139720"/>
            <a:ext cx="268920" cy="225720"/>
          </a:xfrm>
          <a:prstGeom prst="flowChartSummingJunction">
            <a:avLst/>
          </a:prstGeom>
          <a:solidFill>
            <a:srgbClr val="B45F06"/>
          </a:solidFill>
          <a:ln w="9525">
            <a:solidFill>
              <a:srgbClr val="FFFFFF"/>
            </a:solidFill>
            <a:round/>
          </a:ln>
        </p:spPr>
        <p:style>
          <a:lnRef idx="0"/>
          <a:fillRef idx="0"/>
          <a:effectRef idx="0"/>
          <a:fontRef idx="minor"/>
        </p:style>
        <p:txBody>
          <a:bodyPr tIns="79920" bIns="79920" anchor="ctr">
            <a:noAutofit/>
          </a:bodyPr>
          <a:p>
            <a:endParaRPr lang="es-ES" sz="1400" b="0" u="none" strike="noStrike">
              <a:solidFill>
                <a:srgbClr val="000000"/>
              </a:solidFill>
              <a:effectLst/>
              <a:uFillTx/>
              <a:latin typeface="Arial"/>
            </a:endParaRPr>
          </a:p>
        </p:txBody>
      </p:sp>
      <p:pic>
        <p:nvPicPr>
          <p:cNvPr id="159" name="Google Shape;248;ga264c5d9f9_0_159"/>
          <p:cNvPicPr/>
          <p:nvPr/>
        </p:nvPicPr>
        <p:blipFill>
          <a:blip r:embed="rId1"/>
          <a:stretch/>
        </p:blipFill>
        <p:spPr>
          <a:xfrm>
            <a:off x="1119240" y="2065680"/>
            <a:ext cx="2617560" cy="2351880"/>
          </a:xfrm>
          <a:prstGeom prst="rect">
            <a:avLst/>
          </a:prstGeom>
          <a:noFill/>
          <a:ln w="0">
            <a:noFill/>
          </a:ln>
        </p:spPr>
      </p:pic>
      <p:sp>
        <p:nvSpPr>
          <p:cNvPr id="160" name="Google Shape;249;ga264c5d9f9_0_159"/>
          <p:cNvSpPr/>
          <p:nvPr/>
        </p:nvSpPr>
        <p:spPr>
          <a:xfrm>
            <a:off x="1330920" y="6055920"/>
            <a:ext cx="268920" cy="225720"/>
          </a:xfrm>
          <a:prstGeom prst="flowChartSummingJunction">
            <a:avLst/>
          </a:prstGeom>
          <a:solidFill>
            <a:srgbClr val="B45F06"/>
          </a:solidFill>
          <a:ln w="9525">
            <a:solidFill>
              <a:srgbClr val="FFFFFF"/>
            </a:solidFill>
            <a:round/>
          </a:ln>
        </p:spPr>
        <p:style>
          <a:lnRef idx="0"/>
          <a:fillRef idx="0"/>
          <a:effectRef idx="0"/>
          <a:fontRef idx="minor"/>
        </p:style>
        <p:txBody>
          <a:bodyPr tIns="79920" bIns="79920" anchor="ctr">
            <a:noAutofit/>
          </a:bodyPr>
          <a:p>
            <a:endParaRPr lang="es-ES" sz="1400" b="0" u="none" strike="noStrike">
              <a:solidFill>
                <a:srgbClr val="000000"/>
              </a:solidFill>
              <a:effectLst/>
              <a:uFillTx/>
              <a:latin typeface="Arial"/>
            </a:endParaRPr>
          </a:p>
        </p:txBody>
      </p:sp>
      <p:pic>
        <p:nvPicPr>
          <p:cNvPr id="161" name="Google Shape;250;ga264c5d9f9_0_159"/>
          <p:cNvPicPr/>
          <p:nvPr/>
        </p:nvPicPr>
        <p:blipFill>
          <a:blip r:embed="rId2"/>
          <a:stretch/>
        </p:blipFill>
        <p:spPr>
          <a:xfrm>
            <a:off x="6117840" y="3116160"/>
            <a:ext cx="3385080" cy="2863800"/>
          </a:xfrm>
          <a:prstGeom prst="rect">
            <a:avLst/>
          </a:prstGeom>
          <a:noFill/>
          <a:ln w="0">
            <a:noFill/>
          </a:ln>
        </p:spPr>
      </p:pic>
    </p:spTree>
  </p:cSld>
  <mc:AlternateContent>
    <mc:Choice Requires="p14">
      <p:transition spd="slow" p14:dur="2000"/>
    </mc:Choice>
    <mc:Fallback>
      <p:transition spd="slow"/>
    </mc:Fallback>
  </mc:AlternateContent>
  <p:timing>
    <p:tnLst>
      <p:par>
        <p:cTn id="95" dur="indefinite" restart="never" nodeType="tmRoot">
          <p:childTnLst>
            <p:seq>
              <p:cTn id="96" dur="indefinite" nodeType="mainSeq">
                <p:childTnLst>
                  <p:par>
                    <p:cTn id="97" fill="hold">
                      <p:stCondLst>
                        <p:cond delay="indefinite"/>
                      </p:stCondLst>
                      <p:childTnLst>
                        <p:par>
                          <p:cTn id="98" fill="hold">
                            <p:stCondLst>
                              <p:cond delay="0"/>
                            </p:stCondLst>
                            <p:childTnLst>
                              <p:par>
                                <p:cTn id="99" presetID="10" presetClass="entr" fill="hold" nodeType="clickEffect">
                                  <p:stCondLst>
                                    <p:cond delay="0"/>
                                  </p:stCondLst>
                                  <p:childTnLst>
                                    <p:set>
                                      <p:cBhvr>
                                        <p:cTn id="100" dur="1" fill="hold">
                                          <p:stCondLst>
                                            <p:cond delay="0"/>
                                          </p:stCondLst>
                                        </p:cTn>
                                        <p:tgtEl>
                                          <p:spTgt spid="153"/>
                                        </p:tgtEl>
                                        <p:attrNameLst>
                                          <p:attrName>style.visibility</p:attrName>
                                        </p:attrNameLst>
                                      </p:cBhvr>
                                      <p:to>
                                        <p:strVal val="visible"/>
                                      </p:to>
                                    </p:set>
                                    <p:animEffect transition="in" filter="fade">
                                      <p:cBhvr additive="repl">
                                        <p:cTn id="101" dur="1000"/>
                                        <p:tgtEl>
                                          <p:spTgt spid="153"/>
                                        </p:tgtEl>
                                      </p:cBhvr>
                                    </p:animEffect>
                                  </p:childTnLst>
                                </p:cTn>
                              </p:par>
                              <p:par>
                                <p:cTn id="102" presetID="10" presetClass="entr" fill="hold" nodeType="withEffect">
                                  <p:stCondLst>
                                    <p:cond delay="0"/>
                                  </p:stCondLst>
                                  <p:childTnLst>
                                    <p:set>
                                      <p:cBhvr>
                                        <p:cTn id="103" dur="1" fill="hold">
                                          <p:stCondLst>
                                            <p:cond delay="0"/>
                                          </p:stCondLst>
                                        </p:cTn>
                                        <p:tgtEl>
                                          <p:spTgt spid="161"/>
                                        </p:tgtEl>
                                        <p:attrNameLst>
                                          <p:attrName>style.visibility</p:attrName>
                                        </p:attrNameLst>
                                      </p:cBhvr>
                                      <p:to>
                                        <p:strVal val="visible"/>
                                      </p:to>
                                    </p:set>
                                    <p:animEffect transition="in" filter="fade">
                                      <p:cBhvr additive="repl">
                                        <p:cTn id="104" dur="1000"/>
                                        <p:tgtEl>
                                          <p:spTgt spid="1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PlaceHolder 1"/>
          <p:cNvSpPr>
            <a:spLocks noGrp="1"/>
          </p:cNvSpPr>
          <p:nvPr>
            <p:ph type="title"/>
          </p:nvPr>
        </p:nvSpPr>
        <p:spPr>
          <a:xfrm>
            <a:off x="2276640" y="2330280"/>
            <a:ext cx="7638480" cy="2197440"/>
          </a:xfrm>
          <a:prstGeom prst="rect">
            <a:avLst/>
          </a:prstGeom>
          <a:noFill/>
          <a:ln w="0">
            <a:noFill/>
          </a:ln>
        </p:spPr>
        <p:txBody>
          <a:bodyPr lIns="91440" tIns="45720" rIns="91440" bIns="45720" anchor="ctr">
            <a:noAutofit/>
          </a:bodyPr>
          <a:p>
            <a:pPr indent="0" algn="ctr">
              <a:lnSpc>
                <a:spcPct val="90000"/>
              </a:lnSpc>
              <a:buNone/>
              <a:tabLst>
                <a:tab pos="0" algn="l"/>
              </a:tabLst>
            </a:pPr>
            <a:r>
              <a:rPr lang="es-ES" sz="4400" b="0" u="none" strike="noStrike">
                <a:solidFill>
                  <a:srgbClr val="FF0000"/>
                </a:solidFill>
                <a:effectLst/>
                <a:uFillTx/>
                <a:latin typeface="Calibri"/>
                <a:ea typeface="Calibri"/>
              </a:rPr>
              <a:t>Entonces si tenemos puertas lógicas, </a:t>
            </a:r>
            <a:r>
              <a:rPr lang="es-ES" sz="4400" b="0" u="none" strike="noStrike">
                <a:solidFill>
                  <a:srgbClr val="FFFFFF"/>
                </a:solidFill>
                <a:effectLst/>
                <a:uFillTx/>
                <a:latin typeface="Calibri"/>
                <a:ea typeface="Calibri"/>
              </a:rPr>
              <a:t>¿para qué necesitamos las neuronas?</a:t>
            </a:r>
            <a:endParaRPr lang="es-E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PlaceHolder 1"/>
          <p:cNvSpPr>
            <a:spLocks noGrp="1"/>
          </p:cNvSpPr>
          <p:nvPr>
            <p:ph type="title"/>
          </p:nvPr>
        </p:nvSpPr>
        <p:spPr>
          <a:xfrm>
            <a:off x="525240" y="443520"/>
            <a:ext cx="10556640" cy="712440"/>
          </a:xfrm>
          <a:prstGeom prst="rect">
            <a:avLst/>
          </a:prstGeom>
          <a:noFill/>
          <a:ln w="0">
            <a:noFill/>
          </a:ln>
        </p:spPr>
        <p:txBody>
          <a:bodyPr lIns="91440" tIns="45720" rIns="91440" bIns="45720" anchor="t">
            <a:noAutofit/>
          </a:bodyPr>
          <a:p>
            <a:pPr indent="0" algn="l">
              <a:lnSpc>
                <a:spcPct val="90000"/>
              </a:lnSpc>
              <a:buNone/>
              <a:tabLst>
                <a:tab pos="0" algn="l"/>
              </a:tabLst>
            </a:pPr>
            <a:r>
              <a:rPr lang="es-ES" sz="4400" b="0" u="none" strike="noStrike">
                <a:solidFill>
                  <a:srgbClr val="FF0000"/>
                </a:solidFill>
                <a:effectLst/>
                <a:uFillTx/>
                <a:latin typeface="Calibri"/>
                <a:ea typeface="Calibri"/>
              </a:rPr>
              <a:t>Perceptrón</a:t>
            </a:r>
            <a:endParaRPr lang="es-ES" sz="4400" b="0" u="none" strike="noStrike">
              <a:solidFill>
                <a:srgbClr val="000000"/>
              </a:solidFill>
              <a:effectLst/>
              <a:uFillTx/>
              <a:latin typeface="Arial"/>
            </a:endParaRPr>
          </a:p>
        </p:txBody>
      </p:sp>
      <p:sp>
        <p:nvSpPr>
          <p:cNvPr id="164" name="Google Shape;263;ga264c5d9f9_0_201"/>
          <p:cNvSpPr/>
          <p:nvPr/>
        </p:nvSpPr>
        <p:spPr>
          <a:xfrm>
            <a:off x="525240" y="1477800"/>
            <a:ext cx="10393920" cy="2589840"/>
          </a:xfrm>
          <a:prstGeom prst="rect">
            <a:avLst/>
          </a:prstGeom>
          <a:noFill/>
          <a:ln w="0">
            <a:noFill/>
          </a:ln>
        </p:spPr>
        <p:style>
          <a:lnRef idx="0"/>
          <a:fillRef idx="0"/>
          <a:effectRef idx="0"/>
          <a:fontRef idx="minor"/>
        </p:style>
        <p:txBody>
          <a:bodyPr anchor="t">
            <a:noAutofit/>
          </a:bodyPr>
          <a:p>
            <a:pPr>
              <a:lnSpc>
                <a:spcPct val="100000"/>
              </a:lnSpc>
              <a:tabLst>
                <a:tab pos="0" algn="l"/>
              </a:tabLst>
            </a:pPr>
            <a:r>
              <a:rPr lang="es-ES" sz="1900" b="0" u="none" strike="noStrike">
                <a:solidFill>
                  <a:schemeClr val="lt1"/>
                </a:solidFill>
                <a:effectLst/>
                <a:uFillTx/>
                <a:latin typeface="Calibri"/>
                <a:ea typeface="Calibri"/>
              </a:rPr>
              <a:t>A diferencia de una simple neurona o una puerta lógica, aprende automáticamente los pesos de la neurona de McCulloch-Pitts para minimizar los errores. Se utilizan para problemas separables linealmente. Ya no son datos binarios, sino que pueden ser números.</a:t>
            </a:r>
            <a:endParaRPr lang="es-ES" sz="1900" b="0" u="none" strike="noStrike">
              <a:solidFill>
                <a:srgbClr val="FFFFFF"/>
              </a:solidFill>
              <a:effectLst/>
              <a:uFillTx/>
              <a:latin typeface="Arial"/>
            </a:endParaRPr>
          </a:p>
          <a:p>
            <a:pPr>
              <a:lnSpc>
                <a:spcPct val="100000"/>
              </a:lnSpc>
              <a:tabLst>
                <a:tab pos="0" algn="l"/>
              </a:tabLst>
            </a:pPr>
            <a:endParaRPr lang="es-ES" sz="1900" b="0" u="none" strike="noStrike">
              <a:solidFill>
                <a:srgbClr val="FFFFFF"/>
              </a:solidFill>
              <a:effectLst/>
              <a:uFillTx/>
              <a:latin typeface="Arial"/>
            </a:endParaRPr>
          </a:p>
          <a:p>
            <a:pPr>
              <a:lnSpc>
                <a:spcPct val="100000"/>
              </a:lnSpc>
              <a:tabLst>
                <a:tab pos="0" algn="l"/>
              </a:tabLst>
            </a:pPr>
            <a:r>
              <a:rPr lang="es-ES" sz="1900" b="0" u="none" strike="noStrike">
                <a:solidFill>
                  <a:schemeClr val="lt1"/>
                </a:solidFill>
                <a:effectLst/>
                <a:uFillTx/>
                <a:latin typeface="Calibri"/>
                <a:ea typeface="Calibri"/>
              </a:rPr>
              <a:t>Inventado por Frank Rosenblatt en 1957</a:t>
            </a:r>
            <a:endParaRPr lang="es-ES" sz="1900" b="0" u="none" strike="noStrike">
              <a:solidFill>
                <a:srgbClr val="FFFFFF"/>
              </a:solidFill>
              <a:effectLst/>
              <a:uFillTx/>
              <a:latin typeface="Arial"/>
            </a:endParaRPr>
          </a:p>
        </p:txBody>
      </p:sp>
      <p:pic>
        <p:nvPicPr>
          <p:cNvPr id="165" name="Google Shape;264;ga264c5d9f9_0_201"/>
          <p:cNvPicPr/>
          <p:nvPr/>
        </p:nvPicPr>
        <p:blipFill>
          <a:blip r:embed="rId1"/>
          <a:stretch/>
        </p:blipFill>
        <p:spPr>
          <a:xfrm>
            <a:off x="8300880" y="3281400"/>
            <a:ext cx="2295000" cy="2550240"/>
          </a:xfrm>
          <a:prstGeom prst="rect">
            <a:avLst/>
          </a:prstGeom>
          <a:noFill/>
          <a:ln w="0">
            <a:noFill/>
          </a:ln>
        </p:spPr>
      </p:pic>
      <p:sp>
        <p:nvSpPr>
          <p:cNvPr id="166" name="Google Shape;265;ga264c5d9f9_0_201"/>
          <p:cNvSpPr/>
          <p:nvPr/>
        </p:nvSpPr>
        <p:spPr>
          <a:xfrm>
            <a:off x="525240" y="3337560"/>
            <a:ext cx="6819120" cy="2868120"/>
          </a:xfrm>
          <a:prstGeom prst="rect">
            <a:avLst/>
          </a:prstGeom>
          <a:noFill/>
          <a:ln w="0">
            <a:noFill/>
          </a:ln>
        </p:spPr>
        <p:style>
          <a:lnRef idx="0"/>
          <a:fillRef idx="0"/>
          <a:effectRef idx="0"/>
          <a:fontRef idx="minor"/>
        </p:style>
        <p:txBody>
          <a:bodyPr anchor="t">
            <a:noAutofit/>
          </a:bodyPr>
          <a:p>
            <a:pPr>
              <a:lnSpc>
                <a:spcPct val="100000"/>
              </a:lnSpc>
              <a:tabLst>
                <a:tab pos="0" algn="l"/>
              </a:tabLst>
            </a:pPr>
            <a:r>
              <a:rPr lang="es-ES" sz="1800" b="1" u="none" strike="noStrike">
                <a:solidFill>
                  <a:schemeClr val="lt1"/>
                </a:solidFill>
                <a:effectLst/>
                <a:uFillTx/>
                <a:latin typeface="Calibri"/>
                <a:ea typeface="Calibri"/>
              </a:rPr>
              <a:t>¿Cómo se entrena?</a:t>
            </a:r>
            <a:endParaRPr lang="es-ES" sz="1800" b="0" u="none" strike="noStrike">
              <a:solidFill>
                <a:srgbClr val="FFFFFF"/>
              </a:solidFill>
              <a:effectLst/>
              <a:uFillTx/>
              <a:latin typeface="Arial"/>
            </a:endParaRPr>
          </a:p>
          <a:p>
            <a:pPr>
              <a:lnSpc>
                <a:spcPct val="100000"/>
              </a:lnSpc>
              <a:tabLst>
                <a:tab pos="0" algn="l"/>
              </a:tabLst>
            </a:pPr>
            <a:r>
              <a:rPr lang="es-ES" sz="1600" b="0" u="none" strike="noStrike">
                <a:solidFill>
                  <a:schemeClr val="lt1"/>
                </a:solidFill>
                <a:effectLst/>
                <a:uFillTx/>
                <a:latin typeface="Calibri"/>
                <a:ea typeface="Calibri"/>
              </a:rPr>
              <a:t>1. El perceptrón se inicializa con unos pesos a 0 o aleatorios</a:t>
            </a:r>
            <a:endParaRPr lang="es-ES" sz="1600" b="0" u="none" strike="noStrike">
              <a:solidFill>
                <a:srgbClr val="FFFFFF"/>
              </a:solidFill>
              <a:effectLst/>
              <a:uFillTx/>
              <a:latin typeface="Arial"/>
            </a:endParaRPr>
          </a:p>
          <a:p>
            <a:pPr>
              <a:lnSpc>
                <a:spcPct val="100000"/>
              </a:lnSpc>
              <a:tabLst>
                <a:tab pos="0" algn="l"/>
              </a:tabLst>
            </a:pPr>
            <a:r>
              <a:rPr lang="es-ES" sz="1600" b="0" u="none" strike="noStrike">
                <a:solidFill>
                  <a:schemeClr val="lt1"/>
                </a:solidFill>
                <a:effectLst/>
                <a:uFillTx/>
                <a:latin typeface="Calibri"/>
                <a:ea typeface="Calibri"/>
              </a:rPr>
              <a:t>2. Calcula las salidas, a través de la combinación lineal de entradas y pesos + bias</a:t>
            </a:r>
            <a:endParaRPr lang="es-ES" sz="1600" b="0" u="none" strike="noStrike">
              <a:solidFill>
                <a:srgbClr val="FFFFFF"/>
              </a:solidFill>
              <a:effectLst/>
              <a:uFillTx/>
              <a:latin typeface="Arial"/>
            </a:endParaRPr>
          </a:p>
          <a:p>
            <a:pPr>
              <a:lnSpc>
                <a:spcPct val="100000"/>
              </a:lnSpc>
              <a:tabLst>
                <a:tab pos="0" algn="l"/>
              </a:tabLst>
            </a:pPr>
            <a:r>
              <a:rPr lang="es-ES" sz="1600" b="0" u="none" strike="noStrike">
                <a:solidFill>
                  <a:schemeClr val="lt1"/>
                </a:solidFill>
                <a:effectLst/>
                <a:uFillTx/>
                <a:latin typeface="Calibri"/>
                <a:ea typeface="Calibri"/>
              </a:rPr>
              <a:t>3. Atraviesa la función de activación</a:t>
            </a:r>
            <a:endParaRPr lang="es-ES" sz="1600" b="0" u="none" strike="noStrike">
              <a:solidFill>
                <a:srgbClr val="FFFFFF"/>
              </a:solidFill>
              <a:effectLst/>
              <a:uFillTx/>
              <a:latin typeface="Arial"/>
            </a:endParaRPr>
          </a:p>
          <a:p>
            <a:pPr>
              <a:lnSpc>
                <a:spcPct val="100000"/>
              </a:lnSpc>
              <a:tabLst>
                <a:tab pos="0" algn="l"/>
              </a:tabLst>
            </a:pPr>
            <a:r>
              <a:rPr lang="es-ES" sz="1600" b="0" u="none" strike="noStrike">
                <a:solidFill>
                  <a:schemeClr val="lt1"/>
                </a:solidFill>
                <a:effectLst/>
                <a:uFillTx/>
                <a:latin typeface="Calibri"/>
                <a:ea typeface="Calibri"/>
              </a:rPr>
              <a:t>4. Evalúa errores en la salida</a:t>
            </a:r>
            <a:endParaRPr lang="es-ES" sz="1600" b="0" u="none" strike="noStrike">
              <a:solidFill>
                <a:srgbClr val="FFFFFF"/>
              </a:solidFill>
              <a:effectLst/>
              <a:uFillTx/>
              <a:latin typeface="Arial"/>
            </a:endParaRPr>
          </a:p>
          <a:p>
            <a:pPr>
              <a:lnSpc>
                <a:spcPct val="100000"/>
              </a:lnSpc>
              <a:tabLst>
                <a:tab pos="0" algn="l"/>
              </a:tabLst>
            </a:pPr>
            <a:r>
              <a:rPr lang="es-ES" sz="1600" b="0" u="none" strike="noStrike">
                <a:solidFill>
                  <a:schemeClr val="lt1"/>
                </a:solidFill>
                <a:effectLst/>
                <a:uFillTx/>
                <a:latin typeface="Calibri"/>
                <a:ea typeface="Calibri"/>
              </a:rPr>
              <a:t>5. Vuelve a ajustar los pesos hasta que minimiza el error.</a:t>
            </a:r>
            <a:endParaRPr lang="es-ES" sz="1600" b="0" u="none" strike="noStrike">
              <a:solidFill>
                <a:srgbClr val="FFFFFF"/>
              </a:solidFill>
              <a:effectLst/>
              <a:uFillTx/>
              <a:latin typeface="Arial"/>
            </a:endParaRPr>
          </a:p>
          <a:p>
            <a:pPr>
              <a:lnSpc>
                <a:spcPct val="100000"/>
              </a:lnSpc>
              <a:tabLst>
                <a:tab pos="0" algn="l"/>
              </a:tabLst>
            </a:pPr>
            <a:endParaRPr lang="es-ES" sz="1900" b="0" u="none" strike="noStrike">
              <a:solidFill>
                <a:srgbClr val="FFFFFF"/>
              </a:solidFill>
              <a:effectLst/>
              <a:uFillTx/>
              <a:latin typeface="Arial"/>
            </a:endParaRPr>
          </a:p>
          <a:p>
            <a:pPr>
              <a:lnSpc>
                <a:spcPct val="100000"/>
              </a:lnSpc>
              <a:tabLst>
                <a:tab pos="0" algn="l"/>
              </a:tabLst>
            </a:pPr>
            <a:endParaRPr lang="es-ES" sz="1900" b="0" u="none" strike="noStrike">
              <a:solidFill>
                <a:srgbClr val="FFFFFF"/>
              </a:solidFill>
              <a:effectLst/>
              <a:uFillTx/>
              <a:latin typeface="Arial"/>
            </a:endParaRPr>
          </a:p>
          <a:p>
            <a:pPr>
              <a:lnSpc>
                <a:spcPct val="100000"/>
              </a:lnSpc>
              <a:tabLst>
                <a:tab pos="0" algn="l"/>
              </a:tabLst>
            </a:pPr>
            <a:r>
              <a:rPr lang="es-ES" sz="1900" b="0" u="none" strike="noStrike">
                <a:solidFill>
                  <a:schemeClr val="lt1"/>
                </a:solidFill>
                <a:effectLst/>
                <a:uFillTx/>
                <a:latin typeface="Calibri"/>
                <a:ea typeface="Calibri"/>
              </a:rPr>
              <a:t>No muy efectivo para problemas con separación no lineal</a:t>
            </a:r>
            <a:endParaRPr lang="es-ES" sz="1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PlaceHolder 1"/>
          <p:cNvSpPr>
            <a:spLocks noGrp="1"/>
          </p:cNvSpPr>
          <p:nvPr>
            <p:ph type="title"/>
          </p:nvPr>
        </p:nvSpPr>
        <p:spPr>
          <a:xfrm>
            <a:off x="2276640" y="2330280"/>
            <a:ext cx="7638480" cy="2197440"/>
          </a:xfrm>
          <a:prstGeom prst="rect">
            <a:avLst/>
          </a:prstGeom>
          <a:noFill/>
          <a:ln w="0">
            <a:noFill/>
          </a:ln>
        </p:spPr>
        <p:txBody>
          <a:bodyPr lIns="91440" tIns="45720" rIns="91440" bIns="45720" anchor="ctr">
            <a:noAutofit/>
          </a:bodyPr>
          <a:p>
            <a:pPr indent="0" algn="ctr">
              <a:lnSpc>
                <a:spcPct val="90000"/>
              </a:lnSpc>
              <a:buNone/>
              <a:tabLst>
                <a:tab pos="0" algn="l"/>
              </a:tabLst>
            </a:pPr>
            <a:r>
              <a:rPr lang="es-ES" sz="4400" b="0" u="none" strike="noStrike">
                <a:solidFill>
                  <a:srgbClr val="FF0000"/>
                </a:solidFill>
                <a:effectLst/>
                <a:uFillTx/>
                <a:latin typeface="Calibri"/>
                <a:ea typeface="Calibri"/>
              </a:rPr>
              <a:t>Si los perceptrones resuelven problemas simples, </a:t>
            </a:r>
            <a:r>
              <a:rPr lang="es-ES" sz="4400" b="0" u="none" strike="noStrike">
                <a:solidFill>
                  <a:srgbClr val="FFFFFF"/>
                </a:solidFill>
                <a:effectLst/>
                <a:uFillTx/>
                <a:latin typeface="Calibri"/>
                <a:ea typeface="Calibri"/>
              </a:rPr>
              <a:t>¿qué están aportando?</a:t>
            </a:r>
            <a:endParaRPr lang="es-E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PlaceHolder 1"/>
          <p:cNvSpPr>
            <a:spLocks noGrp="1"/>
          </p:cNvSpPr>
          <p:nvPr>
            <p:ph type="title"/>
          </p:nvPr>
        </p:nvSpPr>
        <p:spPr>
          <a:xfrm>
            <a:off x="525240" y="443520"/>
            <a:ext cx="10556640" cy="712440"/>
          </a:xfrm>
          <a:prstGeom prst="rect">
            <a:avLst/>
          </a:prstGeom>
          <a:noFill/>
          <a:ln w="0">
            <a:noFill/>
          </a:ln>
        </p:spPr>
        <p:txBody>
          <a:bodyPr lIns="91440" tIns="45720" rIns="91440" bIns="45720" anchor="t">
            <a:noAutofit/>
          </a:bodyPr>
          <a:p>
            <a:pPr indent="0" algn="l">
              <a:lnSpc>
                <a:spcPct val="90000"/>
              </a:lnSpc>
              <a:buNone/>
              <a:tabLst>
                <a:tab pos="0" algn="l"/>
              </a:tabLst>
            </a:pPr>
            <a:r>
              <a:rPr lang="es-ES" sz="4400" b="0" u="none" strike="noStrike">
                <a:solidFill>
                  <a:srgbClr val="FF0000"/>
                </a:solidFill>
                <a:effectLst/>
                <a:uFillTx/>
                <a:latin typeface="Calibri"/>
                <a:ea typeface="Calibri"/>
              </a:rPr>
              <a:t>ANN (Redes Neuronales Artificiales)</a:t>
            </a:r>
            <a:endParaRPr lang="es-ES" sz="4400" b="0" u="none" strike="noStrike">
              <a:solidFill>
                <a:srgbClr val="000000"/>
              </a:solidFill>
              <a:effectLst/>
              <a:uFillTx/>
              <a:latin typeface="Arial"/>
            </a:endParaRPr>
          </a:p>
        </p:txBody>
      </p:sp>
      <p:sp>
        <p:nvSpPr>
          <p:cNvPr id="169" name="Google Shape;278;ga264c5d9f9_0_14"/>
          <p:cNvSpPr/>
          <p:nvPr/>
        </p:nvSpPr>
        <p:spPr>
          <a:xfrm>
            <a:off x="547200" y="1545480"/>
            <a:ext cx="10891440" cy="2585160"/>
          </a:xfrm>
          <a:prstGeom prst="rect">
            <a:avLst/>
          </a:prstGeom>
          <a:noFill/>
          <a:ln w="0">
            <a:noFill/>
          </a:ln>
        </p:spPr>
        <p:style>
          <a:lnRef idx="0"/>
          <a:fillRef idx="0"/>
          <a:effectRef idx="0"/>
          <a:fontRef idx="minor"/>
        </p:style>
        <p:txBody>
          <a:bodyPr anchor="t">
            <a:noAutofit/>
          </a:bodyPr>
          <a:p>
            <a:pPr>
              <a:lnSpc>
                <a:spcPct val="100000"/>
              </a:lnSpc>
              <a:tabLst>
                <a:tab pos="0" algn="l"/>
              </a:tabLst>
            </a:pPr>
            <a:r>
              <a:rPr lang="es-ES" sz="1600" b="0" u="none" strike="noStrike">
                <a:solidFill>
                  <a:schemeClr val="lt1"/>
                </a:solidFill>
                <a:effectLst/>
                <a:uFillTx/>
                <a:latin typeface="Calibri"/>
                <a:ea typeface="Calibri"/>
              </a:rPr>
              <a:t>Agregación de neuronas en capas, de tal manera que los outputs de una capa son los inputs de la siguiente. Cada conjunto de neuronas se va entrenando y especializando en resolver partes del problema, como a solventar una puerta XOR.</a:t>
            </a:r>
            <a:endParaRPr lang="es-ES" sz="1600" b="0" u="none" strike="noStrike">
              <a:solidFill>
                <a:srgbClr val="FFFFFF"/>
              </a:solidFill>
              <a:effectLst/>
              <a:uFillTx/>
              <a:latin typeface="Arial"/>
            </a:endParaRPr>
          </a:p>
          <a:p>
            <a:pPr>
              <a:lnSpc>
                <a:spcPct val="100000"/>
              </a:lnSpc>
              <a:tabLst>
                <a:tab pos="0" algn="l"/>
              </a:tabLst>
            </a:pPr>
            <a:endParaRPr lang="es-ES" sz="1600" b="0" u="none" strike="noStrike">
              <a:solidFill>
                <a:srgbClr val="FFFFFF"/>
              </a:solidFill>
              <a:effectLst/>
              <a:uFillTx/>
              <a:latin typeface="Arial"/>
            </a:endParaRPr>
          </a:p>
          <a:p>
            <a:pPr>
              <a:lnSpc>
                <a:spcPct val="100000"/>
              </a:lnSpc>
              <a:tabLst>
                <a:tab pos="0" algn="l"/>
              </a:tabLst>
            </a:pPr>
            <a:r>
              <a:rPr lang="es-ES" sz="1600" b="0" u="none" strike="noStrike">
                <a:solidFill>
                  <a:schemeClr val="lt1"/>
                </a:solidFill>
                <a:effectLst/>
                <a:uFillTx/>
                <a:latin typeface="Calibri"/>
                <a:ea typeface="Calibri"/>
              </a:rPr>
              <a:t>Algoritmos de entrada/salida, que simulan el comportamiento del cerebro humano. Se utilizan una serie de neuronas artificiales o nodos para solucionar problemas.</a:t>
            </a:r>
            <a:endParaRPr lang="es-ES" sz="1600" b="0" u="none" strike="noStrike">
              <a:solidFill>
                <a:srgbClr val="FFFFFF"/>
              </a:solidFill>
              <a:effectLst/>
              <a:uFillTx/>
              <a:latin typeface="Arial"/>
            </a:endParaRPr>
          </a:p>
          <a:p>
            <a:pPr>
              <a:lnSpc>
                <a:spcPct val="100000"/>
              </a:lnSpc>
              <a:tabLst>
                <a:tab pos="0" algn="l"/>
              </a:tabLst>
            </a:pPr>
            <a:endParaRPr lang="es-ES" sz="1600" b="0" u="none" strike="noStrike">
              <a:solidFill>
                <a:srgbClr val="FFFFFF"/>
              </a:solidFill>
              <a:effectLst/>
              <a:uFillTx/>
              <a:latin typeface="Arial"/>
            </a:endParaRPr>
          </a:p>
          <a:p>
            <a:pPr>
              <a:lnSpc>
                <a:spcPct val="100000"/>
              </a:lnSpc>
              <a:tabLst>
                <a:tab pos="0" algn="l"/>
              </a:tabLst>
            </a:pPr>
            <a:r>
              <a:rPr lang="es-ES" sz="1600" b="0" u="none" strike="noStrike">
                <a:solidFill>
                  <a:schemeClr val="lt1"/>
                </a:solidFill>
                <a:effectLst/>
                <a:uFillTx/>
                <a:latin typeface="Calibri"/>
                <a:ea typeface="Calibri"/>
              </a:rPr>
              <a:t>Son algoritmos de caja negra</a:t>
            </a:r>
            <a:endParaRPr lang="es-ES" sz="1600" b="0" u="none" strike="noStrike">
              <a:solidFill>
                <a:srgbClr val="FFFFFF"/>
              </a:solidFill>
              <a:effectLst/>
              <a:uFillTx/>
              <a:latin typeface="Arial"/>
            </a:endParaRPr>
          </a:p>
        </p:txBody>
      </p:sp>
      <p:pic>
        <p:nvPicPr>
          <p:cNvPr id="170" name="Google Shape;279;ga264c5d9f9_0_14"/>
          <p:cNvPicPr/>
          <p:nvPr/>
        </p:nvPicPr>
        <p:blipFill>
          <a:blip r:embed="rId1"/>
          <a:stretch/>
        </p:blipFill>
        <p:spPr>
          <a:xfrm>
            <a:off x="3238200" y="4089600"/>
            <a:ext cx="5715360" cy="2117880"/>
          </a:xfrm>
          <a:prstGeom prst="rect">
            <a:avLst/>
          </a:prstGeom>
          <a:noFill/>
          <a:ln w="0">
            <a:noFill/>
          </a:ln>
        </p:spPr>
      </p:pic>
      <p:sp>
        <p:nvSpPr>
          <p:cNvPr id="171" name="Google Shape;280;ga264c5d9f9_0_14"/>
          <p:cNvSpPr/>
          <p:nvPr/>
        </p:nvSpPr>
        <p:spPr>
          <a:xfrm>
            <a:off x="9230760" y="4089600"/>
            <a:ext cx="2642040" cy="1707480"/>
          </a:xfrm>
          <a:prstGeom prst="rect">
            <a:avLst/>
          </a:prstGeom>
          <a:noFill/>
          <a:ln w="0">
            <a:noFill/>
          </a:ln>
        </p:spPr>
        <p:style>
          <a:lnRef idx="0"/>
          <a:fillRef idx="0"/>
          <a:effectRef idx="0"/>
          <a:fontRef idx="minor"/>
        </p:style>
        <p:txBody>
          <a:bodyPr anchor="t">
            <a:noAutofit/>
          </a:bodyPr>
          <a:p>
            <a:pPr>
              <a:lnSpc>
                <a:spcPct val="100000"/>
              </a:lnSpc>
              <a:tabLst>
                <a:tab pos="0" algn="l"/>
              </a:tabLst>
            </a:pPr>
            <a:r>
              <a:rPr lang="es-ES" sz="1600" b="0" u="none" strike="noStrike">
                <a:solidFill>
                  <a:schemeClr val="lt1"/>
                </a:solidFill>
                <a:effectLst/>
                <a:uFillTx/>
                <a:latin typeface="Calibri"/>
                <a:ea typeface="Calibri"/>
              </a:rPr>
              <a:t>MLP</a:t>
            </a:r>
            <a:endParaRPr lang="es-ES" sz="1600" b="0" u="none" strike="noStrike">
              <a:solidFill>
                <a:srgbClr val="FFFFFF"/>
              </a:solidFill>
              <a:effectLst/>
              <a:uFillTx/>
              <a:latin typeface="Arial"/>
            </a:endParaRPr>
          </a:p>
          <a:p>
            <a:pPr>
              <a:lnSpc>
                <a:spcPct val="100000"/>
              </a:lnSpc>
              <a:tabLst>
                <a:tab pos="0" algn="l"/>
              </a:tabLst>
            </a:pPr>
            <a:r>
              <a:rPr lang="es-ES" sz="1600" b="0" u="none" strike="noStrike">
                <a:solidFill>
                  <a:schemeClr val="lt1"/>
                </a:solidFill>
                <a:effectLst/>
                <a:uFillTx/>
                <a:latin typeface="Calibri"/>
                <a:ea typeface="Calibri"/>
              </a:rPr>
              <a:t>MultiLayer Perceptron</a:t>
            </a:r>
            <a:endParaRPr lang="es-ES" sz="16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PlaceHolder 1"/>
          <p:cNvSpPr>
            <a:spLocks noGrp="1"/>
          </p:cNvSpPr>
          <p:nvPr>
            <p:ph type="title"/>
          </p:nvPr>
        </p:nvSpPr>
        <p:spPr>
          <a:xfrm>
            <a:off x="525240" y="443520"/>
            <a:ext cx="10556640" cy="712440"/>
          </a:xfrm>
          <a:prstGeom prst="rect">
            <a:avLst/>
          </a:prstGeom>
          <a:noFill/>
          <a:ln w="0">
            <a:noFill/>
          </a:ln>
        </p:spPr>
        <p:txBody>
          <a:bodyPr lIns="91440" tIns="45720" rIns="91440" bIns="45720" anchor="t">
            <a:noAutofit/>
          </a:bodyPr>
          <a:p>
            <a:pPr indent="0" algn="l">
              <a:lnSpc>
                <a:spcPct val="90000"/>
              </a:lnSpc>
              <a:buNone/>
              <a:tabLst>
                <a:tab pos="0" algn="l"/>
              </a:tabLst>
            </a:pPr>
            <a:r>
              <a:rPr lang="es-ES" sz="4400" b="0" u="none" strike="noStrike">
                <a:solidFill>
                  <a:srgbClr val="FF0000"/>
                </a:solidFill>
                <a:effectLst/>
                <a:uFillTx/>
                <a:latin typeface="Calibri"/>
                <a:ea typeface="Calibri"/>
              </a:rPr>
              <a:t>Componentes MLP</a:t>
            </a:r>
            <a:endParaRPr lang="es-ES" sz="4400" b="0" u="none" strike="noStrike">
              <a:solidFill>
                <a:srgbClr val="000000"/>
              </a:solidFill>
              <a:effectLst/>
              <a:uFillTx/>
              <a:latin typeface="Arial"/>
            </a:endParaRPr>
          </a:p>
        </p:txBody>
      </p:sp>
      <p:sp>
        <p:nvSpPr>
          <p:cNvPr id="173" name="Google Shape;287;ga264c5d9f9_0_236"/>
          <p:cNvSpPr/>
          <p:nvPr/>
        </p:nvSpPr>
        <p:spPr>
          <a:xfrm>
            <a:off x="547200" y="1545480"/>
            <a:ext cx="10891440" cy="2585160"/>
          </a:xfrm>
          <a:prstGeom prst="rect">
            <a:avLst/>
          </a:prstGeom>
          <a:noFill/>
          <a:ln w="0">
            <a:noFill/>
          </a:ln>
        </p:spPr>
        <p:style>
          <a:lnRef idx="0"/>
          <a:fillRef idx="0"/>
          <a:effectRef idx="0"/>
          <a:fontRef idx="minor"/>
        </p:style>
        <p:txBody>
          <a:bodyPr anchor="t">
            <a:noAutofit/>
          </a:bodyPr>
          <a:p>
            <a:pPr marL="457200" indent="-330120">
              <a:lnSpc>
                <a:spcPct val="100000"/>
              </a:lnSpc>
              <a:buClr>
                <a:srgbClr val="FFFFFF"/>
              </a:buClr>
              <a:buFont typeface="Calibri"/>
              <a:buAutoNum type="arabicPeriod"/>
            </a:pPr>
            <a:r>
              <a:rPr lang="es-ES" sz="1600" b="1" u="none" strike="noStrike">
                <a:solidFill>
                  <a:schemeClr val="lt1"/>
                </a:solidFill>
                <a:effectLst/>
                <a:uFillTx/>
                <a:latin typeface="Calibri"/>
                <a:ea typeface="Calibri"/>
              </a:rPr>
              <a:t>Input layer</a:t>
            </a:r>
            <a:r>
              <a:rPr lang="es-ES" sz="1600" b="0" u="none" strike="noStrike">
                <a:solidFill>
                  <a:schemeClr val="lt1"/>
                </a:solidFill>
                <a:effectLst/>
                <a:uFillTx/>
                <a:latin typeface="Calibri"/>
                <a:ea typeface="Calibri"/>
              </a:rPr>
              <a:t>: NO tienen capa de activación. Cada nodo de entrada es una feature.</a:t>
            </a:r>
            <a:endParaRPr lang="es-ES" sz="1600" b="0" u="none" strike="noStrike">
              <a:solidFill>
                <a:srgbClr val="FFFFFF"/>
              </a:solidFill>
              <a:effectLst/>
              <a:uFillTx/>
              <a:latin typeface="Arial"/>
            </a:endParaRPr>
          </a:p>
          <a:p>
            <a:pPr marL="457200" indent="-330120">
              <a:lnSpc>
                <a:spcPct val="100000"/>
              </a:lnSpc>
              <a:buClr>
                <a:srgbClr val="FFFFFF"/>
              </a:buClr>
              <a:buFont typeface="Calibri"/>
              <a:buAutoNum type="arabicPeriod"/>
            </a:pPr>
            <a:r>
              <a:rPr lang="es-ES" sz="1600" b="1" u="none" strike="noStrike">
                <a:solidFill>
                  <a:schemeClr val="lt1"/>
                </a:solidFill>
                <a:effectLst/>
                <a:uFillTx/>
                <a:latin typeface="Calibri"/>
                <a:ea typeface="Calibri"/>
              </a:rPr>
              <a:t>Hidden layers</a:t>
            </a:r>
            <a:r>
              <a:rPr lang="es-ES" sz="1600" b="0" u="none" strike="noStrike">
                <a:solidFill>
                  <a:schemeClr val="lt1"/>
                </a:solidFill>
                <a:effectLst/>
                <a:uFillTx/>
                <a:latin typeface="Calibri"/>
                <a:ea typeface="Calibri"/>
              </a:rPr>
              <a:t>: capas intermedias. Puede ser una o varias. Tienen función de activación y término bias. Con una capa se suele llamar MLP y si tiene múltiples </a:t>
            </a:r>
            <a:r>
              <a:rPr lang="es-ES" sz="1600" b="1" u="none" strike="noStrike">
                <a:solidFill>
                  <a:schemeClr val="lt1"/>
                </a:solidFill>
                <a:effectLst/>
                <a:uFillTx/>
                <a:latin typeface="Calibri"/>
                <a:ea typeface="Calibri"/>
              </a:rPr>
              <a:t>Deep Neural Network.</a:t>
            </a:r>
            <a:endParaRPr lang="es-ES" sz="1600" b="0" u="none" strike="noStrike">
              <a:solidFill>
                <a:srgbClr val="FFFFFF"/>
              </a:solidFill>
              <a:effectLst/>
              <a:uFillTx/>
              <a:latin typeface="Arial"/>
            </a:endParaRPr>
          </a:p>
          <a:p>
            <a:pPr marL="457200" indent="-330120">
              <a:lnSpc>
                <a:spcPct val="100000"/>
              </a:lnSpc>
              <a:buClr>
                <a:srgbClr val="FFFFFF"/>
              </a:buClr>
              <a:buFont typeface="Calibri"/>
              <a:buAutoNum type="arabicPeriod"/>
            </a:pPr>
            <a:r>
              <a:rPr lang="es-ES" sz="1600" b="1" u="none" strike="noStrike">
                <a:solidFill>
                  <a:schemeClr val="lt1"/>
                </a:solidFill>
                <a:effectLst/>
                <a:uFillTx/>
                <a:latin typeface="Calibri"/>
                <a:ea typeface="Calibri"/>
              </a:rPr>
              <a:t>Output layer</a:t>
            </a:r>
            <a:r>
              <a:rPr lang="es-ES" sz="1600" b="0" u="none" strike="noStrike">
                <a:solidFill>
                  <a:schemeClr val="lt1"/>
                </a:solidFill>
                <a:effectLst/>
                <a:uFillTx/>
                <a:latin typeface="Calibri"/>
                <a:ea typeface="Calibri"/>
              </a:rPr>
              <a:t>: posibles salidas de una red neuronal.</a:t>
            </a:r>
            <a:endParaRPr lang="es-ES" sz="1600" b="0" u="none" strike="noStrike">
              <a:solidFill>
                <a:srgbClr val="FFFFFF"/>
              </a:solidFill>
              <a:effectLst/>
              <a:uFillTx/>
              <a:latin typeface="Arial"/>
            </a:endParaRPr>
          </a:p>
          <a:p>
            <a:pPr marL="914400" lvl="1" indent="-330120">
              <a:lnSpc>
                <a:spcPct val="100000"/>
              </a:lnSpc>
              <a:buClr>
                <a:srgbClr val="FFFFFF"/>
              </a:buClr>
              <a:buFont typeface="Calibri"/>
              <a:buAutoNum type="alphaLcPeriod"/>
            </a:pPr>
            <a:r>
              <a:rPr lang="es-ES" sz="1600" b="0" u="none" strike="noStrike">
                <a:solidFill>
                  <a:schemeClr val="lt1"/>
                </a:solidFill>
                <a:effectLst/>
                <a:uFillTx/>
                <a:latin typeface="Calibri"/>
                <a:ea typeface="Calibri"/>
              </a:rPr>
              <a:t>Una neurona: clasificación binaria o regresión</a:t>
            </a:r>
            <a:endParaRPr lang="es-ES" sz="1600" b="0" u="none" strike="noStrike">
              <a:solidFill>
                <a:srgbClr val="FFFFFF"/>
              </a:solidFill>
              <a:effectLst/>
              <a:uFillTx/>
              <a:latin typeface="Arial"/>
            </a:endParaRPr>
          </a:p>
          <a:p>
            <a:pPr marL="914400" lvl="1" indent="-330120">
              <a:lnSpc>
                <a:spcPct val="100000"/>
              </a:lnSpc>
              <a:buClr>
                <a:srgbClr val="FFFFFF"/>
              </a:buClr>
              <a:buFont typeface="Calibri"/>
              <a:buAutoNum type="alphaLcPeriod"/>
            </a:pPr>
            <a:r>
              <a:rPr lang="es-ES" sz="1600" b="0" u="none" strike="noStrike">
                <a:solidFill>
                  <a:schemeClr val="lt1"/>
                </a:solidFill>
                <a:effectLst/>
                <a:uFillTx/>
                <a:latin typeface="Calibri"/>
                <a:ea typeface="Calibri"/>
              </a:rPr>
              <a:t>Varias neuronas: clasificación multiclase. Tantas neuronas como clases.</a:t>
            </a:r>
            <a:endParaRPr lang="es-ES" sz="1600" b="0" u="none" strike="noStrike">
              <a:solidFill>
                <a:srgbClr val="FFFFFF"/>
              </a:solidFill>
              <a:effectLst/>
              <a:uFillTx/>
              <a:latin typeface="Arial"/>
            </a:endParaRPr>
          </a:p>
        </p:txBody>
      </p:sp>
      <p:pic>
        <p:nvPicPr>
          <p:cNvPr id="174" name="Google Shape;288;ga264c5d9f9_0_236"/>
          <p:cNvPicPr/>
          <p:nvPr/>
        </p:nvPicPr>
        <p:blipFill>
          <a:blip r:embed="rId1"/>
          <a:stretch/>
        </p:blipFill>
        <p:spPr>
          <a:xfrm>
            <a:off x="4063680" y="3353040"/>
            <a:ext cx="3723840" cy="2948040"/>
          </a:xfrm>
          <a:prstGeom prst="rect">
            <a:avLst/>
          </a:prstGeom>
          <a:noFill/>
          <a:ln w="0">
            <a:noFill/>
          </a:ln>
        </p:spPr>
      </p:pic>
      <p:sp>
        <p:nvSpPr>
          <p:cNvPr id="175" name="Google Shape;289;ga264c5d9f9_0_236"/>
          <p:cNvSpPr/>
          <p:nvPr/>
        </p:nvSpPr>
        <p:spPr>
          <a:xfrm>
            <a:off x="2633760" y="5771520"/>
            <a:ext cx="7240320" cy="486720"/>
          </a:xfrm>
          <a:prstGeom prst="rightArrow">
            <a:avLst>
              <a:gd name="adj1" fmla="val 50000"/>
              <a:gd name="adj2" fmla="val 50000"/>
            </a:avLst>
          </a:prstGeom>
          <a:solidFill>
            <a:schemeClr val="lt2"/>
          </a:solidFill>
          <a:ln w="9525">
            <a:solidFill>
              <a:srgbClr val="44546A"/>
            </a:solidFill>
            <a:round/>
          </a:ln>
        </p:spPr>
        <p:style>
          <a:lnRef idx="0"/>
          <a:fillRef idx="0"/>
          <a:effectRef idx="0"/>
          <a:fontRef idx="minor"/>
        </p:style>
        <p:txBody>
          <a:bodyPr tIns="91440" bIns="91440" anchor="ctr">
            <a:noAutofit/>
          </a:bodyPr>
          <a:p>
            <a:pPr>
              <a:lnSpc>
                <a:spcPct val="100000"/>
              </a:lnSpc>
              <a:tabLst>
                <a:tab pos="0" algn="l"/>
              </a:tabLst>
            </a:pPr>
            <a:r>
              <a:rPr lang="es-ES" sz="1400" b="0" u="none" strike="noStrike">
                <a:solidFill>
                  <a:srgbClr val="000000"/>
                </a:solidFill>
                <a:effectLst/>
                <a:uFillTx/>
                <a:latin typeface="Arial"/>
                <a:ea typeface="Arial"/>
              </a:rPr>
              <a:t>Forward Propagation</a:t>
            </a:r>
            <a:endParaRPr lang="es-E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Google Shape;295;ga264c5d9f9_0_224"/>
          <p:cNvSpPr/>
          <p:nvPr/>
        </p:nvSpPr>
        <p:spPr>
          <a:xfrm>
            <a:off x="521280" y="462960"/>
            <a:ext cx="10515240" cy="1325520"/>
          </a:xfrm>
          <a:prstGeom prst="rect">
            <a:avLst/>
          </a:prstGeom>
          <a:noFill/>
          <a:ln w="0">
            <a:noFill/>
          </a:ln>
        </p:spPr>
        <p:style>
          <a:lnRef idx="0"/>
          <a:fillRef idx="0"/>
          <a:effectRef idx="0"/>
          <a:fontRef idx="minor"/>
        </p:style>
        <p:txBody>
          <a:bodyPr anchor="ctr">
            <a:noAutofit/>
          </a:bodyPr>
          <a:p>
            <a:pPr algn="ctr">
              <a:lnSpc>
                <a:spcPct val="90000"/>
              </a:lnSpc>
              <a:tabLst>
                <a:tab pos="0" algn="l"/>
              </a:tabLst>
            </a:pPr>
            <a:r>
              <a:rPr lang="es-ES" sz="2800" b="0" u="none" strike="noStrike">
                <a:solidFill>
                  <a:srgbClr val="FFFFFF"/>
                </a:solidFill>
                <a:effectLst/>
                <a:uFillTx/>
                <a:latin typeface="Calibri"/>
                <a:ea typeface="Calibri"/>
              </a:rPr>
              <a:t>Deep Learning, Artificial Neural Network, Perceptron, MultiLayer Perceptron...</a:t>
            </a:r>
            <a:br>
              <a:rPr sz="4400"/>
            </a:br>
            <a:r>
              <a:rPr lang="es-ES" sz="4400" b="0" u="none" strike="noStrike">
                <a:solidFill>
                  <a:srgbClr val="FFFFFF"/>
                </a:solidFill>
                <a:effectLst/>
                <a:uFillTx/>
                <a:latin typeface="Calibri"/>
                <a:ea typeface="Calibri"/>
              </a:rPr>
              <a:t>¿Quién es quién?</a:t>
            </a:r>
            <a:endParaRPr lang="es-ES" sz="4400" b="0" u="none" strike="noStrike">
              <a:solidFill>
                <a:srgbClr val="FFFFFF"/>
              </a:solidFill>
              <a:effectLst/>
              <a:uFillTx/>
              <a:latin typeface="Arial"/>
            </a:endParaRPr>
          </a:p>
        </p:txBody>
      </p:sp>
      <p:pic>
        <p:nvPicPr>
          <p:cNvPr id="177" name="Google Shape;296;ga264c5d9f9_0_224" descr="Cómo ganar casi siempre al 'Guess who?' según las matemáticas"/>
          <p:cNvPicPr/>
          <p:nvPr/>
        </p:nvPicPr>
        <p:blipFill>
          <a:blip r:embed="rId1"/>
          <a:stretch/>
        </p:blipFill>
        <p:spPr>
          <a:xfrm>
            <a:off x="2889360" y="2012400"/>
            <a:ext cx="5779800" cy="4057200"/>
          </a:xfrm>
          <a:prstGeom prst="rect">
            <a:avLst/>
          </a:prstGeom>
          <a:noFill/>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
          <p:cNvSpPr>
            <a:spLocks noGrp="1"/>
          </p:cNvSpPr>
          <p:nvPr>
            <p:ph type="title"/>
          </p:nvPr>
        </p:nvSpPr>
        <p:spPr>
          <a:xfrm>
            <a:off x="525240" y="443520"/>
            <a:ext cx="10556640" cy="712440"/>
          </a:xfrm>
          <a:prstGeom prst="rect">
            <a:avLst/>
          </a:prstGeom>
          <a:noFill/>
          <a:ln w="0">
            <a:noFill/>
          </a:ln>
        </p:spPr>
        <p:txBody>
          <a:bodyPr lIns="91440" tIns="45720" rIns="91440" bIns="45720" anchor="t">
            <a:noAutofit/>
          </a:bodyPr>
          <a:p>
            <a:pPr indent="0" algn="l">
              <a:lnSpc>
                <a:spcPct val="90000"/>
              </a:lnSpc>
              <a:buNone/>
              <a:tabLst>
                <a:tab pos="0" algn="l"/>
              </a:tabLst>
            </a:pPr>
            <a:r>
              <a:rPr lang="es-ES" sz="4400" b="0" u="none" strike="noStrike">
                <a:solidFill>
                  <a:srgbClr val="FF0000"/>
                </a:solidFill>
                <a:effectLst/>
                <a:uFillTx/>
                <a:latin typeface="Calibri"/>
                <a:ea typeface="Calibri"/>
              </a:rPr>
              <a:t>Algunos conceptos</a:t>
            </a:r>
            <a:endParaRPr lang="es-ES" sz="4400" b="0" u="none" strike="noStrike">
              <a:solidFill>
                <a:srgbClr val="000000"/>
              </a:solidFill>
              <a:effectLst/>
              <a:uFillTx/>
              <a:latin typeface="Arial"/>
            </a:endParaRPr>
          </a:p>
        </p:txBody>
      </p:sp>
      <p:sp>
        <p:nvSpPr>
          <p:cNvPr id="179" name="Google Shape;303;ga264c5d9f9_0_217"/>
          <p:cNvSpPr/>
          <p:nvPr/>
        </p:nvSpPr>
        <p:spPr>
          <a:xfrm>
            <a:off x="547200" y="1545480"/>
            <a:ext cx="10891440" cy="4599720"/>
          </a:xfrm>
          <a:prstGeom prst="rect">
            <a:avLst/>
          </a:prstGeom>
          <a:noFill/>
          <a:ln w="0">
            <a:noFill/>
          </a:ln>
        </p:spPr>
        <p:style>
          <a:lnRef idx="0"/>
          <a:fillRef idx="0"/>
          <a:effectRef idx="0"/>
          <a:fontRef idx="minor"/>
        </p:style>
        <p:txBody>
          <a:bodyPr anchor="t">
            <a:noAutofit/>
          </a:bodyPr>
          <a:p>
            <a:pPr>
              <a:lnSpc>
                <a:spcPct val="100000"/>
              </a:lnSpc>
              <a:tabLst>
                <a:tab pos="0" algn="l"/>
              </a:tabLst>
            </a:pPr>
            <a:r>
              <a:rPr lang="es-ES" sz="1500" b="1" u="none" strike="noStrike">
                <a:solidFill>
                  <a:schemeClr val="lt1"/>
                </a:solidFill>
                <a:effectLst/>
                <a:uFillTx/>
                <a:latin typeface="Calibri"/>
                <a:ea typeface="Calibri"/>
              </a:rPr>
              <a:t>Neurona artificial</a:t>
            </a:r>
            <a:endParaRPr lang="es-ES" sz="1500" b="0" u="none" strike="noStrike">
              <a:solidFill>
                <a:srgbClr val="FFFFFF"/>
              </a:solidFill>
              <a:effectLst/>
              <a:uFillTx/>
              <a:latin typeface="Arial"/>
            </a:endParaRPr>
          </a:p>
          <a:p>
            <a:pPr>
              <a:lnSpc>
                <a:spcPct val="100000"/>
              </a:lnSpc>
              <a:tabLst>
                <a:tab pos="0" algn="l"/>
              </a:tabLst>
            </a:pPr>
            <a:r>
              <a:rPr lang="es-ES" sz="1300" b="0" u="none" strike="noStrike">
                <a:solidFill>
                  <a:schemeClr val="lt1"/>
                </a:solidFill>
                <a:effectLst/>
                <a:uFillTx/>
                <a:latin typeface="Calibri"/>
                <a:ea typeface="Calibri"/>
              </a:rPr>
              <a:t>Unidad lógica inspirada en el comportamiento de las neuronas cerebrales. Permite resolver problemas sencillos como una puerta lógica AND u OR.</a:t>
            </a:r>
            <a:endParaRPr lang="es-ES" sz="1300" b="0" u="none" strike="noStrike">
              <a:solidFill>
                <a:srgbClr val="FFFFFF"/>
              </a:solidFill>
              <a:effectLst/>
              <a:uFillTx/>
              <a:latin typeface="Arial"/>
            </a:endParaRPr>
          </a:p>
          <a:p>
            <a:pPr>
              <a:lnSpc>
                <a:spcPct val="100000"/>
              </a:lnSpc>
              <a:tabLst>
                <a:tab pos="0" algn="l"/>
              </a:tabLst>
            </a:pPr>
            <a:endParaRPr lang="es-ES" sz="1300" b="0" u="none" strike="noStrike">
              <a:solidFill>
                <a:srgbClr val="FFFFFF"/>
              </a:solidFill>
              <a:effectLst/>
              <a:uFillTx/>
              <a:latin typeface="Arial"/>
            </a:endParaRPr>
          </a:p>
          <a:p>
            <a:pPr>
              <a:lnSpc>
                <a:spcPct val="100000"/>
              </a:lnSpc>
              <a:tabLst>
                <a:tab pos="0" algn="l"/>
              </a:tabLst>
            </a:pPr>
            <a:r>
              <a:rPr lang="es-ES" sz="1500" b="1" u="none" strike="noStrike">
                <a:solidFill>
                  <a:schemeClr val="lt1"/>
                </a:solidFill>
                <a:effectLst/>
                <a:uFillTx/>
                <a:latin typeface="Calibri"/>
                <a:ea typeface="Calibri"/>
              </a:rPr>
              <a:t>Perceptrón</a:t>
            </a:r>
            <a:endParaRPr lang="es-ES" sz="1500" b="0" u="none" strike="noStrike">
              <a:solidFill>
                <a:srgbClr val="FFFFFF"/>
              </a:solidFill>
              <a:effectLst/>
              <a:uFillTx/>
              <a:latin typeface="Arial"/>
            </a:endParaRPr>
          </a:p>
          <a:p>
            <a:pPr>
              <a:lnSpc>
                <a:spcPct val="100000"/>
              </a:lnSpc>
              <a:tabLst>
                <a:tab pos="0" algn="l"/>
              </a:tabLst>
            </a:pPr>
            <a:r>
              <a:rPr lang="es-ES" sz="1300" b="0" u="none" strike="noStrike">
                <a:solidFill>
                  <a:schemeClr val="lt1"/>
                </a:solidFill>
                <a:effectLst/>
                <a:uFillTx/>
                <a:latin typeface="Calibri"/>
                <a:ea typeface="Calibri"/>
              </a:rPr>
              <a:t>La red neuronal artificial más simple. Emplea una neurona artificial para resolver problemas de clasificación y regresión. El perceptrón entrena con los datos de entrada como cualquier algoritmo de machine learning, intentando minimizar sus errores.</a:t>
            </a:r>
            <a:endParaRPr lang="es-ES" sz="1300" b="0" u="none" strike="noStrike">
              <a:solidFill>
                <a:srgbClr val="FFFFFF"/>
              </a:solidFill>
              <a:effectLst/>
              <a:uFillTx/>
              <a:latin typeface="Arial"/>
            </a:endParaRPr>
          </a:p>
          <a:p>
            <a:pPr>
              <a:lnSpc>
                <a:spcPct val="100000"/>
              </a:lnSpc>
              <a:tabLst>
                <a:tab pos="0" algn="l"/>
              </a:tabLst>
            </a:pPr>
            <a:endParaRPr lang="es-ES" sz="1300" b="0" u="none" strike="noStrike">
              <a:solidFill>
                <a:srgbClr val="FFFFFF"/>
              </a:solidFill>
              <a:effectLst/>
              <a:uFillTx/>
              <a:latin typeface="Arial"/>
            </a:endParaRPr>
          </a:p>
          <a:p>
            <a:pPr>
              <a:lnSpc>
                <a:spcPct val="100000"/>
              </a:lnSpc>
              <a:tabLst>
                <a:tab pos="0" algn="l"/>
              </a:tabLst>
            </a:pPr>
            <a:r>
              <a:rPr lang="es-ES" sz="1500" b="1" u="none" strike="noStrike">
                <a:solidFill>
                  <a:schemeClr val="lt1"/>
                </a:solidFill>
                <a:effectLst/>
                <a:uFillTx/>
                <a:latin typeface="Calibri"/>
                <a:ea typeface="Calibri"/>
              </a:rPr>
              <a:t>ANN - Red Neuronal Artificial</a:t>
            </a:r>
            <a:endParaRPr lang="es-ES" sz="1500" b="0" u="none" strike="noStrike">
              <a:solidFill>
                <a:srgbClr val="FFFFFF"/>
              </a:solidFill>
              <a:effectLst/>
              <a:uFillTx/>
              <a:latin typeface="Arial"/>
            </a:endParaRPr>
          </a:p>
          <a:p>
            <a:pPr>
              <a:lnSpc>
                <a:spcPct val="100000"/>
              </a:lnSpc>
              <a:tabLst>
                <a:tab pos="0" algn="l"/>
              </a:tabLst>
            </a:pPr>
            <a:r>
              <a:rPr lang="es-ES" sz="1300" b="0" u="none" strike="noStrike">
                <a:solidFill>
                  <a:schemeClr val="lt1"/>
                </a:solidFill>
                <a:effectLst/>
                <a:uFillTx/>
                <a:latin typeface="Calibri"/>
                <a:ea typeface="Calibri"/>
              </a:rPr>
              <a:t>Modelo matemático que simula la forma en que el cerebro responde a estímulos. Está compuesta de una o más neuronas artificiales. Se utiliza en problemas de clasificación o regresión. Un diagrama de red define las relaciones entre las señales de entrada (x) y salida (y).</a:t>
            </a:r>
            <a:endParaRPr lang="es-ES" sz="1300" b="0" u="none" strike="noStrike">
              <a:solidFill>
                <a:srgbClr val="FFFFFF"/>
              </a:solidFill>
              <a:effectLst/>
              <a:uFillTx/>
              <a:latin typeface="Arial"/>
            </a:endParaRPr>
          </a:p>
          <a:p>
            <a:pPr>
              <a:lnSpc>
                <a:spcPct val="100000"/>
              </a:lnSpc>
              <a:tabLst>
                <a:tab pos="0" algn="l"/>
              </a:tabLst>
            </a:pPr>
            <a:endParaRPr lang="es-ES" sz="1300" b="0" u="none" strike="noStrike">
              <a:solidFill>
                <a:srgbClr val="FFFFFF"/>
              </a:solidFill>
              <a:effectLst/>
              <a:uFillTx/>
              <a:latin typeface="Arial"/>
            </a:endParaRPr>
          </a:p>
          <a:p>
            <a:pPr>
              <a:lnSpc>
                <a:spcPct val="100000"/>
              </a:lnSpc>
              <a:tabLst>
                <a:tab pos="0" algn="l"/>
              </a:tabLst>
            </a:pPr>
            <a:r>
              <a:rPr lang="es-ES" sz="1500" b="1" u="none" strike="noStrike">
                <a:solidFill>
                  <a:schemeClr val="lt1"/>
                </a:solidFill>
                <a:effectLst/>
                <a:uFillTx/>
                <a:latin typeface="Calibri"/>
                <a:ea typeface="Calibri"/>
              </a:rPr>
              <a:t>MLP - MultiLayer Perceptron</a:t>
            </a:r>
            <a:endParaRPr lang="es-ES" sz="1500" b="0" u="none" strike="noStrike">
              <a:solidFill>
                <a:srgbClr val="FFFFFF"/>
              </a:solidFill>
              <a:effectLst/>
              <a:uFillTx/>
              <a:latin typeface="Arial"/>
            </a:endParaRPr>
          </a:p>
          <a:p>
            <a:pPr>
              <a:lnSpc>
                <a:spcPct val="100000"/>
              </a:lnSpc>
              <a:tabLst>
                <a:tab pos="0" algn="l"/>
              </a:tabLst>
            </a:pPr>
            <a:r>
              <a:rPr lang="es-ES" sz="1300" b="0" u="none" strike="noStrike">
                <a:solidFill>
                  <a:schemeClr val="lt1"/>
                </a:solidFill>
                <a:effectLst/>
                <a:uFillTx/>
                <a:latin typeface="Calibri"/>
                <a:ea typeface="Calibri"/>
              </a:rPr>
              <a:t>Se trata de una ANN compuesta por varias neuronas, pero en este caso se distribuyen en capas. Tiene una input layer, varias hidden layers y una output layer. Se suele denominar MLP a las redes neuronales con una sola hidden layer. También se les llama Shallow Neural Network.</a:t>
            </a:r>
            <a:endParaRPr lang="es-ES" sz="1300" b="0" u="none" strike="noStrike">
              <a:solidFill>
                <a:srgbClr val="FFFFFF"/>
              </a:solidFill>
              <a:effectLst/>
              <a:uFillTx/>
              <a:latin typeface="Arial"/>
            </a:endParaRPr>
          </a:p>
          <a:p>
            <a:pPr>
              <a:lnSpc>
                <a:spcPct val="100000"/>
              </a:lnSpc>
              <a:tabLst>
                <a:tab pos="0" algn="l"/>
              </a:tabLst>
            </a:pPr>
            <a:endParaRPr lang="es-ES" sz="1300" b="0" u="none" strike="noStrike">
              <a:solidFill>
                <a:srgbClr val="FFFFFF"/>
              </a:solidFill>
              <a:effectLst/>
              <a:uFillTx/>
              <a:latin typeface="Arial"/>
            </a:endParaRPr>
          </a:p>
          <a:p>
            <a:pPr>
              <a:lnSpc>
                <a:spcPct val="100000"/>
              </a:lnSpc>
              <a:tabLst>
                <a:tab pos="0" algn="l"/>
              </a:tabLst>
            </a:pPr>
            <a:r>
              <a:rPr lang="es-ES" sz="1500" b="1" u="none" strike="noStrike">
                <a:solidFill>
                  <a:schemeClr val="lt1"/>
                </a:solidFill>
                <a:effectLst/>
                <a:uFillTx/>
                <a:latin typeface="Calibri"/>
                <a:ea typeface="Calibri"/>
              </a:rPr>
              <a:t>Deep Neural Network</a:t>
            </a:r>
            <a:endParaRPr lang="es-ES" sz="1500" b="0" u="none" strike="noStrike">
              <a:solidFill>
                <a:srgbClr val="FFFFFF"/>
              </a:solidFill>
              <a:effectLst/>
              <a:uFillTx/>
              <a:latin typeface="Arial"/>
            </a:endParaRPr>
          </a:p>
          <a:p>
            <a:pPr>
              <a:lnSpc>
                <a:spcPct val="100000"/>
              </a:lnSpc>
              <a:tabLst>
                <a:tab pos="0" algn="l"/>
              </a:tabLst>
            </a:pPr>
            <a:r>
              <a:rPr lang="es-ES" sz="1300" b="0" u="none" strike="noStrike">
                <a:solidFill>
                  <a:schemeClr val="lt1"/>
                </a:solidFill>
                <a:effectLst/>
                <a:uFillTx/>
                <a:latin typeface="Calibri"/>
                <a:ea typeface="Calibri"/>
              </a:rPr>
              <a:t>Las redes con una única hidden layer se suelen denominar MLP, mientras que las que tienen varias hidden layers son Deep Neural networks.</a:t>
            </a:r>
            <a:endParaRPr lang="es-ES" sz="1300" b="0" u="none" strike="noStrike">
              <a:solidFill>
                <a:srgbClr val="FFFFFF"/>
              </a:solidFill>
              <a:effectLst/>
              <a:uFillTx/>
              <a:latin typeface="Arial"/>
            </a:endParaRPr>
          </a:p>
          <a:p>
            <a:pPr>
              <a:lnSpc>
                <a:spcPct val="100000"/>
              </a:lnSpc>
              <a:tabLst>
                <a:tab pos="0" algn="l"/>
              </a:tabLst>
            </a:pPr>
            <a:endParaRPr lang="es-ES" sz="1300" b="0" u="none" strike="noStrike">
              <a:solidFill>
                <a:srgbClr val="FFFFFF"/>
              </a:solidFill>
              <a:effectLst/>
              <a:uFillTx/>
              <a:latin typeface="Arial"/>
            </a:endParaRPr>
          </a:p>
          <a:p>
            <a:pPr>
              <a:lnSpc>
                <a:spcPct val="100000"/>
              </a:lnSpc>
              <a:tabLst>
                <a:tab pos="0" algn="l"/>
              </a:tabLst>
            </a:pPr>
            <a:r>
              <a:rPr lang="es-ES" sz="1500" b="1" u="none" strike="noStrike">
                <a:solidFill>
                  <a:schemeClr val="lt1"/>
                </a:solidFill>
                <a:effectLst/>
                <a:uFillTx/>
                <a:latin typeface="Calibri"/>
                <a:ea typeface="Calibri"/>
              </a:rPr>
              <a:t>Deep Learning</a:t>
            </a:r>
            <a:endParaRPr lang="es-ES" sz="1500" b="0" u="none" strike="noStrike">
              <a:solidFill>
                <a:srgbClr val="FFFFFF"/>
              </a:solidFill>
              <a:effectLst/>
              <a:uFillTx/>
              <a:latin typeface="Arial"/>
            </a:endParaRPr>
          </a:p>
          <a:p>
            <a:pPr>
              <a:lnSpc>
                <a:spcPct val="100000"/>
              </a:lnSpc>
              <a:tabLst>
                <a:tab pos="0" algn="l"/>
              </a:tabLst>
            </a:pPr>
            <a:r>
              <a:rPr lang="es-ES" sz="1300" b="0" u="none" strike="noStrike">
                <a:solidFill>
                  <a:schemeClr val="lt1"/>
                </a:solidFill>
                <a:effectLst/>
                <a:uFillTx/>
                <a:latin typeface="Calibri"/>
                <a:ea typeface="Calibri"/>
              </a:rPr>
              <a:t>Algoritmos de machine learning que utilizan redes neuronales para aprender patrones en los datos y resolver problemas complejos como tratamiento de imágenes o de sonido.</a:t>
            </a:r>
            <a:endParaRPr lang="es-ES"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 name="Google Shape;309;ga264c5d9f9_0_253"/>
          <p:cNvSpPr/>
          <p:nvPr/>
        </p:nvSpPr>
        <p:spPr>
          <a:xfrm>
            <a:off x="547200" y="1545480"/>
            <a:ext cx="10891440" cy="1484280"/>
          </a:xfrm>
          <a:prstGeom prst="rect">
            <a:avLst/>
          </a:prstGeom>
          <a:noFill/>
          <a:ln w="0">
            <a:noFill/>
          </a:ln>
        </p:spPr>
        <p:style>
          <a:lnRef idx="0"/>
          <a:fillRef idx="0"/>
          <a:effectRef idx="0"/>
          <a:fontRef idx="minor"/>
        </p:style>
        <p:txBody>
          <a:bodyPr anchor="t">
            <a:noAutofit/>
          </a:bodyPr>
          <a:p>
            <a:pPr>
              <a:lnSpc>
                <a:spcPct val="100000"/>
              </a:lnSpc>
              <a:tabLst>
                <a:tab pos="0" algn="l"/>
              </a:tabLst>
            </a:pPr>
            <a:r>
              <a:rPr lang="es-ES" sz="1300" b="0" u="none" strike="noStrike">
                <a:solidFill>
                  <a:schemeClr val="lt1"/>
                </a:solidFill>
                <a:effectLst/>
                <a:uFillTx/>
                <a:latin typeface="Calibri"/>
                <a:ea typeface="Calibri"/>
              </a:rPr>
              <a:t>Hasta ahora hemos usado la </a:t>
            </a:r>
            <a:r>
              <a:rPr lang="es-ES" sz="1300" b="0" i="1" u="none" strike="noStrike">
                <a:solidFill>
                  <a:schemeClr val="lt1"/>
                </a:solidFill>
                <a:effectLst/>
                <a:uFillTx/>
                <a:latin typeface="Calibri"/>
                <a:ea typeface="Calibri"/>
              </a:rPr>
              <a:t>step function</a:t>
            </a:r>
            <a:r>
              <a:rPr lang="es-ES" sz="1300" b="0" u="none" strike="noStrike">
                <a:solidFill>
                  <a:schemeClr val="lt1"/>
                </a:solidFill>
                <a:effectLst/>
                <a:uFillTx/>
                <a:latin typeface="Calibri"/>
                <a:ea typeface="Calibri"/>
              </a:rPr>
              <a:t> como función de activación, pero existen otras que permiten obtener un resultado contínuo. Permite a la red neuronal </a:t>
            </a:r>
            <a:r>
              <a:rPr lang="es-ES" sz="1300" b="1" u="none" strike="noStrike">
                <a:solidFill>
                  <a:schemeClr val="lt1"/>
                </a:solidFill>
                <a:effectLst/>
                <a:uFillTx/>
                <a:latin typeface="Calibri"/>
                <a:ea typeface="Calibri"/>
              </a:rPr>
              <a:t>aprender patrones no lineares </a:t>
            </a:r>
            <a:r>
              <a:rPr lang="es-ES" sz="1300" b="0" u="none" strike="noStrike">
                <a:solidFill>
                  <a:schemeClr val="lt1"/>
                </a:solidFill>
                <a:effectLst/>
                <a:uFillTx/>
                <a:latin typeface="Calibri"/>
                <a:ea typeface="Calibri"/>
              </a:rPr>
              <a:t>y adaptarse a problemas más complejos.</a:t>
            </a:r>
            <a:endParaRPr lang="es-ES" sz="1300" b="0" u="none" strike="noStrike">
              <a:solidFill>
                <a:srgbClr val="FFFFFF"/>
              </a:solidFill>
              <a:effectLst/>
              <a:uFillTx/>
              <a:latin typeface="Arial"/>
            </a:endParaRPr>
          </a:p>
          <a:p>
            <a:pPr>
              <a:lnSpc>
                <a:spcPct val="100000"/>
              </a:lnSpc>
              <a:tabLst>
                <a:tab pos="0" algn="l"/>
              </a:tabLst>
            </a:pPr>
            <a:endParaRPr lang="es-ES" sz="1300" b="0" u="none" strike="noStrike">
              <a:solidFill>
                <a:srgbClr val="FFFFFF"/>
              </a:solidFill>
              <a:effectLst/>
              <a:uFillTx/>
              <a:latin typeface="Arial"/>
            </a:endParaRPr>
          </a:p>
          <a:p>
            <a:pPr>
              <a:lnSpc>
                <a:spcPct val="100000"/>
              </a:lnSpc>
              <a:tabLst>
                <a:tab pos="0" algn="l"/>
              </a:tabLst>
            </a:pPr>
            <a:r>
              <a:rPr lang="es-ES" sz="1300" b="0" u="none" strike="noStrike">
                <a:solidFill>
                  <a:schemeClr val="lt1"/>
                </a:solidFill>
                <a:effectLst/>
                <a:uFillTx/>
                <a:latin typeface="Calibri"/>
                <a:ea typeface="Calibri"/>
              </a:rPr>
              <a:t>Dado que la </a:t>
            </a:r>
            <a:r>
              <a:rPr lang="es-ES" sz="1300" b="0" i="1" u="none" strike="noStrike">
                <a:solidFill>
                  <a:schemeClr val="lt1"/>
                </a:solidFill>
                <a:effectLst/>
                <a:uFillTx/>
                <a:latin typeface="Calibri"/>
                <a:ea typeface="Calibri"/>
              </a:rPr>
              <a:t>step function</a:t>
            </a:r>
            <a:r>
              <a:rPr lang="es-ES" sz="1300" b="0" u="none" strike="noStrike">
                <a:solidFill>
                  <a:schemeClr val="lt1"/>
                </a:solidFill>
                <a:effectLst/>
                <a:uFillTx/>
                <a:latin typeface="Calibri"/>
                <a:ea typeface="Calibri"/>
              </a:rPr>
              <a:t> no es derivable, hay que acudir a otras funciones de activación para poder recurrir en el entrenamiento a métodos como Gradient Descent.</a:t>
            </a:r>
            <a:endParaRPr lang="es-ES" sz="1300" b="0" u="none" strike="noStrike">
              <a:solidFill>
                <a:srgbClr val="FFFFFF"/>
              </a:solidFill>
              <a:effectLst/>
              <a:uFillTx/>
              <a:latin typeface="Arial"/>
            </a:endParaRPr>
          </a:p>
          <a:p>
            <a:pPr>
              <a:lnSpc>
                <a:spcPct val="100000"/>
              </a:lnSpc>
              <a:tabLst>
                <a:tab pos="0" algn="l"/>
              </a:tabLst>
            </a:pPr>
            <a:endParaRPr lang="es-ES" sz="1300" b="0" u="none" strike="noStrike">
              <a:solidFill>
                <a:srgbClr val="FFFFFF"/>
              </a:solidFill>
              <a:effectLst/>
              <a:uFillTx/>
              <a:latin typeface="Arial"/>
            </a:endParaRPr>
          </a:p>
          <a:p>
            <a:pPr>
              <a:lnSpc>
                <a:spcPct val="100000"/>
              </a:lnSpc>
              <a:tabLst>
                <a:tab pos="0" algn="l"/>
              </a:tabLst>
            </a:pPr>
            <a:r>
              <a:rPr lang="es-ES" sz="1300" b="0" u="none" strike="noStrike">
                <a:solidFill>
                  <a:schemeClr val="lt1"/>
                </a:solidFill>
                <a:effectLst/>
                <a:uFillTx/>
                <a:latin typeface="Calibri"/>
                <a:ea typeface="Calibri"/>
              </a:rPr>
              <a:t>La que más se suele utilizar es la ReLu (Rectified linear), a pesar de no ser derivable en 0. Computacionalmente es eficiente</a:t>
            </a:r>
            <a:endParaRPr lang="es-ES" sz="1300" b="0" u="none" strike="noStrike">
              <a:solidFill>
                <a:srgbClr val="FFFFFF"/>
              </a:solidFill>
              <a:effectLst/>
              <a:uFillTx/>
              <a:latin typeface="Arial"/>
            </a:endParaRPr>
          </a:p>
          <a:p>
            <a:pPr>
              <a:lnSpc>
                <a:spcPct val="100000"/>
              </a:lnSpc>
              <a:tabLst>
                <a:tab pos="0" algn="l"/>
              </a:tabLst>
            </a:pPr>
            <a:endParaRPr lang="es-ES" sz="1300" b="0" u="none" strike="noStrike">
              <a:solidFill>
                <a:srgbClr val="FFFFFF"/>
              </a:solidFill>
              <a:effectLst/>
              <a:uFillTx/>
              <a:latin typeface="Arial"/>
            </a:endParaRPr>
          </a:p>
        </p:txBody>
      </p:sp>
      <p:sp>
        <p:nvSpPr>
          <p:cNvPr id="181" name="PlaceHolder 1"/>
          <p:cNvSpPr>
            <a:spLocks noGrp="1"/>
          </p:cNvSpPr>
          <p:nvPr>
            <p:ph type="title"/>
          </p:nvPr>
        </p:nvSpPr>
        <p:spPr>
          <a:xfrm>
            <a:off x="525240" y="443520"/>
            <a:ext cx="10556640" cy="712440"/>
          </a:xfrm>
          <a:prstGeom prst="rect">
            <a:avLst/>
          </a:prstGeom>
          <a:noFill/>
          <a:ln w="0">
            <a:noFill/>
          </a:ln>
        </p:spPr>
        <p:txBody>
          <a:bodyPr lIns="91440" tIns="45720" rIns="91440" bIns="45720" anchor="t">
            <a:noAutofit/>
          </a:bodyPr>
          <a:p>
            <a:pPr indent="0" algn="l">
              <a:lnSpc>
                <a:spcPct val="90000"/>
              </a:lnSpc>
              <a:buNone/>
              <a:tabLst>
                <a:tab pos="0" algn="l"/>
              </a:tabLst>
            </a:pPr>
            <a:r>
              <a:rPr lang="es-ES" sz="4400" b="0" u="none" strike="noStrike">
                <a:solidFill>
                  <a:srgbClr val="FF0000"/>
                </a:solidFill>
                <a:effectLst/>
                <a:uFillTx/>
                <a:latin typeface="Calibri"/>
                <a:ea typeface="Calibri"/>
              </a:rPr>
              <a:t>Funciones de activación</a:t>
            </a:r>
            <a:endParaRPr lang="es-ES" sz="4400" b="0" u="none" strike="noStrike">
              <a:solidFill>
                <a:srgbClr val="000000"/>
              </a:solidFill>
              <a:effectLst/>
              <a:uFillTx/>
              <a:latin typeface="Arial"/>
            </a:endParaRPr>
          </a:p>
        </p:txBody>
      </p:sp>
      <p:pic>
        <p:nvPicPr>
          <p:cNvPr id="182" name="Google Shape;311;ga264c5d9f9_0_253"/>
          <p:cNvPicPr/>
          <p:nvPr/>
        </p:nvPicPr>
        <p:blipFill>
          <a:blip r:embed="rId1"/>
          <a:stretch/>
        </p:blipFill>
        <p:spPr>
          <a:xfrm>
            <a:off x="5554080" y="3389760"/>
            <a:ext cx="5578200" cy="2802960"/>
          </a:xfrm>
          <a:prstGeom prst="rect">
            <a:avLst/>
          </a:prstGeom>
          <a:noFill/>
          <a:ln w="0">
            <a:noFill/>
          </a:ln>
        </p:spPr>
      </p:pic>
      <p:pic>
        <p:nvPicPr>
          <p:cNvPr id="183" name="Google Shape;312;ga264c5d9f9_0_253"/>
          <p:cNvPicPr/>
          <p:nvPr/>
        </p:nvPicPr>
        <p:blipFill>
          <a:blip r:embed="rId2"/>
          <a:stretch/>
        </p:blipFill>
        <p:spPr>
          <a:xfrm>
            <a:off x="642600" y="4031280"/>
            <a:ext cx="4511520" cy="1326960"/>
          </a:xfrm>
          <a:prstGeom prst="rect">
            <a:avLst/>
          </a:prstGeom>
          <a:noFill/>
          <a:ln w="0">
            <a:noFill/>
          </a:ln>
        </p:spPr>
      </p:pic>
      <p:sp>
        <p:nvSpPr>
          <p:cNvPr id="184" name="Google Shape;313;ga264c5d9f9_0_253"/>
          <p:cNvSpPr/>
          <p:nvPr/>
        </p:nvSpPr>
        <p:spPr>
          <a:xfrm>
            <a:off x="608040" y="5761080"/>
            <a:ext cx="4111560" cy="540360"/>
          </a:xfrm>
          <a:prstGeom prst="rect">
            <a:avLst/>
          </a:prstGeom>
          <a:noFill/>
          <a:ln w="0">
            <a:noFill/>
          </a:ln>
        </p:spPr>
        <p:style>
          <a:lnRef idx="0"/>
          <a:fillRef idx="0"/>
          <a:effectRef idx="0"/>
          <a:fontRef idx="minor"/>
        </p:style>
        <p:txBody>
          <a:bodyPr anchor="t">
            <a:noAutofit/>
          </a:bodyPr>
          <a:p>
            <a:pPr>
              <a:lnSpc>
                <a:spcPct val="100000"/>
              </a:lnSpc>
              <a:tabLst>
                <a:tab pos="0" algn="l"/>
              </a:tabLst>
            </a:pPr>
            <a:r>
              <a:rPr lang="es-ES" sz="1300" b="0" u="sng" strike="noStrike">
                <a:solidFill>
                  <a:schemeClr val="hlink"/>
                </a:solidFill>
                <a:effectLst/>
                <a:uFillTx/>
                <a:latin typeface="Calibri"/>
                <a:ea typeface="Calibri"/>
                <a:hlinkClick r:id="rId3"/>
              </a:rPr>
              <a:t>Buen artículo de funciones de activación</a:t>
            </a:r>
            <a:endParaRPr lang="es-ES" sz="1300" b="0" u="none" strike="noStrike">
              <a:solidFill>
                <a:srgbClr val="FFFFFF"/>
              </a:solidFill>
              <a:effectLst/>
              <a:uFillTx/>
              <a:latin typeface="Arial"/>
            </a:endParaRPr>
          </a:p>
          <a:p>
            <a:pPr>
              <a:lnSpc>
                <a:spcPct val="100000"/>
              </a:lnSpc>
              <a:tabLst>
                <a:tab pos="0" algn="l"/>
              </a:tabLst>
            </a:pPr>
            <a:endParaRPr lang="es-ES"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Google Shape;309;ga264c5d9f9_0_253"/>
          <p:cNvSpPr/>
          <p:nvPr/>
        </p:nvSpPr>
        <p:spPr>
          <a:xfrm>
            <a:off x="547200" y="1545480"/>
            <a:ext cx="10891440" cy="4489200"/>
          </a:xfrm>
          <a:prstGeom prst="rect">
            <a:avLst/>
          </a:prstGeom>
          <a:noFill/>
          <a:ln w="0">
            <a:noFill/>
          </a:ln>
        </p:spPr>
        <p:style>
          <a:lnRef idx="0"/>
          <a:fillRef idx="0"/>
          <a:effectRef idx="0"/>
          <a:fontRef idx="minor"/>
        </p:style>
        <p:txBody>
          <a:bodyPr anchor="t">
            <a:noAutofit/>
          </a:bodyPr>
          <a:p>
            <a:pPr marL="285840" indent="-285840">
              <a:lnSpc>
                <a:spcPct val="100000"/>
              </a:lnSpc>
              <a:buClr>
                <a:srgbClr val="FFFFFF"/>
              </a:buClr>
              <a:buFont typeface="Arial"/>
              <a:buChar char="•"/>
            </a:pPr>
            <a:r>
              <a:rPr lang="es-ES" sz="2000" b="1" u="none" strike="noStrike">
                <a:solidFill>
                  <a:schemeClr val="lt1"/>
                </a:solidFill>
                <a:effectLst/>
                <a:uFillTx/>
                <a:latin typeface="Calibri"/>
                <a:ea typeface="Calibri"/>
              </a:rPr>
              <a:t>¿Función de activación de la entrada?</a:t>
            </a:r>
            <a:r>
              <a:rPr lang="es-ES" sz="2000" b="0" u="none" strike="noStrike">
                <a:solidFill>
                  <a:schemeClr val="lt1"/>
                </a:solidFill>
                <a:effectLst/>
                <a:uFillTx/>
                <a:latin typeface="Calibri"/>
                <a:ea typeface="Calibri"/>
              </a:rPr>
              <a:t> NO LLEVA</a:t>
            </a:r>
            <a:endParaRPr lang="es-ES" sz="2000" b="0" u="none" strike="noStrike">
              <a:solidFill>
                <a:srgbClr val="FFFFFF"/>
              </a:solidFill>
              <a:effectLst/>
              <a:uFillTx/>
              <a:latin typeface="Arial"/>
            </a:endParaRPr>
          </a:p>
          <a:p>
            <a:pPr marL="285840" indent="-285840">
              <a:lnSpc>
                <a:spcPct val="100000"/>
              </a:lnSpc>
              <a:buClr>
                <a:srgbClr val="FFFFFF"/>
              </a:buClr>
              <a:buFont typeface="Arial"/>
              <a:buChar char="•"/>
            </a:pPr>
            <a:r>
              <a:rPr lang="es-ES" sz="2000" b="1" u="none" strike="noStrike">
                <a:solidFill>
                  <a:schemeClr val="lt1"/>
                </a:solidFill>
                <a:effectLst/>
                <a:uFillTx/>
                <a:latin typeface="Calibri"/>
                <a:ea typeface="Calibri"/>
              </a:rPr>
              <a:t>¿Problema de regresión?</a:t>
            </a:r>
            <a:r>
              <a:rPr lang="es-ES" sz="2000" b="0" u="none" strike="noStrike">
                <a:solidFill>
                  <a:schemeClr val="lt1"/>
                </a:solidFill>
                <a:effectLst/>
                <a:uFillTx/>
                <a:latin typeface="Calibri"/>
                <a:ea typeface="Calibri"/>
              </a:rPr>
              <a:t> Función de activación lineal, como ReLu o Leaky Relu</a:t>
            </a:r>
            <a:endParaRPr lang="es-ES" sz="2000" b="0" u="none" strike="noStrike">
              <a:solidFill>
                <a:srgbClr val="FFFFFF"/>
              </a:solidFill>
              <a:effectLst/>
              <a:uFillTx/>
              <a:latin typeface="Arial"/>
            </a:endParaRPr>
          </a:p>
          <a:p>
            <a:pPr marL="285840" indent="-285840">
              <a:lnSpc>
                <a:spcPct val="100000"/>
              </a:lnSpc>
              <a:buClr>
                <a:srgbClr val="FFFFFF"/>
              </a:buClr>
              <a:buFont typeface="Arial"/>
              <a:buChar char="•"/>
            </a:pPr>
            <a:r>
              <a:rPr lang="es-ES" sz="2000" b="1" u="none" strike="noStrike">
                <a:solidFill>
                  <a:schemeClr val="lt1"/>
                </a:solidFill>
                <a:effectLst/>
                <a:uFillTx/>
                <a:latin typeface="Calibri"/>
                <a:ea typeface="Calibri"/>
              </a:rPr>
              <a:t>¿Clasificación binaria? </a:t>
            </a:r>
            <a:r>
              <a:rPr lang="es-ES" sz="2000" b="0" u="none" strike="noStrike">
                <a:solidFill>
                  <a:schemeClr val="lt1"/>
                </a:solidFill>
                <a:effectLst/>
                <a:uFillTx/>
                <a:latin typeface="Calibri"/>
                <a:ea typeface="Calibri"/>
              </a:rPr>
              <a:t>Sigmoide. Funciona bien. Computacionalmente es pesada y por eso solo se recomienda al final.</a:t>
            </a:r>
            <a:endParaRPr lang="es-ES" sz="2000" b="0" u="none" strike="noStrike">
              <a:solidFill>
                <a:srgbClr val="FFFFFF"/>
              </a:solidFill>
              <a:effectLst/>
              <a:uFillTx/>
              <a:latin typeface="Arial"/>
            </a:endParaRPr>
          </a:p>
          <a:p>
            <a:pPr marL="285840" indent="-285840">
              <a:lnSpc>
                <a:spcPct val="100000"/>
              </a:lnSpc>
              <a:buClr>
                <a:srgbClr val="FFFFFF"/>
              </a:buClr>
              <a:buFont typeface="Arial"/>
              <a:buChar char="•"/>
            </a:pPr>
            <a:r>
              <a:rPr lang="es-ES" sz="2000" b="1" u="none" strike="noStrike">
                <a:solidFill>
                  <a:schemeClr val="lt1"/>
                </a:solidFill>
                <a:effectLst/>
                <a:uFillTx/>
                <a:latin typeface="Calibri"/>
                <a:ea typeface="Calibri"/>
              </a:rPr>
              <a:t>¿Clasificación multiclase?</a:t>
            </a:r>
            <a:r>
              <a:rPr lang="es-ES" sz="2000" b="0" u="none" strike="noStrike">
                <a:solidFill>
                  <a:schemeClr val="lt1"/>
                </a:solidFill>
                <a:effectLst/>
                <a:uFillTx/>
                <a:latin typeface="Calibri"/>
                <a:ea typeface="Calibri"/>
              </a:rPr>
              <a:t> Softmax es la mejor, acota los datos entre 0 y 1, que es lo que nos interesa, la probabilidad de pertenencia a una clase.</a:t>
            </a:r>
            <a:r>
              <a:rPr lang="es-ES" sz="2000" b="1" u="none" strike="noStrike">
                <a:solidFill>
                  <a:schemeClr val="lt1"/>
                </a:solidFill>
                <a:effectLst/>
                <a:uFillTx/>
                <a:latin typeface="Calibri"/>
                <a:ea typeface="Calibri"/>
              </a:rPr>
              <a:t> </a:t>
            </a:r>
            <a:endParaRPr lang="es-ES" sz="2000" b="0" u="none" strike="noStrike">
              <a:solidFill>
                <a:srgbClr val="FFFFFF"/>
              </a:solidFill>
              <a:effectLst/>
              <a:uFillTx/>
              <a:latin typeface="Arial"/>
            </a:endParaRPr>
          </a:p>
          <a:p>
            <a:pPr marL="285840" indent="-285840">
              <a:lnSpc>
                <a:spcPct val="100000"/>
              </a:lnSpc>
              <a:buClr>
                <a:srgbClr val="FFFFFF"/>
              </a:buClr>
              <a:buFont typeface="Arial"/>
              <a:buChar char="•"/>
            </a:pPr>
            <a:r>
              <a:rPr lang="es-ES" sz="2000" b="1" u="none" strike="noStrike">
                <a:solidFill>
                  <a:schemeClr val="lt1"/>
                </a:solidFill>
                <a:effectLst/>
                <a:uFillTx/>
                <a:latin typeface="Calibri"/>
                <a:ea typeface="Calibri"/>
              </a:rPr>
              <a:t>¿Capas intermedias?</a:t>
            </a:r>
            <a:r>
              <a:rPr lang="es-ES" sz="2000" b="0" u="none" strike="noStrike">
                <a:solidFill>
                  <a:schemeClr val="lt1"/>
                </a:solidFill>
                <a:effectLst/>
                <a:uFillTx/>
                <a:latin typeface="Calibri"/>
                <a:ea typeface="Calibri"/>
              </a:rPr>
              <a:t> ReLu es la que mejores prestaciones nos da. Buenos resultados y computacionalmente eficiente.</a:t>
            </a:r>
            <a:endParaRPr lang="es-ES" sz="2000" b="0" u="none" strike="noStrike">
              <a:solidFill>
                <a:srgbClr val="FFFFFF"/>
              </a:solidFill>
              <a:effectLst/>
              <a:uFillTx/>
              <a:latin typeface="Arial"/>
            </a:endParaRPr>
          </a:p>
          <a:p>
            <a:pPr>
              <a:lnSpc>
                <a:spcPct val="100000"/>
              </a:lnSpc>
            </a:pPr>
            <a:endParaRPr lang="es-ES" sz="2000" b="0" u="none" strike="noStrike">
              <a:solidFill>
                <a:srgbClr val="FFFFFF"/>
              </a:solidFill>
              <a:effectLst/>
              <a:uFillTx/>
              <a:latin typeface="Arial"/>
            </a:endParaRPr>
          </a:p>
          <a:p>
            <a:pPr marL="285840" indent="-285840">
              <a:lnSpc>
                <a:spcPct val="100000"/>
              </a:lnSpc>
              <a:buClr>
                <a:srgbClr val="FFFFFF"/>
              </a:buClr>
              <a:buFont typeface="Arial"/>
              <a:buChar char="•"/>
            </a:pPr>
            <a:r>
              <a:rPr lang="es-ES" sz="2000" b="1" u="none" strike="noStrike">
                <a:solidFill>
                  <a:schemeClr val="lt1"/>
                </a:solidFill>
                <a:effectLst/>
                <a:uFillTx/>
                <a:latin typeface="Calibri"/>
                <a:ea typeface="Calibri"/>
              </a:rPr>
              <a:t>Sigmoide y tanh</a:t>
            </a:r>
            <a:r>
              <a:rPr lang="es-ES" sz="2000" b="0" u="none" strike="noStrike">
                <a:solidFill>
                  <a:schemeClr val="lt1"/>
                </a:solidFill>
                <a:effectLst/>
                <a:uFillTx/>
                <a:latin typeface="Calibri"/>
                <a:ea typeface="Calibri"/>
              </a:rPr>
              <a:t>: son funciones que van muy bien, pero lentas de entrenar. Sus derivadas parciales son muy pequeñas en los extremos de la curva, por lo que puede no llegar nunca a converger (vanishing gradient problem). Usar en la salida.</a:t>
            </a:r>
            <a:endParaRPr lang="es-ES" sz="2000" b="0" u="none" strike="noStrike">
              <a:solidFill>
                <a:srgbClr val="FFFFFF"/>
              </a:solidFill>
              <a:effectLst/>
              <a:uFillTx/>
              <a:latin typeface="Arial"/>
            </a:endParaRPr>
          </a:p>
          <a:p>
            <a:pPr>
              <a:lnSpc>
                <a:spcPct val="100000"/>
              </a:lnSpc>
            </a:pPr>
            <a:endParaRPr lang="es-ES" sz="2000" b="0" u="none" strike="noStrike">
              <a:solidFill>
                <a:srgbClr val="FFFFFF"/>
              </a:solidFill>
              <a:effectLst/>
              <a:uFillTx/>
              <a:latin typeface="Arial"/>
            </a:endParaRPr>
          </a:p>
          <a:p>
            <a:pPr>
              <a:lnSpc>
                <a:spcPct val="100000"/>
              </a:lnSpc>
              <a:tabLst>
                <a:tab pos="0" algn="l"/>
              </a:tabLst>
            </a:pPr>
            <a:endParaRPr lang="es-ES" sz="2000" b="0" u="none" strike="noStrike">
              <a:solidFill>
                <a:srgbClr val="FFFFFF"/>
              </a:solidFill>
              <a:effectLst/>
              <a:uFillTx/>
              <a:latin typeface="Arial"/>
            </a:endParaRPr>
          </a:p>
        </p:txBody>
      </p:sp>
      <p:sp>
        <p:nvSpPr>
          <p:cNvPr id="186" name="PlaceHolder 1"/>
          <p:cNvSpPr>
            <a:spLocks noGrp="1"/>
          </p:cNvSpPr>
          <p:nvPr>
            <p:ph type="title"/>
          </p:nvPr>
        </p:nvSpPr>
        <p:spPr>
          <a:xfrm>
            <a:off x="525240" y="443520"/>
            <a:ext cx="10556640" cy="712440"/>
          </a:xfrm>
          <a:prstGeom prst="rect">
            <a:avLst/>
          </a:prstGeom>
          <a:noFill/>
          <a:ln w="0">
            <a:noFill/>
          </a:ln>
        </p:spPr>
        <p:txBody>
          <a:bodyPr lIns="91440" tIns="45720" rIns="91440" bIns="45720" anchor="t">
            <a:noAutofit/>
          </a:bodyPr>
          <a:p>
            <a:pPr indent="0" algn="l">
              <a:lnSpc>
                <a:spcPct val="90000"/>
              </a:lnSpc>
              <a:buNone/>
              <a:tabLst>
                <a:tab pos="0" algn="l"/>
              </a:tabLst>
            </a:pPr>
            <a:r>
              <a:rPr lang="es-ES" sz="4400" b="0" u="none" strike="noStrike">
                <a:solidFill>
                  <a:srgbClr val="FF0000"/>
                </a:solidFill>
                <a:effectLst/>
                <a:uFillTx/>
                <a:latin typeface="Calibri"/>
                <a:ea typeface="Calibri"/>
              </a:rPr>
              <a:t>Elección de funciones de activación</a:t>
            </a:r>
            <a:endParaRPr lang="es-E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PlaceHolder 1"/>
          <p:cNvSpPr>
            <a:spLocks noGrp="1"/>
          </p:cNvSpPr>
          <p:nvPr>
            <p:ph type="title"/>
          </p:nvPr>
        </p:nvSpPr>
        <p:spPr>
          <a:xfrm>
            <a:off x="2276640" y="2330280"/>
            <a:ext cx="7638480" cy="2197440"/>
          </a:xfrm>
          <a:prstGeom prst="rect">
            <a:avLst/>
          </a:prstGeom>
          <a:noFill/>
          <a:ln w="0">
            <a:noFill/>
          </a:ln>
        </p:spPr>
        <p:txBody>
          <a:bodyPr lIns="91440" tIns="45720" rIns="91440" bIns="45720" anchor="ctr">
            <a:noAutofit/>
          </a:bodyPr>
          <a:p>
            <a:pPr indent="0" algn="ctr">
              <a:lnSpc>
                <a:spcPct val="90000"/>
              </a:lnSpc>
              <a:buNone/>
              <a:tabLst>
                <a:tab pos="0" algn="l"/>
              </a:tabLst>
            </a:pPr>
            <a:r>
              <a:rPr lang="es-ES" sz="4400" b="0" u="none" strike="noStrike">
                <a:solidFill>
                  <a:srgbClr val="FF0000"/>
                </a:solidFill>
                <a:effectLst/>
                <a:uFillTx/>
                <a:latin typeface="Calibri"/>
                <a:ea typeface="Calibri"/>
              </a:rPr>
              <a:t>¿Cómo entrena la red neuronal?</a:t>
            </a:r>
            <a:endParaRPr lang="es-E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Google Shape;325;ga264c5d9f9_0_270"/>
          <p:cNvSpPr/>
          <p:nvPr/>
        </p:nvSpPr>
        <p:spPr>
          <a:xfrm>
            <a:off x="525240" y="1249920"/>
            <a:ext cx="11004120" cy="712440"/>
          </a:xfrm>
          <a:prstGeom prst="rect">
            <a:avLst/>
          </a:prstGeom>
          <a:noFill/>
          <a:ln w="0">
            <a:noFill/>
          </a:ln>
        </p:spPr>
        <p:style>
          <a:lnRef idx="0"/>
          <a:fillRef idx="0"/>
          <a:effectRef idx="0"/>
          <a:fontRef idx="minor"/>
        </p:style>
        <p:txBody>
          <a:bodyPr anchor="t">
            <a:noAutofit/>
          </a:bodyPr>
          <a:p>
            <a:pPr>
              <a:lnSpc>
                <a:spcPct val="100000"/>
              </a:lnSpc>
              <a:tabLst>
                <a:tab pos="0" algn="l"/>
              </a:tabLst>
            </a:pPr>
            <a:r>
              <a:rPr lang="es-ES" sz="1300" b="0" u="none" strike="noStrike">
                <a:solidFill>
                  <a:schemeClr val="lt1"/>
                </a:solidFill>
                <a:effectLst/>
                <a:uFillTx/>
                <a:latin typeface="Calibri"/>
                <a:ea typeface="Calibri"/>
              </a:rPr>
              <a:t>Algoritmo de entrenamiento de una red neuronal.  Tras la forward propagation, la predicción se compara con el true label y obtenemos un error. Este error se propaga hacia atrás para corregir los valores de los pesos de las funciones de transformación de las neuronas</a:t>
            </a:r>
            <a:endParaRPr lang="es-ES" sz="1300" b="0" u="none" strike="noStrike">
              <a:solidFill>
                <a:srgbClr val="FFFFFF"/>
              </a:solidFill>
              <a:effectLst/>
              <a:uFillTx/>
              <a:latin typeface="Arial"/>
            </a:endParaRPr>
          </a:p>
          <a:p>
            <a:pPr>
              <a:lnSpc>
                <a:spcPct val="100000"/>
              </a:lnSpc>
              <a:tabLst>
                <a:tab pos="0" algn="l"/>
              </a:tabLst>
            </a:pPr>
            <a:endParaRPr lang="es-ES" sz="1300" b="0" u="none" strike="noStrike">
              <a:solidFill>
                <a:srgbClr val="FFFFFF"/>
              </a:solidFill>
              <a:effectLst/>
              <a:uFillTx/>
              <a:latin typeface="Arial"/>
            </a:endParaRPr>
          </a:p>
        </p:txBody>
      </p:sp>
      <p:sp>
        <p:nvSpPr>
          <p:cNvPr id="189" name="PlaceHolder 1"/>
          <p:cNvSpPr>
            <a:spLocks noGrp="1"/>
          </p:cNvSpPr>
          <p:nvPr>
            <p:ph type="title"/>
          </p:nvPr>
        </p:nvSpPr>
        <p:spPr>
          <a:xfrm>
            <a:off x="525240" y="443520"/>
            <a:ext cx="10556640" cy="712440"/>
          </a:xfrm>
          <a:prstGeom prst="rect">
            <a:avLst/>
          </a:prstGeom>
          <a:noFill/>
          <a:ln w="0">
            <a:noFill/>
          </a:ln>
        </p:spPr>
        <p:txBody>
          <a:bodyPr lIns="91440" tIns="45720" rIns="91440" bIns="45720" anchor="t">
            <a:noAutofit/>
          </a:bodyPr>
          <a:p>
            <a:pPr indent="0" algn="l">
              <a:lnSpc>
                <a:spcPct val="90000"/>
              </a:lnSpc>
              <a:buNone/>
              <a:tabLst>
                <a:tab pos="0" algn="l"/>
              </a:tabLst>
            </a:pPr>
            <a:r>
              <a:rPr lang="es-ES" sz="4400" b="0" u="none" strike="noStrike">
                <a:solidFill>
                  <a:srgbClr val="FF0000"/>
                </a:solidFill>
                <a:effectLst/>
                <a:uFillTx/>
                <a:latin typeface="Calibri"/>
                <a:ea typeface="Calibri"/>
              </a:rPr>
              <a:t>Backpropagation</a:t>
            </a:r>
            <a:endParaRPr lang="es-ES" sz="4400" b="0" u="none" strike="noStrike">
              <a:solidFill>
                <a:srgbClr val="000000"/>
              </a:solidFill>
              <a:effectLst/>
              <a:uFillTx/>
              <a:latin typeface="Arial"/>
            </a:endParaRPr>
          </a:p>
        </p:txBody>
      </p:sp>
      <p:pic>
        <p:nvPicPr>
          <p:cNvPr id="190" name="Google Shape;327;ga264c5d9f9_0_270"/>
          <p:cNvPicPr/>
          <p:nvPr/>
        </p:nvPicPr>
        <p:blipFill>
          <a:blip r:embed="rId1"/>
          <a:stretch/>
        </p:blipFill>
        <p:spPr>
          <a:xfrm>
            <a:off x="8389800" y="2475360"/>
            <a:ext cx="1758240" cy="448560"/>
          </a:xfrm>
          <a:prstGeom prst="rect">
            <a:avLst/>
          </a:prstGeom>
          <a:noFill/>
          <a:ln w="0">
            <a:noFill/>
          </a:ln>
        </p:spPr>
      </p:pic>
      <p:pic>
        <p:nvPicPr>
          <p:cNvPr id="191" name="Google Shape;328;ga264c5d9f9_0_270"/>
          <p:cNvPicPr/>
          <p:nvPr/>
        </p:nvPicPr>
        <p:blipFill>
          <a:blip r:embed="rId2"/>
          <a:srcRect l="20341" t="18819" r="20348" b="6155"/>
          <a:stretch/>
        </p:blipFill>
        <p:spPr>
          <a:xfrm>
            <a:off x="7223040" y="3272760"/>
            <a:ext cx="3963240" cy="2819880"/>
          </a:xfrm>
          <a:prstGeom prst="rect">
            <a:avLst/>
          </a:prstGeom>
          <a:noFill/>
          <a:ln w="0">
            <a:noFill/>
          </a:ln>
        </p:spPr>
      </p:pic>
      <p:sp>
        <p:nvSpPr>
          <p:cNvPr id="192" name="Google Shape;329;ga264c5d9f9_0_270"/>
          <p:cNvSpPr/>
          <p:nvPr/>
        </p:nvSpPr>
        <p:spPr>
          <a:xfrm>
            <a:off x="525240" y="1910520"/>
            <a:ext cx="5236920" cy="3008880"/>
          </a:xfrm>
          <a:prstGeom prst="rect">
            <a:avLst/>
          </a:prstGeom>
          <a:noFill/>
          <a:ln w="0">
            <a:noFill/>
          </a:ln>
        </p:spPr>
        <p:style>
          <a:lnRef idx="0"/>
          <a:fillRef idx="0"/>
          <a:effectRef idx="0"/>
          <a:fontRef idx="minor"/>
        </p:style>
        <p:txBody>
          <a:bodyPr anchor="t">
            <a:noAutofit/>
          </a:bodyPr>
          <a:p>
            <a:pPr>
              <a:lnSpc>
                <a:spcPct val="100000"/>
              </a:lnSpc>
              <a:tabLst>
                <a:tab pos="0" algn="l"/>
              </a:tabLst>
            </a:pPr>
            <a:r>
              <a:rPr lang="es-ES" sz="1300" b="0" u="none" strike="noStrike">
                <a:solidFill>
                  <a:schemeClr val="lt1"/>
                </a:solidFill>
                <a:effectLst/>
                <a:uFillTx/>
                <a:latin typeface="Calibri"/>
                <a:ea typeface="Calibri"/>
              </a:rPr>
              <a:t>¿Cómo funciona?</a:t>
            </a:r>
            <a:endParaRPr lang="es-ES" sz="1300" b="0" u="none" strike="noStrike">
              <a:solidFill>
                <a:srgbClr val="FFFFFF"/>
              </a:solidFill>
              <a:effectLst/>
              <a:uFillTx/>
              <a:latin typeface="Arial"/>
            </a:endParaRPr>
          </a:p>
          <a:p>
            <a:pPr marL="457200" indent="-311040">
              <a:lnSpc>
                <a:spcPct val="100000"/>
              </a:lnSpc>
              <a:buClr>
                <a:srgbClr val="FFFFFF"/>
              </a:buClr>
              <a:buFont typeface="Calibri"/>
              <a:buAutoNum type="arabicPeriod"/>
              <a:tabLst>
                <a:tab pos="0" algn="l"/>
              </a:tabLst>
            </a:pPr>
            <a:r>
              <a:rPr lang="es-ES" sz="1300" b="0" u="none" strike="noStrike">
                <a:solidFill>
                  <a:schemeClr val="lt1"/>
                </a:solidFill>
                <a:effectLst/>
                <a:uFillTx/>
                <a:latin typeface="Calibri"/>
                <a:ea typeface="Calibri"/>
              </a:rPr>
              <a:t>Se inicializan los pesos de las conexiones de manera aleatoria</a:t>
            </a:r>
            <a:endParaRPr lang="es-ES" sz="1300" b="0" u="none" strike="noStrike">
              <a:solidFill>
                <a:srgbClr val="FFFFFF"/>
              </a:solidFill>
              <a:effectLst/>
              <a:uFillTx/>
              <a:latin typeface="Arial"/>
            </a:endParaRPr>
          </a:p>
          <a:p>
            <a:pPr marL="457200" indent="-311040">
              <a:lnSpc>
                <a:spcPct val="100000"/>
              </a:lnSpc>
              <a:buClr>
                <a:srgbClr val="FFFFFF"/>
              </a:buClr>
              <a:buFont typeface="Calibri"/>
              <a:buAutoNum type="arabicPeriod"/>
              <a:tabLst>
                <a:tab pos="0" algn="l"/>
              </a:tabLst>
            </a:pPr>
            <a:r>
              <a:rPr lang="es-ES" sz="1300" b="0" u="none" strike="noStrike">
                <a:solidFill>
                  <a:schemeClr val="lt1"/>
                </a:solidFill>
                <a:effectLst/>
                <a:uFillTx/>
                <a:latin typeface="Calibri"/>
                <a:ea typeface="Calibri"/>
              </a:rPr>
              <a:t>Pasamos los datos de entrenamiento a través de la red</a:t>
            </a:r>
            <a:endParaRPr lang="es-ES" sz="1300" b="0" u="none" strike="noStrike">
              <a:solidFill>
                <a:srgbClr val="FFFFFF"/>
              </a:solidFill>
              <a:effectLst/>
              <a:uFillTx/>
              <a:latin typeface="Arial"/>
            </a:endParaRPr>
          </a:p>
          <a:p>
            <a:pPr marL="457200" indent="-311040">
              <a:lnSpc>
                <a:spcPct val="100000"/>
              </a:lnSpc>
              <a:buClr>
                <a:srgbClr val="FFFFFF"/>
              </a:buClr>
              <a:buFont typeface="Calibri"/>
              <a:buAutoNum type="arabicPeriod"/>
              <a:tabLst>
                <a:tab pos="0" algn="l"/>
              </a:tabLst>
            </a:pPr>
            <a:r>
              <a:rPr lang="es-ES" sz="1300" b="0" u="none" strike="noStrike">
                <a:solidFill>
                  <a:schemeClr val="lt1"/>
                </a:solidFill>
                <a:effectLst/>
                <a:uFillTx/>
                <a:latin typeface="Calibri"/>
                <a:ea typeface="Calibri"/>
              </a:rPr>
              <a:t>Comparamos a la salida con los true labels</a:t>
            </a:r>
            <a:endParaRPr lang="es-ES" sz="1300" b="0" u="none" strike="noStrike">
              <a:solidFill>
                <a:srgbClr val="FFFFFF"/>
              </a:solidFill>
              <a:effectLst/>
              <a:uFillTx/>
              <a:latin typeface="Arial"/>
            </a:endParaRPr>
          </a:p>
          <a:p>
            <a:pPr marL="457200" indent="-311040">
              <a:lnSpc>
                <a:spcPct val="100000"/>
              </a:lnSpc>
              <a:buClr>
                <a:srgbClr val="FFFFFF"/>
              </a:buClr>
              <a:buFont typeface="Calibri"/>
              <a:buAutoNum type="arabicPeriod"/>
              <a:tabLst>
                <a:tab pos="0" algn="l"/>
              </a:tabLst>
            </a:pPr>
            <a:r>
              <a:rPr lang="es-ES" sz="1300" b="0" u="none" strike="noStrike">
                <a:solidFill>
                  <a:schemeClr val="lt1"/>
                </a:solidFill>
                <a:effectLst/>
                <a:uFillTx/>
                <a:latin typeface="Calibri"/>
                <a:ea typeface="Calibri"/>
              </a:rPr>
              <a:t>Esto nos da un error (cost function), que depende de todos los pesos y los bias de la red. El error no es más que el MSE (Mean Squared Error)</a:t>
            </a:r>
            <a:endParaRPr lang="es-ES" sz="1300" b="0" u="none" strike="noStrike">
              <a:solidFill>
                <a:srgbClr val="FFFFFF"/>
              </a:solidFill>
              <a:effectLst/>
              <a:uFillTx/>
              <a:latin typeface="Arial"/>
            </a:endParaRPr>
          </a:p>
          <a:p>
            <a:pPr marL="457200" indent="-311040">
              <a:lnSpc>
                <a:spcPct val="100000"/>
              </a:lnSpc>
              <a:buClr>
                <a:srgbClr val="FFFFFF"/>
              </a:buClr>
              <a:buFont typeface="Calibri"/>
              <a:buAutoNum type="arabicPeriod"/>
              <a:tabLst>
                <a:tab pos="0" algn="l"/>
              </a:tabLst>
            </a:pPr>
            <a:r>
              <a:rPr lang="es-ES" sz="1300" b="0" u="none" strike="noStrike">
                <a:solidFill>
                  <a:schemeClr val="lt1"/>
                </a:solidFill>
                <a:effectLst/>
                <a:uFillTx/>
                <a:latin typeface="Calibri"/>
                <a:ea typeface="Calibri"/>
              </a:rPr>
              <a:t>¿Objetivo? Ya nos lo sabemos. Minimizar ese error. → Optimizadores (Gradient Descent, SGD, Adam...)</a:t>
            </a:r>
            <a:endParaRPr lang="es-ES" sz="1300" b="0" u="none" strike="noStrike">
              <a:solidFill>
                <a:srgbClr val="FFFFFF"/>
              </a:solidFill>
              <a:effectLst/>
              <a:uFillTx/>
              <a:latin typeface="Arial"/>
            </a:endParaRPr>
          </a:p>
          <a:p>
            <a:pPr marL="457200" indent="-311040">
              <a:lnSpc>
                <a:spcPct val="100000"/>
              </a:lnSpc>
              <a:buClr>
                <a:srgbClr val="FFFFFF"/>
              </a:buClr>
              <a:buFont typeface="Calibri"/>
              <a:buAutoNum type="arabicPeriod"/>
              <a:tabLst>
                <a:tab pos="0" algn="l"/>
              </a:tabLst>
            </a:pPr>
            <a:r>
              <a:rPr lang="es-ES" sz="1300" b="0" u="none" strike="noStrike">
                <a:solidFill>
                  <a:schemeClr val="lt1"/>
                </a:solidFill>
                <a:effectLst/>
                <a:uFillTx/>
                <a:latin typeface="Calibri"/>
                <a:ea typeface="Calibri"/>
              </a:rPr>
              <a:t>Se propaga el error hacia atrás para ver qué neurona ha tenido mayor responsabilidad.</a:t>
            </a:r>
            <a:endParaRPr lang="es-ES" sz="1300" b="0" u="none" strike="noStrike">
              <a:solidFill>
                <a:srgbClr val="FFFFFF"/>
              </a:solidFill>
              <a:effectLst/>
              <a:uFillTx/>
              <a:latin typeface="Arial"/>
            </a:endParaRPr>
          </a:p>
          <a:p>
            <a:pPr marL="457200" indent="-311040">
              <a:lnSpc>
                <a:spcPct val="100000"/>
              </a:lnSpc>
              <a:buClr>
                <a:srgbClr val="FFFFFF"/>
              </a:buClr>
              <a:buFont typeface="Calibri"/>
              <a:buAutoNum type="arabicPeriod"/>
              <a:tabLst>
                <a:tab pos="0" algn="l"/>
              </a:tabLst>
            </a:pPr>
            <a:r>
              <a:rPr lang="es-ES" sz="1300" b="0" u="none" strike="noStrike">
                <a:solidFill>
                  <a:schemeClr val="lt1"/>
                </a:solidFill>
                <a:effectLst/>
                <a:uFillTx/>
                <a:latin typeface="Calibri"/>
                <a:ea typeface="Calibri"/>
              </a:rPr>
              <a:t>Se computa el gradiente para cada uno de los pesos, y se actualizan en la dirección de minimización del error</a:t>
            </a:r>
            <a:endParaRPr lang="es-ES" sz="1300" b="0" u="none" strike="noStrike">
              <a:solidFill>
                <a:srgbClr val="FFFFFF"/>
              </a:solidFill>
              <a:effectLst/>
              <a:uFillTx/>
              <a:latin typeface="Arial"/>
            </a:endParaRPr>
          </a:p>
          <a:p>
            <a:pPr marL="457200" indent="-311040">
              <a:lnSpc>
                <a:spcPct val="100000"/>
              </a:lnSpc>
              <a:buClr>
                <a:srgbClr val="FFFFFF"/>
              </a:buClr>
              <a:buFont typeface="Calibri"/>
              <a:buAutoNum type="arabicPeriod"/>
              <a:tabLst>
                <a:tab pos="0" algn="l"/>
              </a:tabLst>
            </a:pPr>
            <a:r>
              <a:rPr lang="es-ES" sz="1300" b="0" u="none" strike="noStrike">
                <a:solidFill>
                  <a:schemeClr val="lt1"/>
                </a:solidFill>
                <a:effectLst/>
                <a:uFillTx/>
                <a:latin typeface="Calibri"/>
                <a:ea typeface="Calibri"/>
              </a:rPr>
              <a:t>Cuando el gradiente sea 0, ya hemos alcanzado el mínimo de error, el algoritmo termina, y si no, volvemos al punto 6.</a:t>
            </a:r>
            <a:endParaRPr lang="es-ES" sz="1300" b="0" u="none" strike="noStrike">
              <a:solidFill>
                <a:srgbClr val="FFFFFF"/>
              </a:solidFill>
              <a:effectLst/>
              <a:uFillTx/>
              <a:latin typeface="Arial"/>
            </a:endParaRPr>
          </a:p>
          <a:p>
            <a:pPr>
              <a:lnSpc>
                <a:spcPct val="100000"/>
              </a:lnSpc>
              <a:tabLst>
                <a:tab pos="0" algn="l"/>
              </a:tabLst>
            </a:pPr>
            <a:endParaRPr lang="es-ES" sz="1300" b="0" u="none" strike="noStrike">
              <a:solidFill>
                <a:srgbClr val="FFFFFF"/>
              </a:solidFill>
              <a:effectLst/>
              <a:uFillTx/>
              <a:latin typeface="Arial"/>
            </a:endParaRPr>
          </a:p>
        </p:txBody>
      </p:sp>
      <p:pic>
        <p:nvPicPr>
          <p:cNvPr id="193" name="Google Shape;330;ga264c5d9f9_0_270"/>
          <p:cNvPicPr/>
          <p:nvPr/>
        </p:nvPicPr>
        <p:blipFill>
          <a:blip r:embed="rId3"/>
          <a:stretch/>
        </p:blipFill>
        <p:spPr>
          <a:xfrm>
            <a:off x="2027520" y="5040360"/>
            <a:ext cx="2232720" cy="1632960"/>
          </a:xfrm>
          <a:prstGeom prst="rect">
            <a:avLst/>
          </a:prstGeom>
          <a:noFill/>
          <a:ln w="0">
            <a:noFill/>
          </a:ln>
        </p:spPr>
      </p:pic>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PlaceHolder 1"/>
          <p:cNvSpPr>
            <a:spLocks noGrp="1"/>
          </p:cNvSpPr>
          <p:nvPr>
            <p:ph type="title"/>
          </p:nvPr>
        </p:nvSpPr>
        <p:spPr>
          <a:xfrm>
            <a:off x="525240" y="443520"/>
            <a:ext cx="10556640" cy="712440"/>
          </a:xfrm>
          <a:prstGeom prst="rect">
            <a:avLst/>
          </a:prstGeom>
          <a:noFill/>
          <a:ln w="0">
            <a:noFill/>
          </a:ln>
        </p:spPr>
        <p:txBody>
          <a:bodyPr lIns="91440" tIns="45720" rIns="91440" bIns="45720" anchor="t">
            <a:noAutofit/>
          </a:bodyPr>
          <a:p>
            <a:pPr indent="0" algn="l">
              <a:lnSpc>
                <a:spcPct val="90000"/>
              </a:lnSpc>
              <a:buNone/>
              <a:tabLst>
                <a:tab pos="0" algn="l"/>
              </a:tabLst>
            </a:pPr>
            <a:r>
              <a:rPr lang="es-ES" sz="4400" b="0" u="none" strike="noStrike">
                <a:solidFill>
                  <a:srgbClr val="FF0000"/>
                </a:solidFill>
                <a:effectLst/>
                <a:uFillTx/>
                <a:latin typeface="Calibri"/>
                <a:ea typeface="Calibri"/>
              </a:rPr>
              <a:t>Proceso entrenamiento</a:t>
            </a:r>
            <a:endParaRPr lang="es-ES" sz="4400" b="0" u="none" strike="noStrike">
              <a:solidFill>
                <a:srgbClr val="000000"/>
              </a:solidFill>
              <a:effectLst/>
              <a:uFillTx/>
              <a:latin typeface="Arial"/>
            </a:endParaRPr>
          </a:p>
        </p:txBody>
      </p:sp>
      <p:pic>
        <p:nvPicPr>
          <p:cNvPr id="195" name="Google Shape;337;ga264c5d9f9_0_284"/>
          <p:cNvPicPr/>
          <p:nvPr/>
        </p:nvPicPr>
        <p:blipFill>
          <a:blip r:embed="rId1"/>
          <a:stretch/>
        </p:blipFill>
        <p:spPr>
          <a:xfrm>
            <a:off x="1296000" y="1774440"/>
            <a:ext cx="5414040" cy="4371840"/>
          </a:xfrm>
          <a:prstGeom prst="rect">
            <a:avLst/>
          </a:prstGeom>
          <a:noFill/>
          <a:ln w="0">
            <a:noFill/>
          </a:ln>
        </p:spPr>
      </p:pic>
      <p:sp>
        <p:nvSpPr>
          <p:cNvPr id="196" name="CuadroTexto 1"/>
          <p:cNvSpPr/>
          <p:nvPr/>
        </p:nvSpPr>
        <p:spPr>
          <a:xfrm>
            <a:off x="7020720" y="1774440"/>
            <a:ext cx="4195800" cy="2892600"/>
          </a:xfrm>
          <a:prstGeom prst="rect">
            <a:avLst/>
          </a:prstGeom>
          <a:noFill/>
          <a:ln w="0">
            <a:noFill/>
          </a:ln>
        </p:spPr>
        <p:style>
          <a:lnRef idx="0"/>
          <a:fillRef idx="0"/>
          <a:effectRef idx="0"/>
          <a:fontRef idx="minor"/>
        </p:style>
        <p:txBody>
          <a:bodyPr lIns="90000" tIns="45000" rIns="90000" bIns="45000" anchor="t">
            <a:spAutoFit/>
          </a:bodyPr>
          <a:p>
            <a:pPr marL="343080" indent="-343080">
              <a:lnSpc>
                <a:spcPct val="100000"/>
              </a:lnSpc>
              <a:buClr>
                <a:srgbClr val="FFFFFF"/>
              </a:buClr>
              <a:buFont typeface="Arial"/>
              <a:buAutoNum type="arabicPeriod"/>
            </a:pPr>
            <a:r>
              <a:rPr lang="es-ES" sz="1400" b="0" u="none" strike="noStrike">
                <a:solidFill>
                  <a:schemeClr val="lt1"/>
                </a:solidFill>
                <a:effectLst/>
                <a:uFillTx/>
                <a:latin typeface="Arial"/>
                <a:ea typeface="Arial"/>
              </a:rPr>
              <a:t>Entrena con una cantidad de muestras fijada por nosotros, llamada </a:t>
            </a:r>
            <a:r>
              <a:rPr lang="es-ES" sz="1400" b="0" i="1" u="none" strike="noStrike">
                <a:solidFill>
                  <a:schemeClr val="lt1"/>
                </a:solidFill>
                <a:effectLst/>
                <a:uFillTx/>
                <a:latin typeface="Arial"/>
                <a:ea typeface="Arial"/>
              </a:rPr>
              <a:t>batch_size</a:t>
            </a:r>
            <a:endParaRPr lang="es-ES" sz="1400" b="0" u="none" strike="noStrike">
              <a:solidFill>
                <a:srgbClr val="FFFFFF"/>
              </a:solidFill>
              <a:effectLst/>
              <a:uFillTx/>
              <a:latin typeface="Arial"/>
            </a:endParaRPr>
          </a:p>
          <a:p>
            <a:pPr>
              <a:lnSpc>
                <a:spcPct val="100000"/>
              </a:lnSpc>
            </a:pPr>
            <a:endParaRPr lang="es-ES" sz="1400" b="0" u="none" strike="noStrike">
              <a:solidFill>
                <a:srgbClr val="FFFFFF"/>
              </a:solidFill>
              <a:effectLst/>
              <a:uFillTx/>
              <a:latin typeface="Arial"/>
            </a:endParaRPr>
          </a:p>
          <a:p>
            <a:pPr marL="343080" indent="-343080">
              <a:lnSpc>
                <a:spcPct val="100000"/>
              </a:lnSpc>
              <a:buClr>
                <a:srgbClr val="FFFFFF"/>
              </a:buClr>
              <a:buFont typeface="Arial"/>
              <a:buAutoNum type="arabicPeriod"/>
            </a:pPr>
            <a:r>
              <a:rPr lang="es-ES" sz="1400" b="0" u="none" strike="noStrike">
                <a:solidFill>
                  <a:schemeClr val="lt1"/>
                </a:solidFill>
                <a:effectLst/>
                <a:uFillTx/>
                <a:latin typeface="Arial"/>
                <a:ea typeface="Arial"/>
              </a:rPr>
              <a:t>Con cada fase del entrenamiento, va actualizando los pesos.</a:t>
            </a:r>
            <a:endParaRPr lang="es-ES" sz="1400" b="0" u="none" strike="noStrike">
              <a:solidFill>
                <a:srgbClr val="FFFFFF"/>
              </a:solidFill>
              <a:effectLst/>
              <a:uFillTx/>
              <a:latin typeface="Arial"/>
            </a:endParaRPr>
          </a:p>
          <a:p>
            <a:pPr>
              <a:lnSpc>
                <a:spcPct val="100000"/>
              </a:lnSpc>
            </a:pPr>
            <a:endParaRPr lang="es-ES" sz="1400" b="0" u="none" strike="noStrike">
              <a:solidFill>
                <a:srgbClr val="FFFFFF"/>
              </a:solidFill>
              <a:effectLst/>
              <a:uFillTx/>
              <a:latin typeface="Arial"/>
            </a:endParaRPr>
          </a:p>
          <a:p>
            <a:pPr marL="343080" indent="-343080">
              <a:lnSpc>
                <a:spcPct val="100000"/>
              </a:lnSpc>
              <a:buClr>
                <a:srgbClr val="FFFFFF"/>
              </a:buClr>
              <a:buFont typeface="Arial"/>
              <a:buAutoNum type="arabicPeriod"/>
            </a:pPr>
            <a:r>
              <a:rPr lang="es-ES" sz="1400" b="0" u="none" strike="noStrike">
                <a:solidFill>
                  <a:schemeClr val="lt1"/>
                </a:solidFill>
                <a:effectLst/>
                <a:uFillTx/>
                <a:latin typeface="Arial"/>
                <a:ea typeface="Arial"/>
              </a:rPr>
              <a:t>Cuando se le acaban las muestras del dataset, vuelve a realizar el mismo procedimiento.</a:t>
            </a:r>
            <a:endParaRPr lang="es-ES" sz="1400" b="0" u="none" strike="noStrike">
              <a:solidFill>
                <a:srgbClr val="FFFFFF"/>
              </a:solidFill>
              <a:effectLst/>
              <a:uFillTx/>
              <a:latin typeface="Arial"/>
            </a:endParaRPr>
          </a:p>
          <a:p>
            <a:pPr>
              <a:lnSpc>
                <a:spcPct val="100000"/>
              </a:lnSpc>
            </a:pPr>
            <a:endParaRPr lang="es-ES" sz="1400" b="0" u="none" strike="noStrike">
              <a:solidFill>
                <a:srgbClr val="FFFFFF"/>
              </a:solidFill>
              <a:effectLst/>
              <a:uFillTx/>
              <a:latin typeface="Arial"/>
            </a:endParaRPr>
          </a:p>
          <a:p>
            <a:pPr marL="343080" indent="-343080">
              <a:lnSpc>
                <a:spcPct val="100000"/>
              </a:lnSpc>
              <a:buClr>
                <a:srgbClr val="FFFFFF"/>
              </a:buClr>
              <a:buFont typeface="Arial"/>
              <a:buAutoNum type="arabicPeriod"/>
            </a:pPr>
            <a:r>
              <a:rPr lang="es-ES" sz="1400" b="0" u="none" strike="noStrike">
                <a:solidFill>
                  <a:schemeClr val="lt1"/>
                </a:solidFill>
                <a:effectLst/>
                <a:uFillTx/>
                <a:latin typeface="Arial"/>
                <a:ea typeface="Arial"/>
              </a:rPr>
              <a:t>¿Cuántas veces lleva a cabo este procedimiento? Lo definimos nosotros con el parámetro </a:t>
            </a:r>
            <a:r>
              <a:rPr lang="es-ES" sz="1400" b="1" i="1" u="none" strike="noStrike">
                <a:solidFill>
                  <a:schemeClr val="lt1"/>
                </a:solidFill>
                <a:effectLst/>
                <a:uFillTx/>
                <a:latin typeface="Arial"/>
                <a:ea typeface="Arial"/>
              </a:rPr>
              <a:t>epochs</a:t>
            </a:r>
            <a:r>
              <a:rPr lang="es-ES" sz="1400" b="0" u="none" strike="noStrike">
                <a:solidFill>
                  <a:schemeClr val="lt1"/>
                </a:solidFill>
                <a:effectLst/>
                <a:uFillTx/>
                <a:latin typeface="Arial"/>
                <a:ea typeface="Arial"/>
              </a:rPr>
              <a:t>.</a:t>
            </a:r>
            <a:endParaRPr lang="es-E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PlaceHolder 1"/>
          <p:cNvSpPr>
            <a:spLocks noGrp="1"/>
          </p:cNvSpPr>
          <p:nvPr>
            <p:ph type="title"/>
          </p:nvPr>
        </p:nvSpPr>
        <p:spPr>
          <a:xfrm>
            <a:off x="525240" y="443520"/>
            <a:ext cx="10556640" cy="712440"/>
          </a:xfrm>
          <a:prstGeom prst="rect">
            <a:avLst/>
          </a:prstGeom>
          <a:noFill/>
          <a:ln w="0">
            <a:noFill/>
          </a:ln>
        </p:spPr>
        <p:txBody>
          <a:bodyPr lIns="91440" tIns="45720" rIns="91440" bIns="45720" anchor="t">
            <a:noAutofit/>
          </a:bodyPr>
          <a:p>
            <a:pPr indent="0" algn="l">
              <a:lnSpc>
                <a:spcPct val="90000"/>
              </a:lnSpc>
              <a:buNone/>
              <a:tabLst>
                <a:tab pos="0" algn="l"/>
              </a:tabLst>
            </a:pPr>
            <a:r>
              <a:rPr lang="es-ES" sz="4400" b="0" u="none" strike="noStrike">
                <a:solidFill>
                  <a:srgbClr val="FF0000"/>
                </a:solidFill>
                <a:effectLst/>
                <a:uFillTx/>
                <a:latin typeface="Calibri"/>
                <a:ea typeface="Calibri"/>
              </a:rPr>
              <a:t>Early stopping</a:t>
            </a:r>
            <a:endParaRPr lang="es-ES" sz="4400" b="0" u="none" strike="noStrike">
              <a:solidFill>
                <a:srgbClr val="000000"/>
              </a:solidFill>
              <a:effectLst/>
              <a:uFillTx/>
              <a:latin typeface="Arial"/>
            </a:endParaRPr>
          </a:p>
        </p:txBody>
      </p:sp>
      <p:sp>
        <p:nvSpPr>
          <p:cNvPr id="198" name="Google Shape;344;ga264c5d9f9_0_306"/>
          <p:cNvSpPr/>
          <p:nvPr/>
        </p:nvSpPr>
        <p:spPr>
          <a:xfrm>
            <a:off x="547200" y="1545480"/>
            <a:ext cx="10891440" cy="1484280"/>
          </a:xfrm>
          <a:prstGeom prst="rect">
            <a:avLst/>
          </a:prstGeom>
          <a:noFill/>
          <a:ln w="0">
            <a:noFill/>
          </a:ln>
        </p:spPr>
        <p:style>
          <a:lnRef idx="0"/>
          <a:fillRef idx="0"/>
          <a:effectRef idx="0"/>
          <a:fontRef idx="minor"/>
        </p:style>
        <p:txBody>
          <a:bodyPr anchor="t">
            <a:noAutofit/>
          </a:bodyPr>
          <a:p>
            <a:pPr>
              <a:lnSpc>
                <a:spcPct val="100000"/>
              </a:lnSpc>
              <a:tabLst>
                <a:tab pos="0" algn="l"/>
              </a:tabLst>
            </a:pPr>
            <a:r>
              <a:rPr lang="es-ES" sz="1300" b="0" u="none" strike="noStrike">
                <a:solidFill>
                  <a:schemeClr val="lt1"/>
                </a:solidFill>
                <a:effectLst/>
                <a:uFillTx/>
                <a:latin typeface="Calibri"/>
                <a:ea typeface="Calibri"/>
              </a:rPr>
              <a:t>Como en todo algoritmo de machine learning podemos sufrir de </a:t>
            </a:r>
            <a:r>
              <a:rPr lang="es-ES" sz="1300" b="1" u="none" strike="noStrike">
                <a:solidFill>
                  <a:schemeClr val="lt1"/>
                </a:solidFill>
                <a:effectLst/>
                <a:uFillTx/>
                <a:latin typeface="Calibri"/>
                <a:ea typeface="Calibri"/>
              </a:rPr>
              <a:t>overfitting</a:t>
            </a:r>
            <a:r>
              <a:rPr lang="es-ES" sz="1300" b="0" u="none" strike="noStrike">
                <a:solidFill>
                  <a:schemeClr val="lt1"/>
                </a:solidFill>
                <a:effectLst/>
                <a:uFillTx/>
                <a:latin typeface="Calibri"/>
                <a:ea typeface="Calibri"/>
              </a:rPr>
              <a:t>. En particular las redes neuronales son bastante sensibles al overfitting ya que mediante el algoritmo de backpropagation se van actualizando los pesos hasta minimizar el error. Este proceso puede no acabar nunca.</a:t>
            </a:r>
            <a:endParaRPr lang="es-ES" sz="1300" b="0" u="none" strike="noStrike">
              <a:solidFill>
                <a:srgbClr val="FFFFFF"/>
              </a:solidFill>
              <a:effectLst/>
              <a:uFillTx/>
              <a:latin typeface="Arial"/>
            </a:endParaRPr>
          </a:p>
          <a:p>
            <a:pPr>
              <a:lnSpc>
                <a:spcPct val="100000"/>
              </a:lnSpc>
              <a:tabLst>
                <a:tab pos="0" algn="l"/>
              </a:tabLst>
            </a:pPr>
            <a:endParaRPr lang="es-ES" sz="1300" b="0" u="none" strike="noStrike">
              <a:solidFill>
                <a:srgbClr val="FFFFFF"/>
              </a:solidFill>
              <a:effectLst/>
              <a:uFillTx/>
              <a:latin typeface="Arial"/>
            </a:endParaRPr>
          </a:p>
          <a:p>
            <a:pPr>
              <a:lnSpc>
                <a:spcPct val="100000"/>
              </a:lnSpc>
              <a:tabLst>
                <a:tab pos="0" algn="l"/>
              </a:tabLst>
            </a:pPr>
            <a:r>
              <a:rPr lang="es-ES" sz="1300" b="0" u="none" strike="noStrike">
                <a:solidFill>
                  <a:schemeClr val="lt1"/>
                </a:solidFill>
                <a:effectLst/>
                <a:uFillTx/>
                <a:latin typeface="Calibri"/>
                <a:ea typeface="Calibri"/>
              </a:rPr>
              <a:t>Las iteraciones hacia atrás que realiza el algoritmo se denominan </a:t>
            </a:r>
            <a:r>
              <a:rPr lang="es-ES" sz="1300" b="1" u="none" strike="noStrike">
                <a:solidFill>
                  <a:schemeClr val="lt1"/>
                </a:solidFill>
                <a:effectLst/>
                <a:uFillTx/>
                <a:latin typeface="Calibri"/>
                <a:ea typeface="Calibri"/>
              </a:rPr>
              <a:t>epochs</a:t>
            </a:r>
            <a:r>
              <a:rPr lang="es-ES" sz="1300" b="0" u="none" strike="noStrike">
                <a:solidFill>
                  <a:schemeClr val="lt1"/>
                </a:solidFill>
                <a:effectLst/>
                <a:uFillTx/>
                <a:latin typeface="Calibri"/>
                <a:ea typeface="Calibri"/>
              </a:rPr>
              <a:t>.</a:t>
            </a:r>
            <a:endParaRPr lang="es-ES" sz="1300" b="0" u="none" strike="noStrike">
              <a:solidFill>
                <a:srgbClr val="FFFFFF"/>
              </a:solidFill>
              <a:effectLst/>
              <a:uFillTx/>
              <a:latin typeface="Arial"/>
            </a:endParaRPr>
          </a:p>
          <a:p>
            <a:pPr>
              <a:lnSpc>
                <a:spcPct val="100000"/>
              </a:lnSpc>
              <a:tabLst>
                <a:tab pos="0" algn="l"/>
              </a:tabLst>
            </a:pPr>
            <a:endParaRPr lang="es-ES" sz="1300" b="0" u="none" strike="noStrike">
              <a:solidFill>
                <a:srgbClr val="FFFFFF"/>
              </a:solidFill>
              <a:effectLst/>
              <a:uFillTx/>
              <a:latin typeface="Arial"/>
            </a:endParaRPr>
          </a:p>
          <a:p>
            <a:pPr>
              <a:lnSpc>
                <a:spcPct val="100000"/>
              </a:lnSpc>
              <a:tabLst>
                <a:tab pos="0" algn="l"/>
              </a:tabLst>
            </a:pPr>
            <a:r>
              <a:rPr lang="es-ES" sz="1300" b="0" u="none" strike="noStrike">
                <a:solidFill>
                  <a:schemeClr val="lt1"/>
                </a:solidFill>
                <a:effectLst/>
                <a:uFillTx/>
                <a:latin typeface="Calibri"/>
                <a:ea typeface="Calibri"/>
              </a:rPr>
              <a:t>Existe una técnica llamada </a:t>
            </a:r>
            <a:r>
              <a:rPr lang="es-ES" sz="1300" b="1" u="none" strike="noStrike">
                <a:solidFill>
                  <a:schemeClr val="lt1"/>
                </a:solidFill>
                <a:effectLst/>
                <a:uFillTx/>
                <a:latin typeface="Calibri"/>
                <a:ea typeface="Calibri"/>
              </a:rPr>
              <a:t>early stopping</a:t>
            </a:r>
            <a:r>
              <a:rPr lang="es-ES" sz="1300" b="0" u="none" strike="noStrike">
                <a:solidFill>
                  <a:schemeClr val="lt1"/>
                </a:solidFill>
                <a:effectLst/>
                <a:uFillTx/>
                <a:latin typeface="Calibri"/>
                <a:ea typeface="Calibri"/>
              </a:rPr>
              <a:t> que nos permite parar el entrenamiento cuando empiezan a empeorar los resultados en validación. En ese momento habremos encontrado el punto óptimo de bias vs variance.</a:t>
            </a:r>
            <a:endParaRPr lang="es-ES" sz="1300" b="0" u="none" strike="noStrike">
              <a:solidFill>
                <a:srgbClr val="FFFFFF"/>
              </a:solidFill>
              <a:effectLst/>
              <a:uFillTx/>
              <a:latin typeface="Arial"/>
            </a:endParaRPr>
          </a:p>
          <a:p>
            <a:pPr>
              <a:lnSpc>
                <a:spcPct val="100000"/>
              </a:lnSpc>
              <a:tabLst>
                <a:tab pos="0" algn="l"/>
              </a:tabLst>
            </a:pPr>
            <a:endParaRPr lang="es-ES" sz="1300" b="0" u="none" strike="noStrike">
              <a:solidFill>
                <a:srgbClr val="FFFFFF"/>
              </a:solidFill>
              <a:effectLst/>
              <a:uFillTx/>
              <a:latin typeface="Arial"/>
            </a:endParaRPr>
          </a:p>
        </p:txBody>
      </p:sp>
      <p:pic>
        <p:nvPicPr>
          <p:cNvPr id="199" name="Google Shape;345;ga264c5d9f9_0_306"/>
          <p:cNvPicPr/>
          <p:nvPr/>
        </p:nvPicPr>
        <p:blipFill>
          <a:blip r:embed="rId1"/>
          <a:stretch/>
        </p:blipFill>
        <p:spPr>
          <a:xfrm>
            <a:off x="3835440" y="3419280"/>
            <a:ext cx="4314600" cy="2704680"/>
          </a:xfrm>
          <a:prstGeom prst="rect">
            <a:avLst/>
          </a:prstGeom>
          <a:noFill/>
          <a:ln w="0">
            <a:noFill/>
          </a:ln>
        </p:spPr>
      </p:pic>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PlaceHolder 1"/>
          <p:cNvSpPr>
            <a:spLocks noGrp="1"/>
          </p:cNvSpPr>
          <p:nvPr>
            <p:ph type="title"/>
          </p:nvPr>
        </p:nvSpPr>
        <p:spPr>
          <a:xfrm>
            <a:off x="525240" y="443520"/>
            <a:ext cx="10556640" cy="712440"/>
          </a:xfrm>
          <a:prstGeom prst="rect">
            <a:avLst/>
          </a:prstGeom>
          <a:noFill/>
          <a:ln w="0">
            <a:noFill/>
          </a:ln>
        </p:spPr>
        <p:txBody>
          <a:bodyPr lIns="91440" tIns="45720" rIns="91440" bIns="45720" anchor="t">
            <a:noAutofit/>
          </a:bodyPr>
          <a:p>
            <a:pPr indent="0" algn="l">
              <a:lnSpc>
                <a:spcPct val="90000"/>
              </a:lnSpc>
              <a:buNone/>
              <a:tabLst>
                <a:tab pos="0" algn="l"/>
              </a:tabLst>
            </a:pPr>
            <a:r>
              <a:rPr lang="es-ES" sz="4400" b="0" u="none" strike="noStrike">
                <a:solidFill>
                  <a:srgbClr val="FF0000"/>
                </a:solidFill>
                <a:effectLst/>
                <a:uFillTx/>
                <a:latin typeface="Calibri"/>
                <a:ea typeface="Calibri"/>
              </a:rPr>
              <a:t>Optimización</a:t>
            </a:r>
            <a:endParaRPr lang="es-ES" sz="4400" b="0" u="none" strike="noStrike">
              <a:solidFill>
                <a:srgbClr val="000000"/>
              </a:solidFill>
              <a:effectLst/>
              <a:uFillTx/>
              <a:latin typeface="Arial"/>
            </a:endParaRPr>
          </a:p>
        </p:txBody>
      </p:sp>
      <p:sp>
        <p:nvSpPr>
          <p:cNvPr id="201" name="Google Shape;352;ga271b82bae_0_7"/>
          <p:cNvSpPr/>
          <p:nvPr/>
        </p:nvSpPr>
        <p:spPr>
          <a:xfrm>
            <a:off x="547200" y="1545480"/>
            <a:ext cx="10891440" cy="2967840"/>
          </a:xfrm>
          <a:prstGeom prst="rect">
            <a:avLst/>
          </a:prstGeom>
          <a:noFill/>
          <a:ln w="0">
            <a:noFill/>
          </a:ln>
        </p:spPr>
        <p:style>
          <a:lnRef idx="0"/>
          <a:fillRef idx="0"/>
          <a:effectRef idx="0"/>
          <a:fontRef idx="minor"/>
        </p:style>
        <p:txBody>
          <a:bodyPr anchor="t">
            <a:noAutofit/>
          </a:bodyPr>
          <a:p>
            <a:pPr>
              <a:lnSpc>
                <a:spcPct val="100000"/>
              </a:lnSpc>
              <a:tabLst>
                <a:tab pos="0" algn="l"/>
              </a:tabLst>
            </a:pPr>
            <a:r>
              <a:rPr lang="es-ES" sz="1300" b="0" u="none" strike="noStrike">
                <a:solidFill>
                  <a:schemeClr val="lt1"/>
                </a:solidFill>
                <a:effectLst/>
                <a:uFillTx/>
                <a:latin typeface="Calibri"/>
                <a:ea typeface="Calibri"/>
              </a:rPr>
              <a:t>Los algoritmos de ML buscan siempre minimizar sus errores en los conjuntos de test y validación. Matemáticamente hablando esto es un problema de optimización, en el que tenemos una función de coste, como podría ser el MSE, y hay algoritmos iterativos que se encargan de llegar al mínimo de esa función, como el Gradient Descent.</a:t>
            </a:r>
            <a:endParaRPr lang="es-ES" sz="1300" b="0" u="none" strike="noStrike">
              <a:solidFill>
                <a:srgbClr val="FFFFFF"/>
              </a:solidFill>
              <a:effectLst/>
              <a:uFillTx/>
              <a:latin typeface="Arial"/>
            </a:endParaRPr>
          </a:p>
          <a:p>
            <a:pPr>
              <a:lnSpc>
                <a:spcPct val="100000"/>
              </a:lnSpc>
              <a:tabLst>
                <a:tab pos="0" algn="l"/>
              </a:tabLst>
            </a:pPr>
            <a:endParaRPr lang="es-ES" sz="1300" b="0" u="none" strike="noStrike">
              <a:solidFill>
                <a:srgbClr val="FFFFFF"/>
              </a:solidFill>
              <a:effectLst/>
              <a:uFillTx/>
              <a:latin typeface="Arial"/>
            </a:endParaRPr>
          </a:p>
          <a:p>
            <a:pPr>
              <a:lnSpc>
                <a:spcPct val="100000"/>
              </a:lnSpc>
              <a:tabLst>
                <a:tab pos="0" algn="l"/>
              </a:tabLst>
            </a:pPr>
            <a:r>
              <a:rPr lang="es-ES" sz="1300" b="0" u="none" strike="noStrike">
                <a:solidFill>
                  <a:schemeClr val="lt1"/>
                </a:solidFill>
                <a:effectLst/>
                <a:uFillTx/>
                <a:latin typeface="Calibri"/>
                <a:ea typeface="Calibri"/>
              </a:rPr>
              <a:t>Existen diferentes funciones de optimización, cada una con diferentes maneras de llegar al punto mínimo.</a:t>
            </a:r>
            <a:endParaRPr lang="es-ES" sz="1300" b="0" u="none" strike="noStrike">
              <a:solidFill>
                <a:srgbClr val="FFFFFF"/>
              </a:solidFill>
              <a:effectLst/>
              <a:uFillTx/>
              <a:latin typeface="Arial"/>
            </a:endParaRPr>
          </a:p>
          <a:p>
            <a:pPr marL="457200" indent="-311040">
              <a:lnSpc>
                <a:spcPct val="100000"/>
              </a:lnSpc>
              <a:buClr>
                <a:srgbClr val="FFFFFF"/>
              </a:buClr>
              <a:buFont typeface="Calibri"/>
              <a:buChar char="●"/>
              <a:tabLst>
                <a:tab pos="0" algn="l"/>
              </a:tabLst>
            </a:pPr>
            <a:r>
              <a:rPr lang="es-ES" sz="1300" b="0" u="none" strike="noStrike">
                <a:solidFill>
                  <a:schemeClr val="lt1"/>
                </a:solidFill>
                <a:effectLst/>
                <a:uFillTx/>
                <a:latin typeface="Calibri"/>
                <a:ea typeface="Calibri"/>
              </a:rPr>
              <a:t>Gradient Descent</a:t>
            </a:r>
            <a:endParaRPr lang="es-ES" sz="1300" b="0" u="none" strike="noStrike">
              <a:solidFill>
                <a:srgbClr val="FFFFFF"/>
              </a:solidFill>
              <a:effectLst/>
              <a:uFillTx/>
              <a:latin typeface="Arial"/>
            </a:endParaRPr>
          </a:p>
          <a:p>
            <a:pPr marL="457200" indent="-311040">
              <a:lnSpc>
                <a:spcPct val="100000"/>
              </a:lnSpc>
              <a:buClr>
                <a:srgbClr val="FFFFFF"/>
              </a:buClr>
              <a:buFont typeface="Calibri"/>
              <a:buChar char="●"/>
              <a:tabLst>
                <a:tab pos="0" algn="l"/>
              </a:tabLst>
            </a:pPr>
            <a:r>
              <a:rPr lang="es-ES" sz="1300" b="0" u="none" strike="noStrike">
                <a:solidFill>
                  <a:schemeClr val="lt1"/>
                </a:solidFill>
                <a:effectLst/>
                <a:uFillTx/>
                <a:latin typeface="Calibri"/>
                <a:ea typeface="Calibri"/>
              </a:rPr>
              <a:t>Stochastic Gradient Descent</a:t>
            </a:r>
            <a:endParaRPr lang="es-ES" sz="1300" b="0" u="none" strike="noStrike">
              <a:solidFill>
                <a:srgbClr val="FFFFFF"/>
              </a:solidFill>
              <a:effectLst/>
              <a:uFillTx/>
              <a:latin typeface="Arial"/>
            </a:endParaRPr>
          </a:p>
          <a:p>
            <a:pPr marL="457200" indent="-311040">
              <a:lnSpc>
                <a:spcPct val="100000"/>
              </a:lnSpc>
              <a:buClr>
                <a:srgbClr val="FFFFFF"/>
              </a:buClr>
              <a:buFont typeface="Calibri"/>
              <a:buChar char="●"/>
              <a:tabLst>
                <a:tab pos="0" algn="l"/>
              </a:tabLst>
            </a:pPr>
            <a:r>
              <a:rPr lang="es-ES" sz="1300" b="0" u="none" strike="noStrike">
                <a:solidFill>
                  <a:schemeClr val="lt1"/>
                </a:solidFill>
                <a:effectLst/>
                <a:uFillTx/>
                <a:latin typeface="Calibri"/>
                <a:ea typeface="Calibri"/>
              </a:rPr>
              <a:t>Mini-Batch Gradient Descent</a:t>
            </a:r>
            <a:endParaRPr lang="es-ES" sz="1300" b="0" u="none" strike="noStrike">
              <a:solidFill>
                <a:srgbClr val="FFFFFF"/>
              </a:solidFill>
              <a:effectLst/>
              <a:uFillTx/>
              <a:latin typeface="Arial"/>
            </a:endParaRPr>
          </a:p>
          <a:p>
            <a:pPr marL="457200" indent="-311040">
              <a:lnSpc>
                <a:spcPct val="100000"/>
              </a:lnSpc>
              <a:buClr>
                <a:srgbClr val="FFFFFF"/>
              </a:buClr>
              <a:buFont typeface="Calibri"/>
              <a:buChar char="●"/>
              <a:tabLst>
                <a:tab pos="0" algn="l"/>
              </a:tabLst>
            </a:pPr>
            <a:r>
              <a:rPr lang="es-ES" sz="1300" b="0" u="none" strike="noStrike">
                <a:solidFill>
                  <a:schemeClr val="lt1"/>
                </a:solidFill>
                <a:effectLst/>
                <a:uFillTx/>
                <a:latin typeface="Calibri"/>
                <a:ea typeface="Calibri"/>
              </a:rPr>
              <a:t>Momentum</a:t>
            </a:r>
            <a:endParaRPr lang="es-ES" sz="1300" b="0" u="none" strike="noStrike">
              <a:solidFill>
                <a:srgbClr val="FFFFFF"/>
              </a:solidFill>
              <a:effectLst/>
              <a:uFillTx/>
              <a:latin typeface="Arial"/>
            </a:endParaRPr>
          </a:p>
          <a:p>
            <a:pPr marL="457200" indent="-311040">
              <a:lnSpc>
                <a:spcPct val="100000"/>
              </a:lnSpc>
              <a:buClr>
                <a:srgbClr val="FFFFFF"/>
              </a:buClr>
              <a:buFont typeface="Calibri"/>
              <a:buChar char="●"/>
              <a:tabLst>
                <a:tab pos="0" algn="l"/>
              </a:tabLst>
            </a:pPr>
            <a:r>
              <a:rPr lang="es-ES" sz="1300" b="0" u="none" strike="noStrike">
                <a:solidFill>
                  <a:schemeClr val="lt1"/>
                </a:solidFill>
                <a:effectLst/>
                <a:uFillTx/>
                <a:latin typeface="Calibri"/>
                <a:ea typeface="Calibri"/>
              </a:rPr>
              <a:t>Nesterov Accelerated Gradient</a:t>
            </a:r>
            <a:endParaRPr lang="es-ES" sz="1300" b="0" u="none" strike="noStrike">
              <a:solidFill>
                <a:srgbClr val="FFFFFF"/>
              </a:solidFill>
              <a:effectLst/>
              <a:uFillTx/>
              <a:latin typeface="Arial"/>
            </a:endParaRPr>
          </a:p>
          <a:p>
            <a:pPr marL="457200" indent="-311040">
              <a:lnSpc>
                <a:spcPct val="100000"/>
              </a:lnSpc>
              <a:buClr>
                <a:srgbClr val="FFFFFF"/>
              </a:buClr>
              <a:buFont typeface="Calibri"/>
              <a:buChar char="●"/>
              <a:tabLst>
                <a:tab pos="0" algn="l"/>
              </a:tabLst>
            </a:pPr>
            <a:r>
              <a:rPr lang="es-ES" sz="1300" b="0" u="none" strike="noStrike">
                <a:solidFill>
                  <a:schemeClr val="lt1"/>
                </a:solidFill>
                <a:effectLst/>
                <a:uFillTx/>
                <a:latin typeface="Calibri"/>
                <a:ea typeface="Calibri"/>
              </a:rPr>
              <a:t>Adagrad</a:t>
            </a:r>
            <a:endParaRPr lang="es-ES" sz="1300" b="0" u="none" strike="noStrike">
              <a:solidFill>
                <a:srgbClr val="FFFFFF"/>
              </a:solidFill>
              <a:effectLst/>
              <a:uFillTx/>
              <a:latin typeface="Arial"/>
            </a:endParaRPr>
          </a:p>
          <a:p>
            <a:pPr marL="457200" indent="-311040">
              <a:lnSpc>
                <a:spcPct val="100000"/>
              </a:lnSpc>
              <a:buClr>
                <a:srgbClr val="FFFFFF"/>
              </a:buClr>
              <a:buFont typeface="Calibri"/>
              <a:buChar char="●"/>
              <a:tabLst>
                <a:tab pos="0" algn="l"/>
              </a:tabLst>
            </a:pPr>
            <a:r>
              <a:rPr lang="es-ES" sz="1300" b="0" u="none" strike="noStrike">
                <a:solidFill>
                  <a:schemeClr val="lt1"/>
                </a:solidFill>
                <a:effectLst/>
                <a:uFillTx/>
                <a:latin typeface="Calibri"/>
                <a:ea typeface="Calibri"/>
              </a:rPr>
              <a:t>AdaDelta</a:t>
            </a:r>
            <a:endParaRPr lang="es-ES" sz="1300" b="0" u="none" strike="noStrike">
              <a:solidFill>
                <a:srgbClr val="FFFFFF"/>
              </a:solidFill>
              <a:effectLst/>
              <a:uFillTx/>
              <a:latin typeface="Arial"/>
            </a:endParaRPr>
          </a:p>
          <a:p>
            <a:pPr marL="457200" indent="-311040">
              <a:lnSpc>
                <a:spcPct val="100000"/>
              </a:lnSpc>
              <a:buClr>
                <a:srgbClr val="FFFFFF"/>
              </a:buClr>
              <a:buFont typeface="Calibri"/>
              <a:buChar char="●"/>
              <a:tabLst>
                <a:tab pos="0" algn="l"/>
              </a:tabLst>
            </a:pPr>
            <a:r>
              <a:rPr lang="es-ES" sz="1300" b="0" u="none" strike="noStrike">
                <a:solidFill>
                  <a:schemeClr val="lt1"/>
                </a:solidFill>
                <a:effectLst/>
                <a:uFillTx/>
                <a:latin typeface="Calibri"/>
                <a:ea typeface="Calibri"/>
              </a:rPr>
              <a:t>Adam</a:t>
            </a:r>
            <a:endParaRPr lang="es-ES" sz="1300" b="0" u="none" strike="noStrike">
              <a:solidFill>
                <a:srgbClr val="FFFFFF"/>
              </a:solidFill>
              <a:effectLst/>
              <a:uFillTx/>
              <a:latin typeface="Arial"/>
            </a:endParaRPr>
          </a:p>
          <a:p>
            <a:pPr marL="457200" indent="-311040">
              <a:lnSpc>
                <a:spcPct val="100000"/>
              </a:lnSpc>
              <a:buClr>
                <a:srgbClr val="FFFFFF"/>
              </a:buClr>
              <a:buFont typeface="Calibri"/>
              <a:buChar char="●"/>
              <a:tabLst>
                <a:tab pos="0" algn="l"/>
              </a:tabLst>
            </a:pPr>
            <a:r>
              <a:rPr lang="es-ES" sz="1300" b="0" u="none" strike="noStrike">
                <a:solidFill>
                  <a:schemeClr val="lt1"/>
                </a:solidFill>
                <a:effectLst/>
                <a:uFillTx/>
                <a:latin typeface="Calibri"/>
                <a:ea typeface="Calibri"/>
              </a:rPr>
              <a:t>(…)</a:t>
            </a:r>
            <a:endParaRPr lang="es-ES" sz="1300" b="0" u="none" strike="noStrike">
              <a:solidFill>
                <a:srgbClr val="FFFFFF"/>
              </a:solidFill>
              <a:effectLst/>
              <a:uFillTx/>
              <a:latin typeface="Arial"/>
            </a:endParaRPr>
          </a:p>
          <a:p>
            <a:pPr>
              <a:lnSpc>
                <a:spcPct val="100000"/>
              </a:lnSpc>
              <a:tabLst>
                <a:tab pos="0" algn="l"/>
              </a:tabLst>
            </a:pPr>
            <a:endParaRPr lang="es-ES" sz="1300" b="0" u="none" strike="noStrike">
              <a:solidFill>
                <a:srgbClr val="FFFFFF"/>
              </a:solidFill>
              <a:effectLst/>
              <a:uFillTx/>
              <a:latin typeface="Arial"/>
            </a:endParaRPr>
          </a:p>
          <a:p>
            <a:pPr>
              <a:lnSpc>
                <a:spcPct val="100000"/>
              </a:lnSpc>
              <a:tabLst>
                <a:tab pos="0" algn="l"/>
              </a:tabLst>
            </a:pPr>
            <a:endParaRPr lang="es-ES" sz="1300" b="0" u="none" strike="noStrike">
              <a:solidFill>
                <a:srgbClr val="FFFFFF"/>
              </a:solidFill>
              <a:effectLst/>
              <a:uFillTx/>
              <a:latin typeface="Arial"/>
            </a:endParaRPr>
          </a:p>
        </p:txBody>
      </p:sp>
      <p:pic>
        <p:nvPicPr>
          <p:cNvPr id="202" name="Google Shape;356;ga271b82bae_0_7"/>
          <p:cNvPicPr/>
          <p:nvPr/>
        </p:nvPicPr>
        <p:blipFill>
          <a:blip r:embed="rId1"/>
          <a:stretch/>
        </p:blipFill>
        <p:spPr>
          <a:xfrm>
            <a:off x="838080" y="5725800"/>
            <a:ext cx="3722760" cy="689400"/>
          </a:xfrm>
          <a:prstGeom prst="rect">
            <a:avLst/>
          </a:prstGeom>
          <a:noFill/>
          <a:ln w="0">
            <a:noFill/>
          </a:ln>
        </p:spPr>
      </p:pic>
      <p:pic>
        <p:nvPicPr>
          <p:cNvPr id="203" name="Google Shape;357;ga271b82bae_0_7"/>
          <p:cNvPicPr/>
          <p:nvPr/>
        </p:nvPicPr>
        <p:blipFill>
          <a:blip r:embed="rId2"/>
          <a:stretch/>
        </p:blipFill>
        <p:spPr>
          <a:xfrm>
            <a:off x="838080" y="4774680"/>
            <a:ext cx="3797280" cy="689400"/>
          </a:xfrm>
          <a:prstGeom prst="rect">
            <a:avLst/>
          </a:prstGeom>
          <a:noFill/>
          <a:ln w="0">
            <a:noFill/>
          </a:ln>
        </p:spPr>
      </p:pic>
      <p:pic>
        <p:nvPicPr>
          <p:cNvPr id="204" name="Picture 2"/>
          <p:cNvPicPr/>
          <p:nvPr/>
        </p:nvPicPr>
        <p:blipFill>
          <a:blip r:embed="rId3"/>
          <a:stretch/>
        </p:blipFill>
        <p:spPr>
          <a:xfrm>
            <a:off x="6345000" y="2879280"/>
            <a:ext cx="4121640" cy="3191040"/>
          </a:xfrm>
          <a:prstGeom prst="rect">
            <a:avLst/>
          </a:prstGeom>
          <a:noFill/>
          <a:ln w="0">
            <a:noFill/>
          </a:ln>
        </p:spPr>
      </p:pic>
      <p:sp>
        <p:nvSpPr>
          <p:cNvPr id="205" name="CuadroTexto 1"/>
          <p:cNvSpPr/>
          <p:nvPr/>
        </p:nvSpPr>
        <p:spPr>
          <a:xfrm>
            <a:off x="6345000" y="6415560"/>
            <a:ext cx="4576680" cy="30744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s-ES" sz="1400" b="0" u="sng" strike="noStrike">
                <a:solidFill>
                  <a:schemeClr val="lt1"/>
                </a:solidFill>
                <a:effectLst/>
                <a:uFillTx/>
                <a:latin typeface="Arial"/>
                <a:ea typeface="Arial"/>
                <a:hlinkClick r:id="rId4"/>
              </a:rPr>
              <a:t>Detalle de optimizadores</a:t>
            </a:r>
            <a:endParaRPr lang="es-E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PlaceHolder 1"/>
          <p:cNvSpPr>
            <a:spLocks noGrp="1"/>
          </p:cNvSpPr>
          <p:nvPr>
            <p:ph type="title"/>
          </p:nvPr>
        </p:nvSpPr>
        <p:spPr>
          <a:xfrm>
            <a:off x="525240" y="443520"/>
            <a:ext cx="10556640" cy="712440"/>
          </a:xfrm>
          <a:prstGeom prst="rect">
            <a:avLst/>
          </a:prstGeom>
          <a:noFill/>
          <a:ln w="0">
            <a:noFill/>
          </a:ln>
        </p:spPr>
        <p:txBody>
          <a:bodyPr lIns="91440" tIns="45720" rIns="91440" bIns="45720" anchor="t">
            <a:noAutofit/>
          </a:bodyPr>
          <a:p>
            <a:pPr indent="0" algn="l">
              <a:lnSpc>
                <a:spcPct val="90000"/>
              </a:lnSpc>
              <a:buNone/>
              <a:tabLst>
                <a:tab pos="0" algn="l"/>
              </a:tabLst>
            </a:pPr>
            <a:r>
              <a:rPr lang="es-ES" sz="4400" b="0" u="none" strike="noStrike">
                <a:solidFill>
                  <a:srgbClr val="FF0000"/>
                </a:solidFill>
                <a:effectLst/>
                <a:uFillTx/>
                <a:latin typeface="Calibri"/>
                <a:ea typeface="Calibri"/>
              </a:rPr>
              <a:t>Regularization</a:t>
            </a:r>
            <a:endParaRPr lang="es-ES" sz="4400" b="0" u="none" strike="noStrike">
              <a:solidFill>
                <a:srgbClr val="000000"/>
              </a:solidFill>
              <a:effectLst/>
              <a:uFillTx/>
              <a:latin typeface="Arial"/>
            </a:endParaRPr>
          </a:p>
        </p:txBody>
      </p:sp>
      <p:sp>
        <p:nvSpPr>
          <p:cNvPr id="207" name="Google Shape;364;ga271b82bae_0_0"/>
          <p:cNvSpPr/>
          <p:nvPr/>
        </p:nvSpPr>
        <p:spPr>
          <a:xfrm>
            <a:off x="547200" y="1545480"/>
            <a:ext cx="10891440" cy="1484280"/>
          </a:xfrm>
          <a:prstGeom prst="rect">
            <a:avLst/>
          </a:prstGeom>
          <a:noFill/>
          <a:ln w="0">
            <a:noFill/>
          </a:ln>
        </p:spPr>
        <p:style>
          <a:lnRef idx="0"/>
          <a:fillRef idx="0"/>
          <a:effectRef idx="0"/>
          <a:fontRef idx="minor"/>
        </p:style>
        <p:txBody>
          <a:bodyPr anchor="t">
            <a:noAutofit/>
          </a:bodyPr>
          <a:p>
            <a:pPr>
              <a:lnSpc>
                <a:spcPct val="100000"/>
              </a:lnSpc>
              <a:tabLst>
                <a:tab pos="0" algn="l"/>
              </a:tabLst>
            </a:pPr>
            <a:r>
              <a:rPr lang="es-ES" sz="1300" b="0" u="none" strike="noStrike">
                <a:solidFill>
                  <a:schemeClr val="lt1"/>
                </a:solidFill>
                <a:effectLst/>
                <a:uFillTx/>
                <a:latin typeface="Calibri"/>
                <a:ea typeface="Calibri"/>
              </a:rPr>
              <a:t>Como sabes, la regularización consiste en aplicar penalizaciones al modelo en la etapa de entrenamiento. Estas técnicas nos sirven para reducir el overfitting y en RRNN también las tenemos.</a:t>
            </a:r>
            <a:endParaRPr lang="es-ES" sz="1300" b="0" u="none" strike="noStrike">
              <a:solidFill>
                <a:srgbClr val="FFFFFF"/>
              </a:solidFill>
              <a:effectLst/>
              <a:uFillTx/>
              <a:latin typeface="Arial"/>
            </a:endParaRPr>
          </a:p>
          <a:p>
            <a:pPr>
              <a:lnSpc>
                <a:spcPct val="100000"/>
              </a:lnSpc>
              <a:tabLst>
                <a:tab pos="0" algn="l"/>
              </a:tabLst>
            </a:pPr>
            <a:endParaRPr lang="es-ES" sz="1300" b="0" u="none" strike="noStrike">
              <a:solidFill>
                <a:srgbClr val="FFFFFF"/>
              </a:solidFill>
              <a:effectLst/>
              <a:uFillTx/>
              <a:latin typeface="Arial"/>
            </a:endParaRPr>
          </a:p>
          <a:p>
            <a:pPr>
              <a:lnSpc>
                <a:spcPct val="100000"/>
              </a:lnSpc>
              <a:tabLst>
                <a:tab pos="0" algn="l"/>
              </a:tabLst>
            </a:pPr>
            <a:r>
              <a:rPr lang="es-ES" sz="1300" b="0" u="none" strike="noStrike">
                <a:solidFill>
                  <a:schemeClr val="lt1"/>
                </a:solidFill>
                <a:effectLst/>
                <a:uFillTx/>
                <a:latin typeface="Calibri"/>
                <a:ea typeface="Calibri"/>
              </a:rPr>
              <a:t>Un ejemplo de penalización muy típico en RRNN es el dropout, que consiste en eliminar algunas neuronas aleatoriamente en el proceso de entrenamiento. Las neuronas se van “apagando y encendiendo” aleatoriamente en cada step del algoritmo de entrenamiento.</a:t>
            </a:r>
            <a:endParaRPr lang="es-ES" sz="1300" b="0" u="none" strike="noStrike">
              <a:solidFill>
                <a:srgbClr val="FFFFFF"/>
              </a:solidFill>
              <a:effectLst/>
              <a:uFillTx/>
              <a:latin typeface="Arial"/>
            </a:endParaRPr>
          </a:p>
        </p:txBody>
      </p:sp>
      <p:pic>
        <p:nvPicPr>
          <p:cNvPr id="208" name="Google Shape;365;ga271b82bae_0_0"/>
          <p:cNvPicPr/>
          <p:nvPr/>
        </p:nvPicPr>
        <p:blipFill>
          <a:blip r:embed="rId1"/>
          <a:stretch/>
        </p:blipFill>
        <p:spPr>
          <a:xfrm>
            <a:off x="636480" y="3565080"/>
            <a:ext cx="4955760" cy="2606760"/>
          </a:xfrm>
          <a:prstGeom prst="rect">
            <a:avLst/>
          </a:prstGeom>
          <a:noFill/>
          <a:ln w="0">
            <a:noFill/>
          </a:ln>
        </p:spPr>
      </p:pic>
      <p:pic>
        <p:nvPicPr>
          <p:cNvPr id="209" name="Google Shape;366;ga271b82bae_0_0"/>
          <p:cNvPicPr/>
          <p:nvPr/>
        </p:nvPicPr>
        <p:blipFill>
          <a:blip r:embed="rId2"/>
          <a:stretch/>
        </p:blipFill>
        <p:spPr>
          <a:xfrm>
            <a:off x="5996880" y="3858120"/>
            <a:ext cx="5337360" cy="1877400"/>
          </a:xfrm>
          <a:prstGeom prst="rect">
            <a:avLst/>
          </a:prstGeom>
          <a:noFill/>
          <a:ln w="0">
            <a:noFill/>
          </a:ln>
        </p:spPr>
      </p:pic>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 name="PlaceHolder 1"/>
          <p:cNvSpPr>
            <a:spLocks noGrp="1"/>
          </p:cNvSpPr>
          <p:nvPr>
            <p:ph type="title"/>
          </p:nvPr>
        </p:nvSpPr>
        <p:spPr>
          <a:xfrm>
            <a:off x="838080" y="365040"/>
            <a:ext cx="10515240" cy="1325520"/>
          </a:xfrm>
          <a:prstGeom prst="rect">
            <a:avLst/>
          </a:prstGeom>
          <a:noFill/>
          <a:ln w="0">
            <a:noFill/>
          </a:ln>
        </p:spPr>
        <p:txBody>
          <a:bodyPr lIns="91440" tIns="45720" rIns="91440" bIns="45720" anchor="ctr">
            <a:noAutofit/>
          </a:bodyPr>
          <a:p>
            <a:pPr indent="0" algn="l">
              <a:lnSpc>
                <a:spcPct val="90000"/>
              </a:lnSpc>
              <a:buNone/>
              <a:tabLst>
                <a:tab pos="0" algn="l"/>
              </a:tabLst>
            </a:pPr>
            <a:r>
              <a:rPr lang="es-ES" sz="4400" b="0" u="none" strike="noStrike">
                <a:solidFill>
                  <a:srgbClr val="FF0000"/>
                </a:solidFill>
                <a:effectLst/>
                <a:uFillTx/>
                <a:latin typeface="Calibri"/>
                <a:ea typeface="Calibri"/>
              </a:rPr>
              <a:t>Demo</a:t>
            </a:r>
            <a:endParaRPr lang="es-ES" sz="4400" b="0" u="none" strike="noStrike">
              <a:solidFill>
                <a:srgbClr val="000000"/>
              </a:solidFill>
              <a:effectLst/>
              <a:uFillTx/>
              <a:latin typeface="Arial"/>
            </a:endParaRPr>
          </a:p>
        </p:txBody>
      </p:sp>
      <p:sp>
        <p:nvSpPr>
          <p:cNvPr id="211" name="Google Shape;373;ga264c5d9f9_0_340"/>
          <p:cNvSpPr/>
          <p:nvPr/>
        </p:nvSpPr>
        <p:spPr>
          <a:xfrm>
            <a:off x="2105280" y="2854800"/>
            <a:ext cx="8197560" cy="1325520"/>
          </a:xfrm>
          <a:prstGeom prst="rect">
            <a:avLst/>
          </a:prstGeom>
          <a:noFill/>
          <a:ln w="0">
            <a:noFill/>
          </a:ln>
        </p:spPr>
        <p:style>
          <a:lnRef idx="0"/>
          <a:fillRef idx="0"/>
          <a:effectRef idx="0"/>
          <a:fontRef idx="minor"/>
        </p:style>
        <p:txBody>
          <a:bodyPr tIns="91440" bIns="91440" anchor="t">
            <a:noAutofit/>
          </a:bodyPr>
          <a:p>
            <a:pPr>
              <a:lnSpc>
                <a:spcPct val="100000"/>
              </a:lnSpc>
              <a:tabLst>
                <a:tab pos="0" algn="l"/>
              </a:tabLst>
            </a:pPr>
            <a:r>
              <a:rPr lang="es-ES" sz="1400" b="0" u="sng" strike="noStrike">
                <a:solidFill>
                  <a:schemeClr val="hlink"/>
                </a:solidFill>
                <a:effectLst/>
                <a:uFillTx/>
                <a:latin typeface="Calibri"/>
                <a:ea typeface="Calibri"/>
                <a:hlinkClick r:id="rId1"/>
              </a:rPr>
              <a:t>https://playground.tensorflow.org/#activation=tanh&amp;batchSize=10&amp;dataset=circle&amp;regDataset=reg-plane&amp;learningRate=0.03&amp;regularizationRate=0&amp;noise=0&amp;networkShape=&amp;seed=0.14894&amp;showTestData=false&amp;discretize=false&amp;percTrainData=50&amp;x=true&amp;y=false&amp;xTimesY=false&amp;xSquared=false&amp;ySquared=false&amp;cosX=false&amp;sinX=false&amp;cosY=false&amp;sinY=false&amp;collectStats=false&amp;problem=classification&amp;initZero=false&amp;hideText=false</a:t>
            </a:r>
            <a:endParaRPr lang="es-ES" sz="1400" b="0" u="none" strike="noStrike">
              <a:solidFill>
                <a:srgbClr val="FFFFFF"/>
              </a:solidFill>
              <a:effectLst/>
              <a:uFillTx/>
              <a:latin typeface="Arial"/>
            </a:endParaRPr>
          </a:p>
          <a:p>
            <a:pPr>
              <a:lnSpc>
                <a:spcPct val="100000"/>
              </a:lnSpc>
              <a:tabLst>
                <a:tab pos="0" algn="l"/>
              </a:tabLst>
            </a:pPr>
            <a:endParaRPr lang="es-ES" sz="1400" b="0" u="none" strike="noStrike">
              <a:solidFill>
                <a:srgbClr val="FFFFFF"/>
              </a:solidFill>
              <a:effectLst/>
              <a:uFillTx/>
              <a:latin typeface="Arial"/>
            </a:endParaRPr>
          </a:p>
          <a:p>
            <a:pPr>
              <a:lnSpc>
                <a:spcPct val="100000"/>
              </a:lnSpc>
              <a:tabLst>
                <a:tab pos="0" algn="l"/>
              </a:tabLst>
            </a:pPr>
            <a:endParaRPr lang="es-ES" sz="1400" b="0" u="none" strike="noStrike">
              <a:solidFill>
                <a:srgbClr val="FFFFFF"/>
              </a:solidFill>
              <a:effectLst/>
              <a:uFillTx/>
              <a:latin typeface="Arial"/>
            </a:endParaRPr>
          </a:p>
          <a:p>
            <a:pPr>
              <a:lnSpc>
                <a:spcPct val="100000"/>
              </a:lnSpc>
              <a:tabLst>
                <a:tab pos="0" algn="l"/>
              </a:tabLst>
            </a:pPr>
            <a:endParaRPr lang="es-E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Custom 1">
      <a:dk1>
        <a:srgbClr val="000000"/>
      </a:dk1>
      <a:lt1>
        <a:srgbClr val="FFFFFF"/>
      </a:lt1>
      <a:dk2>
        <a:srgbClr val="44546A"/>
      </a:dk2>
      <a:lt2>
        <a:srgbClr val="E7E6E6"/>
      </a:lt2>
      <a:accent1>
        <a:srgbClr val="FF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912</TotalTime>
  <Application>LibreOffice/26.2.2.2$Windows_X86_64 LibreOffice_project/1f77d10d6938fd34972958f64b2bcfa54f8b1ba5</Application>
  <AppVersion>15.0000</AppVersion>
  <Words>1783</Words>
  <Paragraphs>195</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2020-05-12T19:48:30Z</dcterms:created>
  <dc:creator>Gabriel VT</dc:creator>
  <dc:description/>
  <dc:language>es-ES</dc:language>
  <cp:lastModifiedBy/>
  <dcterms:modified xsi:type="dcterms:W3CDTF">2026-05-05T13:02:53Z</dcterms:modified>
  <cp:revision>7</cp:revision>
  <dc:subject/>
  <dc:title>Deep Learning - Introduction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32</vt:i4>
  </property>
  <property fmtid="{D5CDD505-2E9C-101B-9397-08002B2CF9AE}" pid="3" name="PresentationFormat">
    <vt:lpwstr>Panorámica</vt:lpwstr>
  </property>
  <property fmtid="{D5CDD505-2E9C-101B-9397-08002B2CF9AE}" pid="4" name="Slides">
    <vt:i4>32</vt:i4>
  </property>
</Properties>
</file>