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comments/comment12.xml" ContentType="application/vnd.openxmlformats-officedocument.presentationml.comments+xml"/>
  <Override PartName="/ppt/comments/comment19.xml" ContentType="application/vnd.openxmlformats-officedocument.presentationml.comments+xml"/>
  <Override PartName="/ppt/comments/comment8.xml" ContentType="application/vnd.openxmlformats-officedocument.presentationml.comments+xml"/>
  <Override PartName="/ppt/comments/comment10.xml" ContentType="application/vnd.openxmlformats-officedocument.presentationml.comments+xml"/>
  <Override PartName="/ppt/comments/comment18.xml" ContentType="application/vnd.openxmlformats-officedocument.presentationml.comments+xml"/>
  <Override PartName="/ppt/comments/comment15.xml" ContentType="application/vnd.openxmlformats-officedocument.presentationml.comment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ommentAuthors.xml" ContentType="application/vnd.openxmlformats-officedocument.presentationml.commentAuthors+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notesMasterIdLst>
    <p:notesMasterId r:id="rId13"/>
  </p:notes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 id="270" r:id="rId28"/>
    <p:sldId id="271" r:id="rId29"/>
    <p:sldId id="272" r:id="rId30"/>
    <p:sldId id="273" r:id="rId31"/>
    <p:sldId id="274" r:id="rId32"/>
    <p:sldId id="275" r:id="rId33"/>
    <p:sldId id="276" r:id="rId34"/>
  </p:sldIdLst>
  <p:sldSz cx="12192000" cy="6858000"/>
  <p:notesSz cx="6858000" cy="9144000"/>
</p:presentation>
</file>

<file path=ppt/commentAuthors.xml><?xml version="1.0" encoding="utf-8"?>
<p:cmAuthorLst xmlns:p="http://schemas.openxmlformats.org/presentationml/2006/main">
  <p:cmAuthor id="0" name="" initials="" lastIdx="7" clrIdx="0"/>
</p:cmAuthorLst>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 Id="rId33" Type="http://schemas.openxmlformats.org/officeDocument/2006/relationships/slide" Target="slides/slide20.xml"/><Relationship Id="rId34" Type="http://schemas.openxmlformats.org/officeDocument/2006/relationships/slide" Target="slides/slide21.xml"/><Relationship Id="rId35" Type="http://schemas.openxmlformats.org/officeDocument/2006/relationships/presProps" Target="presProps.xml"/><Relationship Id="rId36" Type="http://schemas.openxmlformats.org/officeDocument/2006/relationships/commentAuthors" Target="commentAuthors.xml"/>
</Relationships>
</file>

<file path=ppt/comments/comment8.xml><?xml version="1.0" encoding="utf-8"?>
<p:cmLst xmlns:p="http://schemas.openxmlformats.org/presentationml/2006/main">
  <p:cm authorId="0" dt="2026-04-24T11:58:59.000000000" idx="1">
    <p:pos x="0" y="0"/>
    <p:text>Regression no tendría sentido en este modelo, ya que los demás son classifier</p:text>
  </p:cm>
</p:cmLst>
</file>

<file path=ppt/comments/comment10.xml><?xml version="1.0" encoding="utf-8"?>
<p:cmLst xmlns:p="http://schemas.openxmlformats.org/presentationml/2006/main">
  <p:cm authorId="0" dt="2026-04-24T12:08:27.000000000" idx="2">
    <p:pos x="0" y="0"/>
    <p:text>Entrena con 200 filas del dataset y al siguiente otras 200 aleatorias (porcion) : Bootstrapping
Pasting: el siguiente no ve las primeras 200 filas. Se pone bootstrap=False
Se hace con cross validation para reducir el overfit</p:text>
  </p:cm>
</p:cmLst>
</file>

<file path=ppt/comments/comment12.xml><?xml version="1.0" encoding="utf-8"?>
<p:cmLst xmlns:p="http://schemas.openxmlformats.org/presentationml/2006/main">
  <p:cm authorId="0" dt="2026-04-24T12:18:22.000000000" idx="3">
    <p:pos x="0" y="0"/>
    <p:text>Using the three decision trees, we reduced the error down to only one misclassification. Using many more trees can make predictions even better.
This is why the random forest algorithm is so powerful. It combines the power of individual decision trees to produce more robust results. </p:text>
  </p:cm>
  <p:cm authorId="0" dt="2026-04-24T12:30:36.000000000" idx="4">
    <p:pos x="227" y="0"/>
    <p:text>50-200 arboles en un random forest, mas entran en overfit y fallan mas que una escopeta de feria.
Es un buen modelo de linea base</p:text>
  </p:cm>
</p:cmLst>
</file>

<file path=ppt/comments/comment15.xml><?xml version="1.0" encoding="utf-8"?>
<p:cmLst xmlns:p="http://schemas.openxmlformats.org/presentationml/2006/main">
  <p:cm authorId="0" dt="2026-04-24T12:35:08.000000000" idx="5">
    <p:pos x="0" y="0"/>
    <p:text>Resuelven 90% de los problemas de la vida real</p:text>
  </p:cm>
</p:cmLst>
</file>

<file path=ppt/comments/comment18.xml><?xml version="1.0" encoding="utf-8"?>
<p:cmLst xmlns:p="http://schemas.openxmlformats.org/presentationml/2006/main">
  <p:cm authorId="0" dt="2026-04-24T12:52:01.000000000" idx="6">
    <p:pos x="0" y="0"/>
    <p:text>GradientBoost: el metodo más potente</p:text>
  </p:cm>
</p:cmLst>
</file>

<file path=ppt/comments/comment19.xml><?xml version="1.0" encoding="utf-8"?>
<p:cmLst xmlns:p="http://schemas.openxmlformats.org/presentationml/2006/main">
  <p:cm authorId="0" dt="2026-04-24T12:58:14.000000000" idx="7">
    <p:pos x="0" y="0"/>
    <p:text>GradientBoost: para problemas complejos, muchos registros con muchas features.
100-200 arboles</p:text>
  </p:cm>
</p:cmLst>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 name="PlaceHolder 1"/>
          <p:cNvSpPr>
            <a:spLocks noGrp="1"/>
          </p:cNvSpPr>
          <p:nvPr>
            <p:ph type="sldImg"/>
          </p:nvPr>
        </p:nvSpPr>
        <p:spPr>
          <a:xfrm>
            <a:off x="216000" y="812520"/>
            <a:ext cx="7127280" cy="4008960"/>
          </a:xfrm>
          <a:prstGeom prst="rect">
            <a:avLst/>
          </a:prstGeom>
          <a:noFill/>
          <a:ln w="0">
            <a:noFill/>
          </a:ln>
        </p:spPr>
        <p:txBody>
          <a:bodyPr lIns="0" tIns="0" rIns="0" bIns="0" anchor="ctr">
            <a:noAutofit/>
          </a:bodyPr>
          <a:p>
            <a:r>
              <a:rPr lang="es-ES" sz="4400" b="0" u="none" strike="noStrike">
                <a:solidFill>
                  <a:srgbClr val="000000"/>
                </a:solidFill>
                <a:effectLst/>
                <a:uFillTx/>
                <a:latin typeface="Arial"/>
              </a:rPr>
              <a:t>Pulse para desplazar la diapositiva</a:t>
            </a:r>
            <a:endParaRPr lang="es-ES" sz="4400" b="0" u="none" strike="noStrike">
              <a:solidFill>
                <a:srgbClr val="000000"/>
              </a:solidFill>
              <a:effectLst/>
              <a:uFillTx/>
              <a:latin typeface="Arial"/>
            </a:endParaRPr>
          </a:p>
        </p:txBody>
      </p:sp>
      <p:sp>
        <p:nvSpPr>
          <p:cNvPr id="5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s-ES" sz="2000" b="0" u="none" strike="noStrike">
                <a:solidFill>
                  <a:srgbClr val="000000"/>
                </a:solidFill>
                <a:effectLst/>
                <a:uFillTx/>
                <a:latin typeface="Arial"/>
              </a:rPr>
              <a:t>Pulse para editar el formato de las notas</a:t>
            </a:r>
            <a:endParaRPr lang="es-ES" sz="2000" b="0" u="none" strike="noStrike">
              <a:solidFill>
                <a:srgbClr val="000000"/>
              </a:solidFill>
              <a:effectLst/>
              <a:uFillTx/>
              <a:latin typeface="Arial"/>
            </a:endParaRPr>
          </a:p>
        </p:txBody>
      </p:sp>
      <p:sp>
        <p:nvSpPr>
          <p:cNvPr id="56"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s-ES" sz="1400" b="0" u="none" strike="noStrike">
                <a:solidFill>
                  <a:srgbClr val="000000"/>
                </a:solidFill>
                <a:effectLst/>
                <a:uFillTx/>
                <a:latin typeface="Times New Roman"/>
              </a:rPr>
              <a:t> </a:t>
            </a:r>
            <a:endParaRPr lang="es-ES" sz="1400" b="0" u="none" strike="noStrike">
              <a:solidFill>
                <a:srgbClr val="000000"/>
              </a:solidFill>
              <a:effectLst/>
              <a:uFillTx/>
              <a:latin typeface="Times New Roman"/>
            </a:endParaRPr>
          </a:p>
        </p:txBody>
      </p:sp>
      <p:sp>
        <p:nvSpPr>
          <p:cNvPr id="57"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s-ES" sz="1400" b="0" u="none" strike="noStrike">
                <a:solidFill>
                  <a:srgbClr val="000000"/>
                </a:solidFill>
                <a:effectLst/>
                <a:uFillTx/>
                <a:latin typeface="Times New Roman"/>
              </a:defRPr>
            </a:lvl1pPr>
          </a:lstStyle>
          <a:p>
            <a:pPr indent="0" algn="r">
              <a:buNone/>
            </a:pPr>
            <a:r>
              <a:rPr lang="es-ES" sz="1400" b="0" u="none" strike="noStrike">
                <a:solidFill>
                  <a:srgbClr val="000000"/>
                </a:solidFill>
                <a:effectLst/>
                <a:uFillTx/>
                <a:latin typeface="Times New Roman"/>
              </a:rPr>
              <a:t> </a:t>
            </a:r>
            <a:endParaRPr lang="es-ES" sz="1400" b="0" u="none" strike="noStrike">
              <a:solidFill>
                <a:srgbClr val="000000"/>
              </a:solidFill>
              <a:effectLst/>
              <a:uFillTx/>
              <a:latin typeface="Times New Roman"/>
            </a:endParaRPr>
          </a:p>
        </p:txBody>
      </p:sp>
      <p:sp>
        <p:nvSpPr>
          <p:cNvPr id="58"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es-ES" sz="1400" b="0" u="none" strike="noStrike">
                <a:solidFill>
                  <a:srgbClr val="000000"/>
                </a:solidFill>
                <a:effectLst/>
                <a:uFillTx/>
                <a:latin typeface="Times New Roman"/>
              </a:defRPr>
            </a:lvl1pPr>
          </a:lstStyle>
          <a:p>
            <a:pPr indent="0" algn="l">
              <a:buNone/>
            </a:pPr>
            <a:r>
              <a:rPr lang="es-ES" sz="1400" b="0" u="none" strike="noStrike">
                <a:solidFill>
                  <a:srgbClr val="000000"/>
                </a:solidFill>
                <a:effectLst/>
                <a:uFillTx/>
                <a:latin typeface="Times New Roman"/>
              </a:rPr>
              <a:t> </a:t>
            </a:r>
            <a:endParaRPr lang="es-ES" sz="1400" b="0" u="none" strike="noStrike">
              <a:solidFill>
                <a:srgbClr val="000000"/>
              </a:solidFill>
              <a:effectLst/>
              <a:uFillTx/>
              <a:latin typeface="Times New Roman"/>
            </a:endParaRPr>
          </a:p>
        </p:txBody>
      </p:sp>
      <p:sp>
        <p:nvSpPr>
          <p:cNvPr id="59"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s-ES" sz="1400" b="0" u="none" strike="noStrike">
                <a:solidFill>
                  <a:srgbClr val="000000"/>
                </a:solidFill>
                <a:effectLst/>
                <a:uFillTx/>
                <a:latin typeface="Times New Roman"/>
              </a:defRPr>
            </a:lvl1pPr>
          </a:lstStyle>
          <a:p>
            <a:pPr indent="0" algn="r">
              <a:buNone/>
            </a:pPr>
            <a:fld id="{5AE63F56-AD09-490D-AAC6-84C3AB0F8105}" type="slidenum">
              <a:rPr lang="es-ES" sz="1400" b="0" u="none" strike="noStrike">
                <a:solidFill>
                  <a:srgbClr val="000000"/>
                </a:solidFill>
                <a:effectLst/>
                <a:uFillTx/>
                <a:latin typeface="Times New Roman"/>
              </a:rPr>
              <a:t>1</a:t>
            </a:fld>
            <a:endParaRPr lang="es-E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PlaceHolder 1"/>
          <p:cNvSpPr>
            <a:spLocks noGrp="1"/>
          </p:cNvSpPr>
          <p:nvPr>
            <p:ph type="sldImg"/>
          </p:nvPr>
        </p:nvSpPr>
        <p:spPr>
          <a:xfrm>
            <a:off x="685800" y="1143000"/>
            <a:ext cx="5485680" cy="3085560"/>
          </a:xfrm>
          <a:prstGeom prst="rect">
            <a:avLst/>
          </a:prstGeom>
          <a:ln w="0">
            <a:noFill/>
          </a:ln>
        </p:spPr>
      </p:sp>
      <p:sp>
        <p:nvSpPr>
          <p:cNvPr id="25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s-ES" sz="1800" b="0" u="none" strike="noStrike">
              <a:solidFill>
                <a:srgbClr val="000000"/>
              </a:solidFill>
              <a:effectLst/>
              <a:uFillTx/>
              <a:latin typeface="Arial"/>
            </a:endParaRPr>
          </a:p>
        </p:txBody>
      </p:sp>
      <p:sp>
        <p:nvSpPr>
          <p:cNvPr id="253" name="PlaceHolder 3"/>
          <p:cNvSpPr>
            <a:spLocks noGrp="1"/>
          </p:cNvSpPr>
          <p:nvPr>
            <p:ph type="sldNum" idx="37"/>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GB" sz="1400" b="0" u="none" strike="noStrike">
                <a:solidFill>
                  <a:srgbClr val="000000"/>
                </a:solidFill>
                <a:effectLst/>
                <a:uFillTx/>
                <a:latin typeface="Times New Roman"/>
              </a:defRPr>
            </a:lvl1pPr>
          </a:lstStyle>
          <a:p>
            <a:pPr indent="0" algn="r">
              <a:lnSpc>
                <a:spcPct val="100000"/>
              </a:lnSpc>
              <a:buNone/>
              <a:tabLst>
                <a:tab pos="0" algn="l"/>
              </a:tabLst>
            </a:pPr>
            <a:fld id="{D7A145B6-BACF-46B7-BD2B-95BC84E2FAC0}" type="slidenum">
              <a:rPr lang="en-GB" sz="1400" b="0" u="none" strike="noStrike">
                <a:solidFill>
                  <a:srgbClr val="000000"/>
                </a:solidFill>
                <a:effectLst/>
                <a:uFillTx/>
                <a:latin typeface="Times New Roman"/>
              </a:rPr>
              <a:t>1</a:t>
            </a:fld>
            <a:endParaRPr lang="es-ES" sz="14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4" name="PlaceHolder 1"/>
          <p:cNvSpPr>
            <a:spLocks noGrp="1"/>
          </p:cNvSpPr>
          <p:nvPr>
            <p:ph type="sldImg"/>
          </p:nvPr>
        </p:nvSpPr>
        <p:spPr>
          <a:xfrm>
            <a:off x="685800" y="1143000"/>
            <a:ext cx="5485680" cy="3085560"/>
          </a:xfrm>
          <a:prstGeom prst="rect">
            <a:avLst/>
          </a:prstGeom>
          <a:ln w="0">
            <a:noFill/>
          </a:ln>
        </p:spPr>
      </p:sp>
      <p:sp>
        <p:nvSpPr>
          <p:cNvPr id="255" name="PlaceHolder 2"/>
          <p:cNvSpPr>
            <a:spLocks noGrp="1"/>
          </p:cNvSpPr>
          <p:nvPr>
            <p:ph type="body"/>
          </p:nvPr>
        </p:nvSpPr>
        <p:spPr>
          <a:xfrm>
            <a:off x="685800" y="4400640"/>
            <a:ext cx="5485680" cy="3600000"/>
          </a:xfrm>
          <a:prstGeom prst="rect">
            <a:avLst/>
          </a:prstGeom>
          <a:noFill/>
          <a:ln w="0">
            <a:noFill/>
          </a:ln>
        </p:spPr>
        <p:txBody>
          <a:bodyPr lIns="91440" tIns="45720" rIns="91440" bIns="45720" anchor="t">
            <a:noAutofit/>
          </a:bodyPr>
          <a:p>
            <a:pPr indent="0" algn="l">
              <a:buNone/>
            </a:pPr>
            <a:endParaRPr lang="es-ES" sz="1800" b="0" u="none" strike="noStrike">
              <a:solidFill>
                <a:srgbClr val="000000"/>
              </a:solidFill>
              <a:effectLst/>
              <a:uFillTx/>
              <a:latin typeface="Arial"/>
            </a:endParaRPr>
          </a:p>
        </p:txBody>
      </p:sp>
      <p:sp>
        <p:nvSpPr>
          <p:cNvPr id="256" name="PlaceHolder 3"/>
          <p:cNvSpPr>
            <a:spLocks noGrp="1"/>
          </p:cNvSpPr>
          <p:nvPr>
            <p:ph type="sldNum" idx="38"/>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GB" sz="1400" b="0" u="none" strike="noStrike">
                <a:solidFill>
                  <a:srgbClr val="000000"/>
                </a:solidFill>
                <a:effectLst/>
                <a:uFillTx/>
                <a:latin typeface="Times New Roman"/>
              </a:defRPr>
            </a:lvl1pPr>
          </a:lstStyle>
          <a:p>
            <a:pPr indent="0" algn="r">
              <a:lnSpc>
                <a:spcPct val="100000"/>
              </a:lnSpc>
              <a:buNone/>
              <a:tabLst>
                <a:tab pos="0" algn="l"/>
              </a:tabLst>
            </a:pPr>
            <a:fld id="{3F5F9548-D79F-477C-8660-6FD0A6F35DD2}" type="slidenum">
              <a:rPr lang="en-GB" sz="1400" b="0" u="none" strike="noStrike">
                <a:solidFill>
                  <a:srgbClr val="000000"/>
                </a:solidFill>
                <a:effectLst/>
                <a:uFillTx/>
                <a:latin typeface="Times New Roman"/>
              </a:rPr>
              <a:t>1</a:t>
            </a:fld>
            <a:endParaRPr lang="es-ES" sz="14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 name="PlaceHolder 1"/>
          <p:cNvSpPr>
            <a:spLocks noGrp="1"/>
          </p:cNvSpPr>
          <p:nvPr>
            <p:ph type="sldImg"/>
          </p:nvPr>
        </p:nvSpPr>
        <p:spPr>
          <a:xfrm>
            <a:off x="685800" y="1143000"/>
            <a:ext cx="5485680" cy="3085560"/>
          </a:xfrm>
          <a:prstGeom prst="rect">
            <a:avLst/>
          </a:prstGeom>
          <a:ln w="0">
            <a:noFill/>
          </a:ln>
        </p:spPr>
      </p:sp>
      <p:sp>
        <p:nvSpPr>
          <p:cNvPr id="258" name="PlaceHolder 2"/>
          <p:cNvSpPr>
            <a:spLocks noGrp="1"/>
          </p:cNvSpPr>
          <p:nvPr>
            <p:ph type="body"/>
          </p:nvPr>
        </p:nvSpPr>
        <p:spPr>
          <a:xfrm>
            <a:off x="685800" y="4400640"/>
            <a:ext cx="5485680" cy="3600000"/>
          </a:xfrm>
          <a:prstGeom prst="rect">
            <a:avLst/>
          </a:prstGeom>
          <a:noFill/>
          <a:ln w="0">
            <a:noFill/>
          </a:ln>
        </p:spPr>
        <p:txBody>
          <a:bodyPr lIns="91440" tIns="45720" rIns="91440" bIns="45720" anchor="t">
            <a:noAutofit/>
          </a:bodyPr>
          <a:p>
            <a:pPr indent="0" algn="l">
              <a:buNone/>
            </a:pPr>
            <a:endParaRPr lang="es-ES" sz="1800" b="0" u="none" strike="noStrike">
              <a:solidFill>
                <a:srgbClr val="000000"/>
              </a:solidFill>
              <a:effectLst/>
              <a:uFillTx/>
              <a:latin typeface="Arial"/>
            </a:endParaRPr>
          </a:p>
        </p:txBody>
      </p:sp>
      <p:sp>
        <p:nvSpPr>
          <p:cNvPr id="259" name="PlaceHolder 3"/>
          <p:cNvSpPr>
            <a:spLocks noGrp="1"/>
          </p:cNvSpPr>
          <p:nvPr>
            <p:ph type="sldNum" idx="39"/>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GB" sz="1400" b="0" u="none" strike="noStrike">
                <a:solidFill>
                  <a:srgbClr val="000000"/>
                </a:solidFill>
                <a:effectLst/>
                <a:uFillTx/>
                <a:latin typeface="Times New Roman"/>
              </a:defRPr>
            </a:lvl1pPr>
          </a:lstStyle>
          <a:p>
            <a:pPr indent="0" algn="r">
              <a:lnSpc>
                <a:spcPct val="100000"/>
              </a:lnSpc>
              <a:buNone/>
              <a:tabLst>
                <a:tab pos="0" algn="l"/>
              </a:tabLst>
            </a:pPr>
            <a:fld id="{49C668CF-955C-46A1-83DA-ECA7B4AB577A}" type="slidenum">
              <a:rPr lang="en-GB" sz="1400" b="0" u="none" strike="noStrike">
                <a:solidFill>
                  <a:srgbClr val="000000"/>
                </a:solidFill>
                <a:effectLst/>
                <a:uFillTx/>
                <a:latin typeface="Times New Roman"/>
              </a:rPr>
              <a:t>1</a:t>
            </a:fld>
            <a:endParaRPr lang="es-ES" sz="14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0" name="PlaceHolder 1"/>
          <p:cNvSpPr>
            <a:spLocks noGrp="1"/>
          </p:cNvSpPr>
          <p:nvPr>
            <p:ph type="sldImg"/>
          </p:nvPr>
        </p:nvSpPr>
        <p:spPr>
          <a:xfrm>
            <a:off x="685800" y="1143000"/>
            <a:ext cx="5485680" cy="3085560"/>
          </a:xfrm>
          <a:prstGeom prst="rect">
            <a:avLst/>
          </a:prstGeom>
          <a:ln w="0">
            <a:noFill/>
          </a:ln>
        </p:spPr>
      </p:sp>
      <p:sp>
        <p:nvSpPr>
          <p:cNvPr id="261" name="PlaceHolder 2"/>
          <p:cNvSpPr>
            <a:spLocks noGrp="1"/>
          </p:cNvSpPr>
          <p:nvPr>
            <p:ph type="body"/>
          </p:nvPr>
        </p:nvSpPr>
        <p:spPr>
          <a:xfrm>
            <a:off x="685800" y="4400640"/>
            <a:ext cx="5485680" cy="3600000"/>
          </a:xfrm>
          <a:prstGeom prst="rect">
            <a:avLst/>
          </a:prstGeom>
          <a:noFill/>
          <a:ln w="0">
            <a:noFill/>
          </a:ln>
        </p:spPr>
        <p:txBody>
          <a:bodyPr lIns="91440" tIns="45720" rIns="91440" bIns="45720" anchor="t">
            <a:noAutofit/>
          </a:bodyPr>
          <a:p>
            <a:pPr indent="0" algn="l">
              <a:buNone/>
            </a:pPr>
            <a:endParaRPr lang="es-ES" sz="1800" b="0" u="none" strike="noStrike">
              <a:solidFill>
                <a:srgbClr val="000000"/>
              </a:solidFill>
              <a:effectLst/>
              <a:uFillTx/>
              <a:latin typeface="Arial"/>
            </a:endParaRPr>
          </a:p>
        </p:txBody>
      </p:sp>
      <p:sp>
        <p:nvSpPr>
          <p:cNvPr id="262" name="PlaceHolder 3"/>
          <p:cNvSpPr>
            <a:spLocks noGrp="1"/>
          </p:cNvSpPr>
          <p:nvPr>
            <p:ph type="sldNum" idx="40"/>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GB" sz="1400" b="0" u="none" strike="noStrike">
                <a:solidFill>
                  <a:srgbClr val="000000"/>
                </a:solidFill>
                <a:effectLst/>
                <a:uFillTx/>
                <a:latin typeface="Times New Roman"/>
              </a:defRPr>
            </a:lvl1pPr>
          </a:lstStyle>
          <a:p>
            <a:pPr indent="0" algn="r">
              <a:lnSpc>
                <a:spcPct val="100000"/>
              </a:lnSpc>
              <a:buNone/>
              <a:tabLst>
                <a:tab pos="0" algn="l"/>
              </a:tabLst>
            </a:pPr>
            <a:fld id="{6002A9B7-1432-464A-AFAD-62FFC970A969}" type="slidenum">
              <a:rPr lang="en-GB" sz="1400" b="0" u="none" strike="noStrike">
                <a:solidFill>
                  <a:srgbClr val="000000"/>
                </a:solidFill>
                <a:effectLst/>
                <a:uFillTx/>
                <a:latin typeface="Times New Roman"/>
              </a:rPr>
              <a:t>1</a:t>
            </a:fld>
            <a:endParaRPr lang="es-ES" sz="14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3" name="PlaceHolder 1"/>
          <p:cNvSpPr>
            <a:spLocks noGrp="1"/>
          </p:cNvSpPr>
          <p:nvPr>
            <p:ph type="sldImg"/>
          </p:nvPr>
        </p:nvSpPr>
        <p:spPr>
          <a:xfrm>
            <a:off x="685800" y="1143000"/>
            <a:ext cx="5485680" cy="3085560"/>
          </a:xfrm>
          <a:prstGeom prst="rect">
            <a:avLst/>
          </a:prstGeom>
          <a:ln w="0">
            <a:noFill/>
          </a:ln>
        </p:spPr>
      </p:sp>
      <p:sp>
        <p:nvSpPr>
          <p:cNvPr id="264" name="PlaceHolder 2"/>
          <p:cNvSpPr>
            <a:spLocks noGrp="1"/>
          </p:cNvSpPr>
          <p:nvPr>
            <p:ph type="body"/>
          </p:nvPr>
        </p:nvSpPr>
        <p:spPr>
          <a:xfrm>
            <a:off x="685800" y="4400640"/>
            <a:ext cx="5485680" cy="3600000"/>
          </a:xfrm>
          <a:prstGeom prst="rect">
            <a:avLst/>
          </a:prstGeom>
          <a:noFill/>
          <a:ln w="0">
            <a:noFill/>
          </a:ln>
        </p:spPr>
        <p:txBody>
          <a:bodyPr lIns="91440" tIns="45720" rIns="91440" bIns="45720" anchor="t">
            <a:noAutofit/>
          </a:bodyPr>
          <a:p>
            <a:pPr indent="0" algn="l">
              <a:buNone/>
            </a:pPr>
            <a:endParaRPr lang="es-ES" sz="1800" b="0" u="none" strike="noStrike">
              <a:solidFill>
                <a:srgbClr val="000000"/>
              </a:solidFill>
              <a:effectLst/>
              <a:uFillTx/>
              <a:latin typeface="Arial"/>
            </a:endParaRPr>
          </a:p>
        </p:txBody>
      </p:sp>
      <p:sp>
        <p:nvSpPr>
          <p:cNvPr id="265" name="PlaceHolder 3"/>
          <p:cNvSpPr>
            <a:spLocks noGrp="1"/>
          </p:cNvSpPr>
          <p:nvPr>
            <p:ph type="sldNum" idx="41"/>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GB" sz="1400" b="0" u="none" strike="noStrike">
                <a:solidFill>
                  <a:srgbClr val="000000"/>
                </a:solidFill>
                <a:effectLst/>
                <a:uFillTx/>
                <a:latin typeface="Times New Roman"/>
              </a:defRPr>
            </a:lvl1pPr>
          </a:lstStyle>
          <a:p>
            <a:pPr indent="0" algn="r">
              <a:lnSpc>
                <a:spcPct val="100000"/>
              </a:lnSpc>
              <a:buNone/>
              <a:tabLst>
                <a:tab pos="0" algn="l"/>
              </a:tabLst>
            </a:pPr>
            <a:fld id="{34082201-79C0-40D3-B5D0-27813DEE5886}" type="slidenum">
              <a:rPr lang="en-GB" sz="1400" b="0" u="none" strike="noStrike">
                <a:solidFill>
                  <a:srgbClr val="000000"/>
                </a:solidFill>
                <a:effectLst/>
                <a:uFillTx/>
                <a:latin typeface="Times New Roman"/>
              </a:rPr>
              <a:t>1</a:t>
            </a:fld>
            <a:endParaRPr lang="es-ES" sz="14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6" name="PlaceHolder 1"/>
          <p:cNvSpPr>
            <a:spLocks noGrp="1"/>
          </p:cNvSpPr>
          <p:nvPr>
            <p:ph type="sldImg"/>
          </p:nvPr>
        </p:nvSpPr>
        <p:spPr>
          <a:xfrm>
            <a:off x="685800" y="1143000"/>
            <a:ext cx="5485680" cy="3085560"/>
          </a:xfrm>
          <a:prstGeom prst="rect">
            <a:avLst/>
          </a:prstGeom>
          <a:ln w="0">
            <a:noFill/>
          </a:ln>
        </p:spPr>
      </p:sp>
      <p:sp>
        <p:nvSpPr>
          <p:cNvPr id="267" name="PlaceHolder 2"/>
          <p:cNvSpPr>
            <a:spLocks noGrp="1"/>
          </p:cNvSpPr>
          <p:nvPr>
            <p:ph type="body"/>
          </p:nvPr>
        </p:nvSpPr>
        <p:spPr>
          <a:xfrm>
            <a:off x="685800" y="4400640"/>
            <a:ext cx="5485680" cy="3600000"/>
          </a:xfrm>
          <a:prstGeom prst="rect">
            <a:avLst/>
          </a:prstGeom>
          <a:noFill/>
          <a:ln w="0">
            <a:noFill/>
          </a:ln>
        </p:spPr>
        <p:txBody>
          <a:bodyPr lIns="91440" tIns="45720" rIns="91440" bIns="45720" anchor="t">
            <a:noAutofit/>
          </a:bodyPr>
          <a:p>
            <a:pPr indent="0" algn="l">
              <a:buNone/>
            </a:pPr>
            <a:endParaRPr lang="es-ES" sz="1800" b="0" u="none" strike="noStrike">
              <a:solidFill>
                <a:srgbClr val="000000"/>
              </a:solidFill>
              <a:effectLst/>
              <a:uFillTx/>
              <a:latin typeface="Arial"/>
            </a:endParaRPr>
          </a:p>
        </p:txBody>
      </p:sp>
      <p:sp>
        <p:nvSpPr>
          <p:cNvPr id="268" name="PlaceHolder 3"/>
          <p:cNvSpPr>
            <a:spLocks noGrp="1"/>
          </p:cNvSpPr>
          <p:nvPr>
            <p:ph type="sldNum" idx="42"/>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GB" sz="1400" b="0" u="none" strike="noStrike">
                <a:solidFill>
                  <a:srgbClr val="000000"/>
                </a:solidFill>
                <a:effectLst/>
                <a:uFillTx/>
                <a:latin typeface="Times New Roman"/>
              </a:defRPr>
            </a:lvl1pPr>
          </a:lstStyle>
          <a:p>
            <a:pPr indent="0" algn="r">
              <a:lnSpc>
                <a:spcPct val="100000"/>
              </a:lnSpc>
              <a:buNone/>
              <a:tabLst>
                <a:tab pos="0" algn="l"/>
              </a:tabLst>
            </a:pPr>
            <a:fld id="{032C01BE-5E0F-4DE6-9AC1-0EBDEEF81A39}" type="slidenum">
              <a:rPr lang="en-GB" sz="1400" b="0" u="none" strike="noStrike">
                <a:solidFill>
                  <a:srgbClr val="000000"/>
                </a:solidFill>
                <a:effectLst/>
                <a:uFillTx/>
                <a:latin typeface="Times New Roman"/>
              </a:rPr>
              <a:t>1</a:t>
            </a:fld>
            <a:endParaRPr lang="es-ES" sz="14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9" name="PlaceHolder 1"/>
          <p:cNvSpPr>
            <a:spLocks noGrp="1"/>
          </p:cNvSpPr>
          <p:nvPr>
            <p:ph type="sldImg"/>
          </p:nvPr>
        </p:nvSpPr>
        <p:spPr>
          <a:xfrm>
            <a:off x="685800" y="1143000"/>
            <a:ext cx="5485680" cy="3085560"/>
          </a:xfrm>
          <a:prstGeom prst="rect">
            <a:avLst/>
          </a:prstGeom>
          <a:ln w="0">
            <a:noFill/>
          </a:ln>
        </p:spPr>
      </p:sp>
      <p:sp>
        <p:nvSpPr>
          <p:cNvPr id="270" name="PlaceHolder 2"/>
          <p:cNvSpPr>
            <a:spLocks noGrp="1"/>
          </p:cNvSpPr>
          <p:nvPr>
            <p:ph type="body"/>
          </p:nvPr>
        </p:nvSpPr>
        <p:spPr>
          <a:xfrm>
            <a:off x="685800" y="4400640"/>
            <a:ext cx="5485680" cy="3600000"/>
          </a:xfrm>
          <a:prstGeom prst="rect">
            <a:avLst/>
          </a:prstGeom>
          <a:noFill/>
          <a:ln w="0">
            <a:noFill/>
          </a:ln>
        </p:spPr>
        <p:txBody>
          <a:bodyPr lIns="91440" tIns="45720" rIns="91440" bIns="45720" anchor="t">
            <a:noAutofit/>
          </a:bodyPr>
          <a:p>
            <a:pPr indent="0" algn="l">
              <a:buNone/>
            </a:pPr>
            <a:endParaRPr lang="es-ES" sz="1800" b="0" u="none" strike="noStrike">
              <a:solidFill>
                <a:srgbClr val="000000"/>
              </a:solidFill>
              <a:effectLst/>
              <a:uFillTx/>
              <a:latin typeface="Arial"/>
            </a:endParaRPr>
          </a:p>
        </p:txBody>
      </p:sp>
      <p:sp>
        <p:nvSpPr>
          <p:cNvPr id="271" name="PlaceHolder 3"/>
          <p:cNvSpPr>
            <a:spLocks noGrp="1"/>
          </p:cNvSpPr>
          <p:nvPr>
            <p:ph type="sldNum" idx="43"/>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GB" sz="1400" b="0" u="none" strike="noStrike">
                <a:solidFill>
                  <a:srgbClr val="000000"/>
                </a:solidFill>
                <a:effectLst/>
                <a:uFillTx/>
                <a:latin typeface="Times New Roman"/>
              </a:defRPr>
            </a:lvl1pPr>
          </a:lstStyle>
          <a:p>
            <a:pPr indent="0" algn="r">
              <a:lnSpc>
                <a:spcPct val="100000"/>
              </a:lnSpc>
              <a:buNone/>
              <a:tabLst>
                <a:tab pos="0" algn="l"/>
              </a:tabLst>
            </a:pPr>
            <a:fld id="{A8599003-D6EE-44F3-8BDB-8CCAFDA68F81}" type="slidenum">
              <a:rPr lang="en-GB" sz="1400" b="0" u="none" strike="noStrike">
                <a:solidFill>
                  <a:srgbClr val="000000"/>
                </a:solidFill>
                <a:effectLst/>
                <a:uFillTx/>
                <a:latin typeface="Times New Roman"/>
              </a:rPr>
              <a:t>1</a:t>
            </a:fld>
            <a:endParaRPr lang="es-ES" sz="14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2" name="PlaceHolder 1"/>
          <p:cNvSpPr>
            <a:spLocks noGrp="1"/>
          </p:cNvSpPr>
          <p:nvPr>
            <p:ph type="sldImg"/>
          </p:nvPr>
        </p:nvSpPr>
        <p:spPr>
          <a:xfrm>
            <a:off x="685800" y="1143000"/>
            <a:ext cx="5485680" cy="3085560"/>
          </a:xfrm>
          <a:prstGeom prst="rect">
            <a:avLst/>
          </a:prstGeom>
          <a:ln w="0">
            <a:noFill/>
          </a:ln>
        </p:spPr>
      </p:sp>
      <p:sp>
        <p:nvSpPr>
          <p:cNvPr id="273" name="PlaceHolder 2"/>
          <p:cNvSpPr>
            <a:spLocks noGrp="1"/>
          </p:cNvSpPr>
          <p:nvPr>
            <p:ph type="body"/>
          </p:nvPr>
        </p:nvSpPr>
        <p:spPr>
          <a:xfrm>
            <a:off x="685800" y="4400640"/>
            <a:ext cx="5485680" cy="3600000"/>
          </a:xfrm>
          <a:prstGeom prst="rect">
            <a:avLst/>
          </a:prstGeom>
          <a:noFill/>
          <a:ln w="0">
            <a:noFill/>
          </a:ln>
        </p:spPr>
        <p:txBody>
          <a:bodyPr lIns="91440" tIns="45720" rIns="91440" bIns="45720" anchor="t">
            <a:noAutofit/>
          </a:bodyPr>
          <a:p>
            <a:pPr indent="0" algn="l">
              <a:buNone/>
            </a:pPr>
            <a:endParaRPr lang="es-ES" sz="1800" b="0" u="none" strike="noStrike">
              <a:solidFill>
                <a:srgbClr val="000000"/>
              </a:solidFill>
              <a:effectLst/>
              <a:uFillTx/>
              <a:latin typeface="Arial"/>
            </a:endParaRPr>
          </a:p>
        </p:txBody>
      </p:sp>
      <p:sp>
        <p:nvSpPr>
          <p:cNvPr id="274" name="PlaceHolder 3"/>
          <p:cNvSpPr>
            <a:spLocks noGrp="1"/>
          </p:cNvSpPr>
          <p:nvPr>
            <p:ph type="sldNum" idx="44"/>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GB" sz="1400" b="0" u="none" strike="noStrike">
                <a:solidFill>
                  <a:srgbClr val="000000"/>
                </a:solidFill>
                <a:effectLst/>
                <a:uFillTx/>
                <a:latin typeface="Times New Roman"/>
              </a:defRPr>
            </a:lvl1pPr>
          </a:lstStyle>
          <a:p>
            <a:pPr indent="0" algn="r">
              <a:lnSpc>
                <a:spcPct val="100000"/>
              </a:lnSpc>
              <a:buNone/>
              <a:tabLst>
                <a:tab pos="0" algn="l"/>
              </a:tabLst>
            </a:pPr>
            <a:fld id="{5690EDB2-F40B-415A-8716-15AF0BB55F44}" type="slidenum">
              <a:rPr lang="en-GB" sz="1400" b="0" u="none" strike="noStrike">
                <a:solidFill>
                  <a:srgbClr val="000000"/>
                </a:solidFill>
                <a:effectLst/>
                <a:uFillTx/>
                <a:latin typeface="Times New Roman"/>
              </a:rPr>
              <a:t>1</a:t>
            </a:fld>
            <a:endParaRPr lang="es-ES" sz="14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5" name="PlaceHolder 1"/>
          <p:cNvSpPr>
            <a:spLocks noGrp="1"/>
          </p:cNvSpPr>
          <p:nvPr>
            <p:ph type="sldImg"/>
          </p:nvPr>
        </p:nvSpPr>
        <p:spPr>
          <a:xfrm>
            <a:off x="685800" y="1143000"/>
            <a:ext cx="5485680" cy="3085560"/>
          </a:xfrm>
          <a:prstGeom prst="rect">
            <a:avLst/>
          </a:prstGeom>
          <a:ln w="0">
            <a:noFill/>
          </a:ln>
        </p:spPr>
      </p:sp>
      <p:sp>
        <p:nvSpPr>
          <p:cNvPr id="276" name="PlaceHolder 2"/>
          <p:cNvSpPr>
            <a:spLocks noGrp="1"/>
          </p:cNvSpPr>
          <p:nvPr>
            <p:ph type="body"/>
          </p:nvPr>
        </p:nvSpPr>
        <p:spPr>
          <a:xfrm>
            <a:off x="685800" y="4400640"/>
            <a:ext cx="5485680" cy="3600000"/>
          </a:xfrm>
          <a:prstGeom prst="rect">
            <a:avLst/>
          </a:prstGeom>
          <a:noFill/>
          <a:ln w="0">
            <a:noFill/>
          </a:ln>
        </p:spPr>
        <p:txBody>
          <a:bodyPr lIns="91440" tIns="45720" rIns="91440" bIns="45720" anchor="t">
            <a:noAutofit/>
          </a:bodyPr>
          <a:p>
            <a:pPr indent="0" algn="l">
              <a:buNone/>
            </a:pPr>
            <a:endParaRPr lang="es-ES" sz="1800" b="0" u="none" strike="noStrike">
              <a:solidFill>
                <a:srgbClr val="000000"/>
              </a:solidFill>
              <a:effectLst/>
              <a:uFillTx/>
              <a:latin typeface="Arial"/>
            </a:endParaRPr>
          </a:p>
        </p:txBody>
      </p:sp>
      <p:sp>
        <p:nvSpPr>
          <p:cNvPr id="277" name="PlaceHolder 3"/>
          <p:cNvSpPr>
            <a:spLocks noGrp="1"/>
          </p:cNvSpPr>
          <p:nvPr>
            <p:ph type="sldNum" idx="45"/>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GB" sz="1400" b="0" u="none" strike="noStrike">
                <a:solidFill>
                  <a:srgbClr val="000000"/>
                </a:solidFill>
                <a:effectLst/>
                <a:uFillTx/>
                <a:latin typeface="Times New Roman"/>
              </a:defRPr>
            </a:lvl1pPr>
          </a:lstStyle>
          <a:p>
            <a:pPr indent="0" algn="r">
              <a:lnSpc>
                <a:spcPct val="100000"/>
              </a:lnSpc>
              <a:buNone/>
              <a:tabLst>
                <a:tab pos="0" algn="l"/>
              </a:tabLst>
            </a:pPr>
            <a:fld id="{5AE2421C-286A-423D-B440-DD237394AD2F}" type="slidenum">
              <a:rPr lang="en-GB" sz="1400" b="0" u="none" strike="noStrike">
                <a:solidFill>
                  <a:srgbClr val="000000"/>
                </a:solidFill>
                <a:effectLst/>
                <a:uFillTx/>
                <a:latin typeface="Times New Roman"/>
              </a:rPr>
              <a:t>&lt;número&gt;</a:t>
            </a:fld>
            <a:endParaRPr lang="es-ES" sz="14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 name="PlaceHolder 1"/>
          <p:cNvSpPr>
            <a:spLocks noGrp="1"/>
          </p:cNvSpPr>
          <p:nvPr>
            <p:ph type="sldImg"/>
          </p:nvPr>
        </p:nvSpPr>
        <p:spPr>
          <a:xfrm>
            <a:off x="685800" y="1143000"/>
            <a:ext cx="5485680" cy="3085560"/>
          </a:xfrm>
          <a:prstGeom prst="rect">
            <a:avLst/>
          </a:prstGeom>
          <a:ln w="0">
            <a:noFill/>
          </a:ln>
        </p:spPr>
      </p:sp>
      <p:sp>
        <p:nvSpPr>
          <p:cNvPr id="279" name="PlaceHolder 2"/>
          <p:cNvSpPr>
            <a:spLocks noGrp="1"/>
          </p:cNvSpPr>
          <p:nvPr>
            <p:ph type="body"/>
          </p:nvPr>
        </p:nvSpPr>
        <p:spPr>
          <a:xfrm>
            <a:off x="685800" y="4400640"/>
            <a:ext cx="5485680" cy="3600000"/>
          </a:xfrm>
          <a:prstGeom prst="rect">
            <a:avLst/>
          </a:prstGeom>
          <a:noFill/>
          <a:ln w="0">
            <a:noFill/>
          </a:ln>
        </p:spPr>
        <p:txBody>
          <a:bodyPr lIns="91440" tIns="45720" rIns="91440" bIns="45720" anchor="t">
            <a:noAutofit/>
          </a:bodyPr>
          <a:p>
            <a:pPr indent="0" algn="l">
              <a:buNone/>
            </a:pPr>
            <a:endParaRPr lang="es-ES" sz="1800" b="0" u="none" strike="noStrike">
              <a:solidFill>
                <a:srgbClr val="000000"/>
              </a:solidFill>
              <a:effectLst/>
              <a:uFillTx/>
              <a:latin typeface="Arial"/>
            </a:endParaRPr>
          </a:p>
        </p:txBody>
      </p:sp>
      <p:sp>
        <p:nvSpPr>
          <p:cNvPr id="280" name="PlaceHolder 3"/>
          <p:cNvSpPr>
            <a:spLocks noGrp="1"/>
          </p:cNvSpPr>
          <p:nvPr>
            <p:ph type="sldNum" idx="46"/>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GB" sz="1400" b="0" u="none" strike="noStrike">
                <a:solidFill>
                  <a:srgbClr val="000000"/>
                </a:solidFill>
                <a:effectLst/>
                <a:uFillTx/>
                <a:latin typeface="Times New Roman"/>
              </a:defRPr>
            </a:lvl1pPr>
          </a:lstStyle>
          <a:p>
            <a:pPr indent="0" algn="r">
              <a:lnSpc>
                <a:spcPct val="100000"/>
              </a:lnSpc>
              <a:buNone/>
              <a:tabLst>
                <a:tab pos="0" algn="l"/>
              </a:tabLst>
            </a:pPr>
            <a:fld id="{BF484088-C158-4294-A3A2-47E52E1D1DDD}" type="slidenum">
              <a:rPr lang="en-GB" sz="1400" b="0" u="none" strike="noStrike">
                <a:solidFill>
                  <a:srgbClr val="000000"/>
                </a:solidFill>
                <a:effectLst/>
                <a:uFillTx/>
                <a:latin typeface="Times New Roman"/>
              </a:rPr>
              <a:t>&lt;número&gt;</a:t>
            </a:fld>
            <a:endParaRPr lang="es-ES" sz="14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 name="PlaceHolder 1"/>
          <p:cNvSpPr>
            <a:spLocks noGrp="1"/>
          </p:cNvSpPr>
          <p:nvPr>
            <p:ph type="sldImg"/>
          </p:nvPr>
        </p:nvSpPr>
        <p:spPr>
          <a:xfrm>
            <a:off x="685800" y="1143000"/>
            <a:ext cx="5485680" cy="3085560"/>
          </a:xfrm>
          <a:prstGeom prst="rect">
            <a:avLst/>
          </a:prstGeom>
          <a:ln w="0">
            <a:noFill/>
          </a:ln>
        </p:spPr>
      </p:sp>
      <p:sp>
        <p:nvSpPr>
          <p:cNvPr id="282" name="PlaceHolder 2"/>
          <p:cNvSpPr>
            <a:spLocks noGrp="1"/>
          </p:cNvSpPr>
          <p:nvPr>
            <p:ph type="body"/>
          </p:nvPr>
        </p:nvSpPr>
        <p:spPr>
          <a:xfrm>
            <a:off x="685800" y="4400640"/>
            <a:ext cx="5485680" cy="3600000"/>
          </a:xfrm>
          <a:prstGeom prst="rect">
            <a:avLst/>
          </a:prstGeom>
          <a:noFill/>
          <a:ln w="0">
            <a:noFill/>
          </a:ln>
        </p:spPr>
        <p:txBody>
          <a:bodyPr lIns="91440" tIns="45720" rIns="91440" bIns="45720" anchor="t">
            <a:noAutofit/>
          </a:bodyPr>
          <a:p>
            <a:pPr indent="0" algn="l">
              <a:buNone/>
            </a:pPr>
            <a:endParaRPr lang="es-ES" sz="1800" b="0" u="none" strike="noStrike">
              <a:solidFill>
                <a:srgbClr val="000000"/>
              </a:solidFill>
              <a:effectLst/>
              <a:uFillTx/>
              <a:latin typeface="Arial"/>
            </a:endParaRPr>
          </a:p>
        </p:txBody>
      </p:sp>
      <p:sp>
        <p:nvSpPr>
          <p:cNvPr id="283" name="PlaceHolder 3"/>
          <p:cNvSpPr>
            <a:spLocks noGrp="1"/>
          </p:cNvSpPr>
          <p:nvPr>
            <p:ph type="sldNum" idx="47"/>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GB" sz="1400" b="0" u="none" strike="noStrike">
                <a:solidFill>
                  <a:srgbClr val="000000"/>
                </a:solidFill>
                <a:effectLst/>
                <a:uFillTx/>
                <a:latin typeface="Times New Roman"/>
              </a:defRPr>
            </a:lvl1pPr>
          </a:lstStyle>
          <a:p>
            <a:pPr indent="0" algn="r">
              <a:lnSpc>
                <a:spcPct val="100000"/>
              </a:lnSpc>
              <a:buNone/>
              <a:tabLst>
                <a:tab pos="0" algn="l"/>
              </a:tabLst>
            </a:pPr>
            <a:fld id="{A7D00758-7F2A-4984-A766-1F4E886832CF}" type="slidenum">
              <a:rPr lang="en-GB" sz="1400" b="0" u="none" strike="noStrike">
                <a:solidFill>
                  <a:srgbClr val="000000"/>
                </a:solidFill>
                <a:effectLst/>
                <a:uFillTx/>
                <a:latin typeface="Times New Roman"/>
              </a:rPr>
              <a:t>&lt;número&gt;</a:t>
            </a:fld>
            <a:endParaRPr lang="es-ES" sz="14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 name="PlaceHolder 1"/>
          <p:cNvSpPr>
            <a:spLocks noGrp="1"/>
          </p:cNvSpPr>
          <p:nvPr>
            <p:ph type="sldImg"/>
          </p:nvPr>
        </p:nvSpPr>
        <p:spPr>
          <a:xfrm>
            <a:off x="685800" y="1143000"/>
            <a:ext cx="5485680" cy="3085560"/>
          </a:xfrm>
          <a:prstGeom prst="rect">
            <a:avLst/>
          </a:prstGeom>
          <a:ln w="0">
            <a:noFill/>
          </a:ln>
        </p:spPr>
      </p:sp>
      <p:sp>
        <p:nvSpPr>
          <p:cNvPr id="285" name="PlaceHolder 2"/>
          <p:cNvSpPr>
            <a:spLocks noGrp="1"/>
          </p:cNvSpPr>
          <p:nvPr>
            <p:ph type="body"/>
          </p:nvPr>
        </p:nvSpPr>
        <p:spPr>
          <a:xfrm>
            <a:off x="685800" y="4400640"/>
            <a:ext cx="5485680" cy="3600000"/>
          </a:xfrm>
          <a:prstGeom prst="rect">
            <a:avLst/>
          </a:prstGeom>
          <a:noFill/>
          <a:ln w="0">
            <a:noFill/>
          </a:ln>
        </p:spPr>
        <p:txBody>
          <a:bodyPr lIns="91440" tIns="45720" rIns="91440" bIns="45720" anchor="t">
            <a:noAutofit/>
          </a:bodyPr>
          <a:p>
            <a:pPr indent="0" algn="l">
              <a:buNone/>
            </a:pPr>
            <a:endParaRPr lang="es-ES" sz="1800" b="0" u="none" strike="noStrike">
              <a:solidFill>
                <a:srgbClr val="000000"/>
              </a:solidFill>
              <a:effectLst/>
              <a:uFillTx/>
              <a:latin typeface="Arial"/>
            </a:endParaRPr>
          </a:p>
        </p:txBody>
      </p:sp>
      <p:sp>
        <p:nvSpPr>
          <p:cNvPr id="286" name="PlaceHolder 3"/>
          <p:cNvSpPr>
            <a:spLocks noGrp="1"/>
          </p:cNvSpPr>
          <p:nvPr>
            <p:ph type="sldNum" idx="48"/>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GB" sz="1400" b="0" u="none" strike="noStrike">
                <a:solidFill>
                  <a:srgbClr val="000000"/>
                </a:solidFill>
                <a:effectLst/>
                <a:uFillTx/>
                <a:latin typeface="Times New Roman"/>
              </a:defRPr>
            </a:lvl1pPr>
          </a:lstStyle>
          <a:p>
            <a:pPr indent="0" algn="r">
              <a:lnSpc>
                <a:spcPct val="100000"/>
              </a:lnSpc>
              <a:buNone/>
              <a:tabLst>
                <a:tab pos="0" algn="l"/>
              </a:tabLst>
            </a:pPr>
            <a:fld id="{3660DBA3-C5A6-4C72-B576-DF5DF56802D5}" type="slidenum">
              <a:rPr lang="en-GB" sz="1400" b="0" u="none" strike="noStrike">
                <a:solidFill>
                  <a:srgbClr val="000000"/>
                </a:solidFill>
                <a:effectLst/>
                <a:uFillTx/>
                <a:latin typeface="Times New Roman"/>
              </a:rPr>
              <a:t>&lt;número&gt;</a:t>
            </a:fld>
            <a:endParaRPr lang="es-ES" sz="14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7" name="PlaceHolder 1"/>
          <p:cNvSpPr>
            <a:spLocks noGrp="1"/>
          </p:cNvSpPr>
          <p:nvPr>
            <p:ph type="sldImg"/>
          </p:nvPr>
        </p:nvSpPr>
        <p:spPr>
          <a:xfrm>
            <a:off x="685800" y="1143000"/>
            <a:ext cx="5485680" cy="3085560"/>
          </a:xfrm>
          <a:prstGeom prst="rect">
            <a:avLst/>
          </a:prstGeom>
          <a:ln w="0">
            <a:noFill/>
          </a:ln>
        </p:spPr>
      </p:sp>
      <p:sp>
        <p:nvSpPr>
          <p:cNvPr id="288" name="PlaceHolder 2"/>
          <p:cNvSpPr>
            <a:spLocks noGrp="1"/>
          </p:cNvSpPr>
          <p:nvPr>
            <p:ph type="body"/>
          </p:nvPr>
        </p:nvSpPr>
        <p:spPr>
          <a:xfrm>
            <a:off x="685800" y="4400640"/>
            <a:ext cx="5485680" cy="3600000"/>
          </a:xfrm>
          <a:prstGeom prst="rect">
            <a:avLst/>
          </a:prstGeom>
          <a:noFill/>
          <a:ln w="0">
            <a:noFill/>
          </a:ln>
        </p:spPr>
        <p:txBody>
          <a:bodyPr lIns="91440" tIns="45720" rIns="91440" bIns="45720" anchor="t">
            <a:noAutofit/>
          </a:bodyPr>
          <a:p>
            <a:pPr indent="0" algn="l">
              <a:buNone/>
            </a:pPr>
            <a:endParaRPr lang="es-ES" sz="1800" b="0" u="none" strike="noStrike">
              <a:solidFill>
                <a:srgbClr val="000000"/>
              </a:solidFill>
              <a:effectLst/>
              <a:uFillTx/>
              <a:latin typeface="Arial"/>
            </a:endParaRPr>
          </a:p>
        </p:txBody>
      </p:sp>
      <p:sp>
        <p:nvSpPr>
          <p:cNvPr id="289" name="PlaceHolder 3"/>
          <p:cNvSpPr>
            <a:spLocks noGrp="1"/>
          </p:cNvSpPr>
          <p:nvPr>
            <p:ph type="sldNum" idx="49"/>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GB" sz="1400" b="0" u="none" strike="noStrike">
                <a:solidFill>
                  <a:srgbClr val="000000"/>
                </a:solidFill>
                <a:effectLst/>
                <a:uFillTx/>
                <a:latin typeface="Times New Roman"/>
              </a:defRPr>
            </a:lvl1pPr>
          </a:lstStyle>
          <a:p>
            <a:pPr indent="0" algn="r">
              <a:lnSpc>
                <a:spcPct val="100000"/>
              </a:lnSpc>
              <a:buNone/>
              <a:tabLst>
                <a:tab pos="0" algn="l"/>
              </a:tabLst>
            </a:pPr>
            <a:fld id="{51780E4B-A23F-4023-A756-24429DF3A6A9}" type="slidenum">
              <a:rPr lang="en-GB" sz="1400" b="0" u="none" strike="noStrike">
                <a:solidFill>
                  <a:srgbClr val="000000"/>
                </a:solidFill>
                <a:effectLst/>
                <a:uFillTx/>
                <a:latin typeface="Times New Roman"/>
              </a:rPr>
              <a:t>&lt;número&gt;</a:t>
            </a:fld>
            <a:endParaRPr lang="es-ES" sz="14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0" name="PlaceHolder 1"/>
          <p:cNvSpPr>
            <a:spLocks noGrp="1"/>
          </p:cNvSpPr>
          <p:nvPr>
            <p:ph type="sldImg"/>
          </p:nvPr>
        </p:nvSpPr>
        <p:spPr>
          <a:xfrm>
            <a:off x="685800" y="1143000"/>
            <a:ext cx="5485680" cy="3085560"/>
          </a:xfrm>
          <a:prstGeom prst="rect">
            <a:avLst/>
          </a:prstGeom>
          <a:ln w="0">
            <a:noFill/>
          </a:ln>
        </p:spPr>
      </p:sp>
      <p:sp>
        <p:nvSpPr>
          <p:cNvPr id="291" name="PlaceHolder 2"/>
          <p:cNvSpPr>
            <a:spLocks noGrp="1"/>
          </p:cNvSpPr>
          <p:nvPr>
            <p:ph type="body"/>
          </p:nvPr>
        </p:nvSpPr>
        <p:spPr>
          <a:xfrm>
            <a:off x="685800" y="4400640"/>
            <a:ext cx="5485680" cy="3600000"/>
          </a:xfrm>
          <a:prstGeom prst="rect">
            <a:avLst/>
          </a:prstGeom>
          <a:noFill/>
          <a:ln w="0">
            <a:noFill/>
          </a:ln>
        </p:spPr>
        <p:txBody>
          <a:bodyPr lIns="91440" tIns="45720" rIns="91440" bIns="45720" anchor="t">
            <a:noAutofit/>
          </a:bodyPr>
          <a:p>
            <a:pPr indent="0" algn="l">
              <a:buNone/>
            </a:pPr>
            <a:endParaRPr lang="es-ES" sz="1800" b="0" u="none" strike="noStrike">
              <a:solidFill>
                <a:srgbClr val="000000"/>
              </a:solidFill>
              <a:effectLst/>
              <a:uFillTx/>
              <a:latin typeface="Arial"/>
            </a:endParaRPr>
          </a:p>
        </p:txBody>
      </p:sp>
      <p:sp>
        <p:nvSpPr>
          <p:cNvPr id="292" name="PlaceHolder 3"/>
          <p:cNvSpPr>
            <a:spLocks noGrp="1"/>
          </p:cNvSpPr>
          <p:nvPr>
            <p:ph type="sldNum" idx="50"/>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GB" sz="1400" b="0" u="none" strike="noStrike">
                <a:solidFill>
                  <a:srgbClr val="000000"/>
                </a:solidFill>
                <a:effectLst/>
                <a:uFillTx/>
                <a:latin typeface="Times New Roman"/>
              </a:defRPr>
            </a:lvl1pPr>
          </a:lstStyle>
          <a:p>
            <a:pPr indent="0" algn="r">
              <a:lnSpc>
                <a:spcPct val="100000"/>
              </a:lnSpc>
              <a:buNone/>
              <a:tabLst>
                <a:tab pos="0" algn="l"/>
              </a:tabLst>
            </a:pPr>
            <a:fld id="{F631B60A-0843-44EE-BBDA-908477507120}" type="slidenum">
              <a:rPr lang="en-GB" sz="1400" b="0" u="none" strike="noStrike">
                <a:solidFill>
                  <a:srgbClr val="000000"/>
                </a:solidFill>
                <a:effectLst/>
                <a:uFillTx/>
                <a:latin typeface="Times New Roman"/>
              </a:rPr>
              <a:t>&lt;número&gt;</a:t>
            </a:fld>
            <a:endParaRPr lang="es-ES" sz="14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 name="PlaceHolder 1"/>
          <p:cNvSpPr>
            <a:spLocks noGrp="1"/>
          </p:cNvSpPr>
          <p:nvPr>
            <p:ph type="sldImg"/>
          </p:nvPr>
        </p:nvSpPr>
        <p:spPr>
          <a:xfrm>
            <a:off x="685800" y="1143000"/>
            <a:ext cx="5485680" cy="3085560"/>
          </a:xfrm>
          <a:prstGeom prst="rect">
            <a:avLst/>
          </a:prstGeom>
          <a:ln w="0">
            <a:noFill/>
          </a:ln>
        </p:spPr>
      </p:sp>
      <p:sp>
        <p:nvSpPr>
          <p:cNvPr id="294" name="PlaceHolder 2"/>
          <p:cNvSpPr>
            <a:spLocks noGrp="1"/>
          </p:cNvSpPr>
          <p:nvPr>
            <p:ph type="body"/>
          </p:nvPr>
        </p:nvSpPr>
        <p:spPr>
          <a:xfrm>
            <a:off x="685800" y="4400640"/>
            <a:ext cx="5485680" cy="3600000"/>
          </a:xfrm>
          <a:prstGeom prst="rect">
            <a:avLst/>
          </a:prstGeom>
          <a:noFill/>
          <a:ln w="0">
            <a:noFill/>
          </a:ln>
        </p:spPr>
        <p:txBody>
          <a:bodyPr lIns="91440" tIns="45720" rIns="91440" bIns="45720" anchor="t">
            <a:noAutofit/>
          </a:bodyPr>
          <a:p>
            <a:pPr indent="0" algn="l">
              <a:buNone/>
            </a:pPr>
            <a:endParaRPr lang="es-ES" sz="1800" b="0" u="none" strike="noStrike">
              <a:solidFill>
                <a:srgbClr val="000000"/>
              </a:solidFill>
              <a:effectLst/>
              <a:uFillTx/>
              <a:latin typeface="Arial"/>
            </a:endParaRPr>
          </a:p>
        </p:txBody>
      </p:sp>
      <p:sp>
        <p:nvSpPr>
          <p:cNvPr id="295" name="PlaceHolder 3"/>
          <p:cNvSpPr>
            <a:spLocks noGrp="1"/>
          </p:cNvSpPr>
          <p:nvPr>
            <p:ph type="sldNum" idx="51"/>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GB" sz="1400" b="0" u="none" strike="noStrike">
                <a:solidFill>
                  <a:srgbClr val="000000"/>
                </a:solidFill>
                <a:effectLst/>
                <a:uFillTx/>
                <a:latin typeface="Times New Roman"/>
              </a:defRPr>
            </a:lvl1pPr>
          </a:lstStyle>
          <a:p>
            <a:pPr indent="0" algn="r">
              <a:lnSpc>
                <a:spcPct val="100000"/>
              </a:lnSpc>
              <a:buNone/>
              <a:tabLst>
                <a:tab pos="0" algn="l"/>
              </a:tabLst>
            </a:pPr>
            <a:fld id="{C69B6275-A5DE-439A-83B7-D1CE4574DC79}" type="slidenum">
              <a:rPr lang="en-GB" sz="1400" b="0" u="none" strike="noStrike">
                <a:solidFill>
                  <a:srgbClr val="000000"/>
                </a:solidFill>
                <a:effectLst/>
                <a:uFillTx/>
                <a:latin typeface="Times New Roman"/>
              </a:rPr>
              <a:t>&lt;número&gt;</a:t>
            </a:fld>
            <a:endParaRPr lang="es-ES" sz="14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6" name="PlaceHolder 1"/>
          <p:cNvSpPr>
            <a:spLocks noGrp="1"/>
          </p:cNvSpPr>
          <p:nvPr>
            <p:ph type="sldImg"/>
          </p:nvPr>
        </p:nvSpPr>
        <p:spPr>
          <a:xfrm>
            <a:off x="685800" y="1143000"/>
            <a:ext cx="5485680" cy="3085560"/>
          </a:xfrm>
          <a:prstGeom prst="rect">
            <a:avLst/>
          </a:prstGeom>
          <a:ln w="0">
            <a:noFill/>
          </a:ln>
        </p:spPr>
      </p:sp>
      <p:sp>
        <p:nvSpPr>
          <p:cNvPr id="297" name="PlaceHolder 2"/>
          <p:cNvSpPr>
            <a:spLocks noGrp="1"/>
          </p:cNvSpPr>
          <p:nvPr>
            <p:ph type="body"/>
          </p:nvPr>
        </p:nvSpPr>
        <p:spPr>
          <a:xfrm>
            <a:off x="685800" y="4400640"/>
            <a:ext cx="5485680" cy="3600000"/>
          </a:xfrm>
          <a:prstGeom prst="rect">
            <a:avLst/>
          </a:prstGeom>
          <a:noFill/>
          <a:ln w="0">
            <a:noFill/>
          </a:ln>
        </p:spPr>
        <p:txBody>
          <a:bodyPr lIns="91440" tIns="45720" rIns="91440" bIns="45720" anchor="t">
            <a:noAutofit/>
          </a:bodyPr>
          <a:p>
            <a:pPr indent="0" algn="l">
              <a:buNone/>
            </a:pPr>
            <a:endParaRPr lang="es-ES" sz="1800" b="0" u="none" strike="noStrike">
              <a:solidFill>
                <a:srgbClr val="000000"/>
              </a:solidFill>
              <a:effectLst/>
              <a:uFillTx/>
              <a:latin typeface="Arial"/>
            </a:endParaRPr>
          </a:p>
        </p:txBody>
      </p:sp>
      <p:sp>
        <p:nvSpPr>
          <p:cNvPr id="298" name="PlaceHolder 3"/>
          <p:cNvSpPr>
            <a:spLocks noGrp="1"/>
          </p:cNvSpPr>
          <p:nvPr>
            <p:ph type="sldNum" idx="52"/>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GB" sz="1400" b="0" u="none" strike="noStrike">
                <a:solidFill>
                  <a:srgbClr val="000000"/>
                </a:solidFill>
                <a:effectLst/>
                <a:uFillTx/>
                <a:latin typeface="Times New Roman"/>
              </a:defRPr>
            </a:lvl1pPr>
          </a:lstStyle>
          <a:p>
            <a:pPr indent="0" algn="r">
              <a:lnSpc>
                <a:spcPct val="100000"/>
              </a:lnSpc>
              <a:buNone/>
              <a:tabLst>
                <a:tab pos="0" algn="l"/>
              </a:tabLst>
            </a:pPr>
            <a:fld id="{A4084ED6-2777-4C5A-B08F-FEAAAB72F07F}" type="slidenum">
              <a:rPr lang="en-GB" sz="1400" b="0" u="none" strike="noStrike">
                <a:solidFill>
                  <a:srgbClr val="000000"/>
                </a:solidFill>
                <a:effectLst/>
                <a:uFillTx/>
                <a:latin typeface="Times New Roman"/>
              </a:rPr>
              <a:t>&lt;número&gt;</a:t>
            </a:fld>
            <a:endParaRPr lang="es-ES" sz="14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9" name="PlaceHolder 1"/>
          <p:cNvSpPr>
            <a:spLocks noGrp="1"/>
          </p:cNvSpPr>
          <p:nvPr>
            <p:ph type="sldImg"/>
          </p:nvPr>
        </p:nvSpPr>
        <p:spPr>
          <a:xfrm>
            <a:off x="685800" y="1143000"/>
            <a:ext cx="5485680" cy="3085560"/>
          </a:xfrm>
          <a:prstGeom prst="rect">
            <a:avLst/>
          </a:prstGeom>
          <a:ln w="0">
            <a:noFill/>
          </a:ln>
        </p:spPr>
      </p:sp>
      <p:sp>
        <p:nvSpPr>
          <p:cNvPr id="300" name="PlaceHolder 2"/>
          <p:cNvSpPr>
            <a:spLocks noGrp="1"/>
          </p:cNvSpPr>
          <p:nvPr>
            <p:ph type="body"/>
          </p:nvPr>
        </p:nvSpPr>
        <p:spPr>
          <a:xfrm>
            <a:off x="685800" y="4400640"/>
            <a:ext cx="5485680" cy="3600000"/>
          </a:xfrm>
          <a:prstGeom prst="rect">
            <a:avLst/>
          </a:prstGeom>
          <a:noFill/>
          <a:ln w="0">
            <a:noFill/>
          </a:ln>
        </p:spPr>
        <p:txBody>
          <a:bodyPr lIns="91440" tIns="45720" rIns="91440" bIns="45720" anchor="t">
            <a:noAutofit/>
          </a:bodyPr>
          <a:p>
            <a:pPr indent="0" algn="l">
              <a:buNone/>
            </a:pPr>
            <a:endParaRPr lang="es-ES" sz="1800" b="0" u="none" strike="noStrike">
              <a:solidFill>
                <a:srgbClr val="000000"/>
              </a:solidFill>
              <a:effectLst/>
              <a:uFillTx/>
              <a:latin typeface="Arial"/>
            </a:endParaRPr>
          </a:p>
        </p:txBody>
      </p:sp>
      <p:sp>
        <p:nvSpPr>
          <p:cNvPr id="301" name="PlaceHolder 3"/>
          <p:cNvSpPr>
            <a:spLocks noGrp="1"/>
          </p:cNvSpPr>
          <p:nvPr>
            <p:ph type="sldNum" idx="53"/>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GB" sz="1400" b="0" u="none" strike="noStrike">
                <a:solidFill>
                  <a:srgbClr val="000000"/>
                </a:solidFill>
                <a:effectLst/>
                <a:uFillTx/>
                <a:latin typeface="Times New Roman"/>
              </a:defRPr>
            </a:lvl1pPr>
          </a:lstStyle>
          <a:p>
            <a:pPr indent="0" algn="r">
              <a:lnSpc>
                <a:spcPct val="100000"/>
              </a:lnSpc>
              <a:buNone/>
              <a:tabLst>
                <a:tab pos="0" algn="l"/>
              </a:tabLst>
            </a:pPr>
            <a:fld id="{292C9545-188F-4394-9799-346D56DABA2E}" type="slidenum">
              <a:rPr lang="en-GB" sz="1400" b="0" u="none" strike="noStrike">
                <a:solidFill>
                  <a:srgbClr val="000000"/>
                </a:solidFill>
                <a:effectLst/>
                <a:uFillTx/>
                <a:latin typeface="Times New Roman"/>
              </a:rPr>
              <a:t>&lt;número&gt;</a:t>
            </a:fld>
            <a:endParaRPr lang="es-ES" sz="14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2" name="PlaceHolder 1"/>
          <p:cNvSpPr>
            <a:spLocks noGrp="1"/>
          </p:cNvSpPr>
          <p:nvPr>
            <p:ph type="sldImg"/>
          </p:nvPr>
        </p:nvSpPr>
        <p:spPr>
          <a:xfrm>
            <a:off x="685800" y="1143000"/>
            <a:ext cx="5485680" cy="3085560"/>
          </a:xfrm>
          <a:prstGeom prst="rect">
            <a:avLst/>
          </a:prstGeom>
          <a:ln w="0">
            <a:noFill/>
          </a:ln>
        </p:spPr>
      </p:sp>
      <p:sp>
        <p:nvSpPr>
          <p:cNvPr id="303" name="PlaceHolder 2"/>
          <p:cNvSpPr>
            <a:spLocks noGrp="1"/>
          </p:cNvSpPr>
          <p:nvPr>
            <p:ph type="body"/>
          </p:nvPr>
        </p:nvSpPr>
        <p:spPr>
          <a:xfrm>
            <a:off x="685800" y="4400640"/>
            <a:ext cx="5485680" cy="3600000"/>
          </a:xfrm>
          <a:prstGeom prst="rect">
            <a:avLst/>
          </a:prstGeom>
          <a:noFill/>
          <a:ln w="0">
            <a:noFill/>
          </a:ln>
        </p:spPr>
        <p:txBody>
          <a:bodyPr lIns="91440" tIns="45720" rIns="91440" bIns="45720" anchor="t">
            <a:noAutofit/>
          </a:bodyPr>
          <a:p>
            <a:pPr indent="0" algn="l">
              <a:buNone/>
            </a:pPr>
            <a:endParaRPr lang="es-ES" sz="1800" b="0" u="none" strike="noStrike">
              <a:solidFill>
                <a:srgbClr val="000000"/>
              </a:solidFill>
              <a:effectLst/>
              <a:uFillTx/>
              <a:latin typeface="Arial"/>
            </a:endParaRPr>
          </a:p>
        </p:txBody>
      </p:sp>
      <p:sp>
        <p:nvSpPr>
          <p:cNvPr id="304" name="PlaceHolder 3"/>
          <p:cNvSpPr>
            <a:spLocks noGrp="1"/>
          </p:cNvSpPr>
          <p:nvPr>
            <p:ph type="sldNum" idx="54"/>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GB" sz="1400" b="0" u="none" strike="noStrike">
                <a:solidFill>
                  <a:srgbClr val="000000"/>
                </a:solidFill>
                <a:effectLst/>
                <a:uFillTx/>
                <a:latin typeface="Times New Roman"/>
              </a:defRPr>
            </a:lvl1pPr>
          </a:lstStyle>
          <a:p>
            <a:pPr indent="0" algn="r">
              <a:lnSpc>
                <a:spcPct val="100000"/>
              </a:lnSpc>
              <a:buNone/>
              <a:tabLst>
                <a:tab pos="0" algn="l"/>
              </a:tabLst>
            </a:pPr>
            <a:fld id="{C2C2479E-D1EF-4FE1-B8E2-823B6C0782C1}" type="slidenum">
              <a:rPr lang="en-GB" sz="1400" b="0" u="none" strike="noStrike">
                <a:solidFill>
                  <a:srgbClr val="000000"/>
                </a:solidFill>
                <a:effectLst/>
                <a:uFillTx/>
                <a:latin typeface="Times New Roman"/>
              </a:rPr>
              <a:t>&lt;número&gt;</a:t>
            </a:fld>
            <a:endParaRPr lang="es-ES" sz="14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5" name="PlaceHolder 1"/>
          <p:cNvSpPr>
            <a:spLocks noGrp="1"/>
          </p:cNvSpPr>
          <p:nvPr>
            <p:ph type="sldImg"/>
          </p:nvPr>
        </p:nvSpPr>
        <p:spPr>
          <a:xfrm>
            <a:off x="685800" y="1143000"/>
            <a:ext cx="5485680" cy="3085560"/>
          </a:xfrm>
          <a:prstGeom prst="rect">
            <a:avLst/>
          </a:prstGeom>
          <a:ln w="0">
            <a:noFill/>
          </a:ln>
        </p:spPr>
      </p:sp>
      <p:sp>
        <p:nvSpPr>
          <p:cNvPr id="306" name="PlaceHolder 2"/>
          <p:cNvSpPr>
            <a:spLocks noGrp="1"/>
          </p:cNvSpPr>
          <p:nvPr>
            <p:ph type="body"/>
          </p:nvPr>
        </p:nvSpPr>
        <p:spPr>
          <a:xfrm>
            <a:off x="685800" y="4400640"/>
            <a:ext cx="5485680" cy="3600000"/>
          </a:xfrm>
          <a:prstGeom prst="rect">
            <a:avLst/>
          </a:prstGeom>
          <a:noFill/>
          <a:ln w="0">
            <a:noFill/>
          </a:ln>
        </p:spPr>
        <p:txBody>
          <a:bodyPr lIns="91440" tIns="45720" rIns="91440" bIns="45720" anchor="t">
            <a:noAutofit/>
          </a:bodyPr>
          <a:p>
            <a:pPr indent="0" algn="l">
              <a:buNone/>
            </a:pPr>
            <a:endParaRPr lang="es-ES" sz="1800" b="0" u="none" strike="noStrike">
              <a:solidFill>
                <a:srgbClr val="000000"/>
              </a:solidFill>
              <a:effectLst/>
              <a:uFillTx/>
              <a:latin typeface="Arial"/>
            </a:endParaRPr>
          </a:p>
        </p:txBody>
      </p:sp>
      <p:sp>
        <p:nvSpPr>
          <p:cNvPr id="307" name="PlaceHolder 3"/>
          <p:cNvSpPr>
            <a:spLocks noGrp="1"/>
          </p:cNvSpPr>
          <p:nvPr>
            <p:ph type="sldNum" idx="55"/>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GB" sz="1400" b="0" u="none" strike="noStrike">
                <a:solidFill>
                  <a:srgbClr val="000000"/>
                </a:solidFill>
                <a:effectLst/>
                <a:uFillTx/>
                <a:latin typeface="Times New Roman"/>
              </a:defRPr>
            </a:lvl1pPr>
          </a:lstStyle>
          <a:p>
            <a:pPr indent="0" algn="r">
              <a:lnSpc>
                <a:spcPct val="100000"/>
              </a:lnSpc>
              <a:buNone/>
              <a:tabLst>
                <a:tab pos="0" algn="l"/>
              </a:tabLst>
            </a:pPr>
            <a:fld id="{CD852572-F645-4A63-8409-0E219771BFD1}" type="slidenum">
              <a:rPr lang="en-GB" sz="1400" b="0" u="none" strike="noStrike">
                <a:solidFill>
                  <a:srgbClr val="000000"/>
                </a:solidFill>
                <a:effectLst/>
                <a:uFillTx/>
                <a:latin typeface="Times New Roman"/>
              </a:rPr>
              <a:t>&lt;número&gt;</a:t>
            </a:fld>
            <a:endParaRPr lang="es-ES" sz="14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 name="PlaceHolder 1"/>
          <p:cNvSpPr>
            <a:spLocks noGrp="1"/>
          </p:cNvSpPr>
          <p:nvPr>
            <p:ph type="sldImg"/>
          </p:nvPr>
        </p:nvSpPr>
        <p:spPr>
          <a:xfrm>
            <a:off x="685800" y="1143000"/>
            <a:ext cx="5485680" cy="3085560"/>
          </a:xfrm>
          <a:prstGeom prst="rect">
            <a:avLst/>
          </a:prstGeom>
          <a:ln w="0">
            <a:noFill/>
          </a:ln>
        </p:spPr>
      </p:sp>
      <p:sp>
        <p:nvSpPr>
          <p:cNvPr id="309" name="PlaceHolder 2"/>
          <p:cNvSpPr>
            <a:spLocks noGrp="1"/>
          </p:cNvSpPr>
          <p:nvPr>
            <p:ph type="body"/>
          </p:nvPr>
        </p:nvSpPr>
        <p:spPr>
          <a:xfrm>
            <a:off x="685800" y="4400640"/>
            <a:ext cx="5485680" cy="3600000"/>
          </a:xfrm>
          <a:prstGeom prst="rect">
            <a:avLst/>
          </a:prstGeom>
          <a:noFill/>
          <a:ln w="0">
            <a:noFill/>
          </a:ln>
        </p:spPr>
        <p:txBody>
          <a:bodyPr lIns="91440" tIns="45720" rIns="91440" bIns="45720" anchor="t">
            <a:noAutofit/>
          </a:bodyPr>
          <a:p>
            <a:pPr indent="0" algn="l">
              <a:buNone/>
            </a:pPr>
            <a:endParaRPr lang="es-ES" sz="1800" b="0" u="none" strike="noStrike">
              <a:solidFill>
                <a:srgbClr val="000000"/>
              </a:solidFill>
              <a:effectLst/>
              <a:uFillTx/>
              <a:latin typeface="Arial"/>
            </a:endParaRPr>
          </a:p>
        </p:txBody>
      </p:sp>
      <p:sp>
        <p:nvSpPr>
          <p:cNvPr id="310" name="PlaceHolder 3"/>
          <p:cNvSpPr>
            <a:spLocks noGrp="1"/>
          </p:cNvSpPr>
          <p:nvPr>
            <p:ph type="sldNum" idx="56"/>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GB" sz="1400" b="0" u="none" strike="noStrike">
                <a:solidFill>
                  <a:srgbClr val="000000"/>
                </a:solidFill>
                <a:effectLst/>
                <a:uFillTx/>
                <a:latin typeface="Times New Roman"/>
              </a:defRPr>
            </a:lvl1pPr>
          </a:lstStyle>
          <a:p>
            <a:pPr indent="0" algn="r">
              <a:lnSpc>
                <a:spcPct val="100000"/>
              </a:lnSpc>
              <a:buNone/>
              <a:tabLst>
                <a:tab pos="0" algn="l"/>
              </a:tabLst>
            </a:pPr>
            <a:fld id="{295CEB16-5D79-4E5A-9F77-4F073EA7E920}" type="slidenum">
              <a:rPr lang="en-GB" sz="1400" b="0" u="none" strike="noStrike">
                <a:solidFill>
                  <a:srgbClr val="000000"/>
                </a:solidFill>
                <a:effectLst/>
                <a:uFillTx/>
                <a:latin typeface="Times New Roman"/>
              </a:rPr>
              <a:t>&lt;número&gt;</a:t>
            </a:fld>
            <a:endParaRPr lang="es-ES" sz="14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1" name="PlaceHolder 1"/>
          <p:cNvSpPr>
            <a:spLocks noGrp="1"/>
          </p:cNvSpPr>
          <p:nvPr>
            <p:ph type="sldImg"/>
          </p:nvPr>
        </p:nvSpPr>
        <p:spPr>
          <a:xfrm>
            <a:off x="685800" y="1143000"/>
            <a:ext cx="5485680" cy="3085560"/>
          </a:xfrm>
          <a:prstGeom prst="rect">
            <a:avLst/>
          </a:prstGeom>
          <a:ln w="0">
            <a:noFill/>
          </a:ln>
        </p:spPr>
      </p:sp>
      <p:sp>
        <p:nvSpPr>
          <p:cNvPr id="312" name="PlaceHolder 2"/>
          <p:cNvSpPr>
            <a:spLocks noGrp="1"/>
          </p:cNvSpPr>
          <p:nvPr>
            <p:ph type="body"/>
          </p:nvPr>
        </p:nvSpPr>
        <p:spPr>
          <a:xfrm>
            <a:off x="685800" y="4400640"/>
            <a:ext cx="5485680" cy="3600000"/>
          </a:xfrm>
          <a:prstGeom prst="rect">
            <a:avLst/>
          </a:prstGeom>
          <a:noFill/>
          <a:ln w="0">
            <a:noFill/>
          </a:ln>
        </p:spPr>
        <p:txBody>
          <a:bodyPr lIns="91440" tIns="45720" rIns="91440" bIns="45720" anchor="t">
            <a:noAutofit/>
          </a:bodyPr>
          <a:p>
            <a:pPr indent="0" algn="l">
              <a:buNone/>
            </a:pPr>
            <a:endParaRPr lang="es-ES" sz="1800" b="0" u="none" strike="noStrike">
              <a:solidFill>
                <a:srgbClr val="000000"/>
              </a:solidFill>
              <a:effectLst/>
              <a:uFillTx/>
              <a:latin typeface="Arial"/>
            </a:endParaRPr>
          </a:p>
        </p:txBody>
      </p:sp>
      <p:sp>
        <p:nvSpPr>
          <p:cNvPr id="313" name="PlaceHolder 3"/>
          <p:cNvSpPr>
            <a:spLocks noGrp="1"/>
          </p:cNvSpPr>
          <p:nvPr>
            <p:ph type="sldNum" idx="57"/>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GB" sz="1400" b="0" u="none" strike="noStrike">
                <a:solidFill>
                  <a:srgbClr val="000000"/>
                </a:solidFill>
                <a:effectLst/>
                <a:uFillTx/>
                <a:latin typeface="Times New Roman"/>
              </a:defRPr>
            </a:lvl1pPr>
          </a:lstStyle>
          <a:p>
            <a:pPr indent="0" algn="r">
              <a:lnSpc>
                <a:spcPct val="100000"/>
              </a:lnSpc>
              <a:buNone/>
              <a:tabLst>
                <a:tab pos="0" algn="l"/>
              </a:tabLst>
            </a:pPr>
            <a:fld id="{459A58B8-DE9B-4B0B-BBCF-E32D58A3EA4C}" type="slidenum">
              <a:rPr lang="en-GB" sz="1400" b="0" u="none" strike="noStrike">
                <a:solidFill>
                  <a:srgbClr val="000000"/>
                </a:solidFill>
                <a:effectLst/>
                <a:uFillTx/>
                <a:latin typeface="Times New Roman"/>
              </a:rPr>
              <a:t>&lt;número&gt;</a:t>
            </a:fld>
            <a:endParaRPr lang="es-ES" sz="14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_OBJECTS">
    <p:spTree>
      <p:nvGrpSpPr>
        <p:cNvPr id="1" name=""/>
        <p:cNvGrpSpPr/>
        <p:nvPr/>
      </p:nvGrpSpPr>
      <p:grpSpPr>
        <a:xfrm>
          <a:off x="0" y="0"/>
          <a:ext cx="0" cy="0"/>
          <a:chOff x="0" y="0"/>
          <a:chExt cx="0" cy="0"/>
        </a:xfrm>
      </p:grpSpPr>
      <p:sp>
        <p:nvSpPr>
          <p:cNvPr id="8" name="PlaceHolder 1"/>
          <p:cNvSpPr>
            <a:spLocks noGrp="1"/>
          </p:cNvSpPr>
          <p:nvPr>
            <p:ph type="title"/>
          </p:nvPr>
        </p:nvSpPr>
        <p:spPr>
          <a:xfrm>
            <a:off x="838080" y="365040"/>
            <a:ext cx="10514880" cy="1324800"/>
          </a:xfrm>
          <a:prstGeom prst="rect">
            <a:avLst/>
          </a:prstGeom>
          <a:noFill/>
          <a:ln w="0">
            <a:noFill/>
          </a:ln>
        </p:spPr>
        <p:txBody>
          <a:bodyPr lIns="0" tIns="0" rIns="0" bIns="0" anchor="ctr">
            <a:spAutoFit/>
          </a:bodyPr>
          <a:p>
            <a:pPr indent="0" algn="l">
              <a:buNone/>
            </a:pPr>
            <a:endParaRPr lang="es-ES" sz="4400" b="0" u="none" strike="noStrike">
              <a:solidFill>
                <a:srgbClr val="FFFFFF"/>
              </a:solidFill>
              <a:effectLst/>
              <a:uFillTx/>
              <a:latin typeface="Arial"/>
            </a:endParaRPr>
          </a:p>
        </p:txBody>
      </p:sp>
      <p:sp>
        <p:nvSpPr>
          <p:cNvPr id="9" name="PlaceHolder 2"/>
          <p:cNvSpPr>
            <a:spLocks noGrp="1"/>
          </p:cNvSpPr>
          <p:nvPr>
            <p:ph/>
          </p:nvPr>
        </p:nvSpPr>
        <p:spPr>
          <a:xfrm>
            <a:off x="838080" y="1825560"/>
            <a:ext cx="1233360" cy="4350600"/>
          </a:xfrm>
          <a:prstGeom prst="rect">
            <a:avLst/>
          </a:prstGeom>
          <a:noFill/>
          <a:ln w="0">
            <a:noFill/>
          </a:ln>
        </p:spPr>
        <p:txBody>
          <a:bodyPr lIns="0" tIns="0" rIns="0" bIns="0" anchor="t">
            <a:normAutofit/>
          </a:bodyPr>
          <a:p>
            <a:pPr indent="0" algn="l">
              <a:buNone/>
            </a:pPr>
            <a:endParaRPr lang="es-ES" sz="3200" b="0" u="none" strike="noStrike">
              <a:solidFill>
                <a:srgbClr val="FFFFFF"/>
              </a:solidFill>
              <a:effectLst/>
              <a:uFillTx/>
              <a:latin typeface="Arial"/>
            </a:endParaRPr>
          </a:p>
        </p:txBody>
      </p:sp>
      <p:sp>
        <p:nvSpPr>
          <p:cNvPr id="10" name="PlaceHolder 3"/>
          <p:cNvSpPr>
            <a:spLocks noGrp="1"/>
          </p:cNvSpPr>
          <p:nvPr>
            <p:ph/>
          </p:nvPr>
        </p:nvSpPr>
        <p:spPr>
          <a:xfrm>
            <a:off x="2133360" y="1825560"/>
            <a:ext cx="1233360" cy="4350600"/>
          </a:xfrm>
          <a:prstGeom prst="rect">
            <a:avLst/>
          </a:prstGeom>
          <a:noFill/>
          <a:ln w="0">
            <a:noFill/>
          </a:ln>
        </p:spPr>
        <p:txBody>
          <a:bodyPr lIns="0" tIns="0" rIns="0" bIns="0" anchor="t">
            <a:normAutofit/>
          </a:bodyPr>
          <a:p>
            <a:pPr indent="0" algn="l">
              <a:buNone/>
            </a:pPr>
            <a:endParaRPr lang="es-ES" sz="3200" b="0" u="none" strike="noStrike">
              <a:solidFill>
                <a:srgbClr val="FFFFFF"/>
              </a:solidFill>
              <a:effectLst/>
              <a:uFillTx/>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3CCC6D7E-B343-4357-907D-B24604AAD345}" type="slidenum">
              <a:t>&lt;#&gt;</a:t>
            </a:fld>
          </a:p>
        </p:txBody>
      </p:sp>
      <p:sp>
        <p:nvSpPr>
          <p:cNvPr id="7" name="PlaceHolder 6"/>
          <p:cNvSpPr>
            <a:spLocks noGrp="1"/>
          </p:cNvSpPr>
          <p:nvPr>
            <p:ph type="dt" idx="3"/>
          </p:nvPr>
        </p:nvSpPr>
        <p:spPr/>
        <p:txBody>
          <a:bodyPr/>
          <a:p>
            <a:r>
              <a:rPr lang="es-E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VERTICAL_TEXT">
    <p:spTree>
      <p:nvGrpSpPr>
        <p:cNvPr id="1" name=""/>
        <p:cNvGrpSpPr/>
        <p:nvPr/>
      </p:nvGrpSpPr>
      <p:grpSpPr>
        <a:xfrm>
          <a:off x="0" y="0"/>
          <a:ext cx="0" cy="0"/>
          <a:chOff x="0" y="0"/>
          <a:chExt cx="0" cy="0"/>
        </a:xfrm>
      </p:grpSpPr>
      <p:sp>
        <p:nvSpPr>
          <p:cNvPr id="14" name="PlaceHolder 1"/>
          <p:cNvSpPr>
            <a:spLocks noGrp="1"/>
          </p:cNvSpPr>
          <p:nvPr>
            <p:ph type="title"/>
          </p:nvPr>
        </p:nvSpPr>
        <p:spPr>
          <a:xfrm>
            <a:off x="838080" y="365040"/>
            <a:ext cx="10514880" cy="1324800"/>
          </a:xfrm>
          <a:prstGeom prst="rect">
            <a:avLst/>
          </a:prstGeom>
          <a:noFill/>
          <a:ln w="0">
            <a:noFill/>
          </a:ln>
        </p:spPr>
        <p:txBody>
          <a:bodyPr lIns="0" tIns="0" rIns="0" bIns="0" anchor="ctr">
            <a:spAutoFit/>
          </a:bodyPr>
          <a:p>
            <a:pPr indent="0" algn="l">
              <a:buNone/>
            </a:pPr>
            <a:endParaRPr lang="es-ES" sz="4400" b="0" u="none" strike="noStrike">
              <a:solidFill>
                <a:srgbClr val="FFFFFF"/>
              </a:solidFill>
              <a:effectLst/>
              <a:uFillTx/>
              <a:latin typeface="Arial"/>
            </a:endParaRPr>
          </a:p>
        </p:txBody>
      </p:sp>
      <p:sp>
        <p:nvSpPr>
          <p:cNvPr id="15" name="PlaceHolder 2"/>
          <p:cNvSpPr>
            <a:spLocks noGrp="1"/>
          </p:cNvSpPr>
          <p:nvPr>
            <p:ph/>
          </p:nvPr>
        </p:nvSpPr>
        <p:spPr>
          <a:xfrm>
            <a:off x="838080" y="1825560"/>
            <a:ext cx="2527920" cy="4350600"/>
          </a:xfrm>
          <a:prstGeom prst="rect">
            <a:avLst/>
          </a:prstGeom>
          <a:noFill/>
          <a:ln w="0">
            <a:noFill/>
          </a:ln>
        </p:spPr>
        <p:txBody>
          <a:bodyPr lIns="0" tIns="0" rIns="0" bIns="0" anchor="t" vert="eaVert">
            <a:normAutofit/>
          </a:bodyPr>
          <a:p>
            <a:pPr indent="0" algn="l">
              <a:buNone/>
            </a:pPr>
            <a:endParaRPr lang="es-ES" sz="3200" b="0" u="none" strike="noStrike">
              <a:solidFill>
                <a:srgbClr val="FFFFFF"/>
              </a:solidFill>
              <a:effectLst/>
              <a:uFillTx/>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C7EFE6C8-79BB-4707-91DF-FF9B1BBD5F8A}" type="slidenum">
              <a:t>&lt;#&gt;</a:t>
            </a:fld>
          </a:p>
        </p:txBody>
      </p:sp>
      <p:sp>
        <p:nvSpPr>
          <p:cNvPr id="6" name="PlaceHolder 5"/>
          <p:cNvSpPr>
            <a:spLocks noGrp="1"/>
          </p:cNvSpPr>
          <p:nvPr>
            <p:ph type="dt" idx="6"/>
          </p:nvPr>
        </p:nvSpPr>
        <p:spPr/>
        <p:txBody>
          <a:bodyPr/>
          <a:p>
            <a:r>
              <a:rPr lang="es-E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_TITLE_AND_VERTICAL_TEXT">
    <p:spTree>
      <p:nvGrpSpPr>
        <p:cNvPr id="1" name=""/>
        <p:cNvGrpSpPr/>
        <p:nvPr/>
      </p:nvGrpSpPr>
      <p:grpSpPr>
        <a:xfrm>
          <a:off x="0" y="0"/>
          <a:ext cx="0" cy="0"/>
          <a:chOff x="0" y="0"/>
          <a:chExt cx="0" cy="0"/>
        </a:xfrm>
      </p:grpSpPr>
      <p:sp>
        <p:nvSpPr>
          <p:cNvPr id="19" name="PlaceHolder 1"/>
          <p:cNvSpPr>
            <a:spLocks noGrp="1"/>
          </p:cNvSpPr>
          <p:nvPr>
            <p:ph type="title"/>
          </p:nvPr>
        </p:nvSpPr>
        <p:spPr>
          <a:xfrm>
            <a:off x="9889920" y="365040"/>
            <a:ext cx="1463040" cy="6142320"/>
          </a:xfrm>
          <a:prstGeom prst="rect">
            <a:avLst/>
          </a:prstGeom>
          <a:noFill/>
          <a:ln w="0">
            <a:noFill/>
          </a:ln>
        </p:spPr>
        <p:txBody>
          <a:bodyPr lIns="0" tIns="0" rIns="0" bIns="0" anchor="t" anchorCtr="1" vert="eaVert">
            <a:noAutofit/>
          </a:bodyPr>
          <a:p>
            <a:pPr indent="0" algn="l">
              <a:buNone/>
            </a:pPr>
            <a:endParaRPr lang="es-ES" sz="4400" b="0" u="none" strike="noStrike">
              <a:solidFill>
                <a:srgbClr val="FFFFFF"/>
              </a:solidFill>
              <a:effectLst/>
              <a:uFillTx/>
              <a:latin typeface="Arial"/>
            </a:endParaRPr>
          </a:p>
        </p:txBody>
      </p:sp>
      <p:sp>
        <p:nvSpPr>
          <p:cNvPr id="20" name="PlaceHolder 2"/>
          <p:cNvSpPr>
            <a:spLocks noGrp="1"/>
          </p:cNvSpPr>
          <p:nvPr>
            <p:ph/>
          </p:nvPr>
        </p:nvSpPr>
        <p:spPr>
          <a:xfrm>
            <a:off x="838080" y="369360"/>
            <a:ext cx="1965960" cy="5806800"/>
          </a:xfrm>
          <a:prstGeom prst="rect">
            <a:avLst/>
          </a:prstGeom>
          <a:noFill/>
          <a:ln w="0">
            <a:noFill/>
          </a:ln>
        </p:spPr>
        <p:txBody>
          <a:bodyPr lIns="0" tIns="0" rIns="0" bIns="0" anchor="t" vert="eaVert">
            <a:normAutofit/>
          </a:bodyPr>
          <a:p>
            <a:pPr indent="0" algn="l">
              <a:buNone/>
            </a:pPr>
            <a:endParaRPr lang="es-ES" sz="3200" b="0" u="none" strike="noStrike">
              <a:solidFill>
                <a:srgbClr val="FFFFFF"/>
              </a:solidFill>
              <a:effectLst/>
              <a:uFillTx/>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988AE317-B923-463A-B0C9-6225ECC15215}" type="slidenum">
              <a:t>&lt;#&gt;</a:t>
            </a:fld>
          </a:p>
        </p:txBody>
      </p:sp>
      <p:sp>
        <p:nvSpPr>
          <p:cNvPr id="6" name="PlaceHolder 5"/>
          <p:cNvSpPr>
            <a:spLocks noGrp="1"/>
          </p:cNvSpPr>
          <p:nvPr>
            <p:ph type="dt" idx="9"/>
          </p:nvPr>
        </p:nvSpPr>
        <p:spPr/>
        <p:txBody>
          <a:bodyPr/>
          <a:p>
            <a:r>
              <a:rPr lang="es-E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25" name="PlaceHolder 1"/>
          <p:cNvSpPr>
            <a:spLocks noGrp="1"/>
          </p:cNvSpPr>
          <p:nvPr>
            <p:ph type="title"/>
          </p:nvPr>
        </p:nvSpPr>
        <p:spPr>
          <a:xfrm>
            <a:off x="838080" y="365040"/>
            <a:ext cx="10514880" cy="1324800"/>
          </a:xfrm>
          <a:prstGeom prst="rect">
            <a:avLst/>
          </a:prstGeom>
          <a:noFill/>
          <a:ln w="0">
            <a:noFill/>
          </a:ln>
        </p:spPr>
        <p:txBody>
          <a:bodyPr lIns="0" tIns="0" rIns="0" bIns="0" anchor="ctr">
            <a:spAutoFit/>
          </a:bodyPr>
          <a:p>
            <a:pPr indent="0" algn="l">
              <a:buNone/>
            </a:pPr>
            <a:endParaRPr lang="es-ES" sz="4400" b="0" u="none" strike="noStrike">
              <a:solidFill>
                <a:srgbClr val="FFFFFF"/>
              </a:solidFill>
              <a:effectLst/>
              <a:uFillTx/>
              <a:latin typeface="Arial"/>
            </a:endParaRPr>
          </a:p>
        </p:txBody>
      </p:sp>
      <p:sp>
        <p:nvSpPr>
          <p:cNvPr id="26" name="PlaceHolder 2"/>
          <p:cNvSpPr>
            <a:spLocks noGrp="1"/>
          </p:cNvSpPr>
          <p:nvPr>
            <p:ph type="subTitle"/>
          </p:nvPr>
        </p:nvSpPr>
        <p:spPr>
          <a:xfrm>
            <a:off x="838080" y="1825560"/>
            <a:ext cx="2527920" cy="4350600"/>
          </a:xfrm>
          <a:prstGeom prst="rect">
            <a:avLst/>
          </a:prstGeom>
          <a:noFill/>
          <a:ln w="0">
            <a:noFill/>
          </a:ln>
        </p:spPr>
        <p:txBody>
          <a:bodyPr lIns="0" tIns="0" rIns="0" bIns="0" anchor="ctr">
            <a:spAutoFit/>
          </a:bodyPr>
          <a:p>
            <a:pPr indent="0" algn="ctr">
              <a:buNone/>
            </a:pPr>
            <a:endParaRPr lang="es-ES" sz="3200" b="0" u="none" strike="noStrike">
              <a:solidFill>
                <a:srgbClr val="FFFFFF"/>
              </a:solidFill>
              <a:effectLst/>
              <a:uFillTx/>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A4292450-942F-4AEE-A268-1B1F6878B249}" type="slidenum">
              <a:t>&lt;#&gt;</a:t>
            </a:fld>
          </a:p>
        </p:txBody>
      </p:sp>
      <p:sp>
        <p:nvSpPr>
          <p:cNvPr id="6" name="PlaceHolder 5"/>
          <p:cNvSpPr>
            <a:spLocks noGrp="1"/>
          </p:cNvSpPr>
          <p:nvPr>
            <p:ph type="dt" idx="12"/>
          </p:nvPr>
        </p:nvSpPr>
        <p:spPr/>
        <p:txBody>
          <a:bodyPr/>
          <a:p>
            <a:r>
              <a:rPr lang="es-E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OBJECT">
    <p:spTree>
      <p:nvGrpSpPr>
        <p:cNvPr id="1" name=""/>
        <p:cNvGrpSpPr/>
        <p:nvPr/>
      </p:nvGrpSpPr>
      <p:grpSpPr>
        <a:xfrm>
          <a:off x="0" y="0"/>
          <a:ext cx="0" cy="0"/>
          <a:chOff x="0" y="0"/>
          <a:chExt cx="0" cy="0"/>
        </a:xfrm>
      </p:grpSpPr>
      <p:sp>
        <p:nvSpPr>
          <p:cNvPr id="32" name="PlaceHolder 1"/>
          <p:cNvSpPr>
            <a:spLocks noGrp="1"/>
          </p:cNvSpPr>
          <p:nvPr>
            <p:ph type="title"/>
          </p:nvPr>
        </p:nvSpPr>
        <p:spPr>
          <a:xfrm>
            <a:off x="838080" y="365040"/>
            <a:ext cx="10514880" cy="1324800"/>
          </a:xfrm>
          <a:prstGeom prst="rect">
            <a:avLst/>
          </a:prstGeom>
          <a:noFill/>
          <a:ln w="0">
            <a:noFill/>
          </a:ln>
        </p:spPr>
        <p:txBody>
          <a:bodyPr lIns="0" tIns="0" rIns="0" bIns="0" anchor="ctr">
            <a:spAutoFit/>
          </a:bodyPr>
          <a:p>
            <a:pPr indent="0" algn="l">
              <a:buNone/>
            </a:pPr>
            <a:endParaRPr lang="es-ES" sz="4400" b="0" u="none" strike="noStrike">
              <a:solidFill>
                <a:srgbClr val="FFFFFF"/>
              </a:solidFill>
              <a:effectLst/>
              <a:uFillTx/>
              <a:latin typeface="Arial"/>
            </a:endParaRPr>
          </a:p>
        </p:txBody>
      </p:sp>
      <p:sp>
        <p:nvSpPr>
          <p:cNvPr id="33" name="PlaceHolder 2"/>
          <p:cNvSpPr>
            <a:spLocks noGrp="1"/>
          </p:cNvSpPr>
          <p:nvPr>
            <p:ph/>
          </p:nvPr>
        </p:nvSpPr>
        <p:spPr>
          <a:xfrm>
            <a:off x="838080" y="1825560"/>
            <a:ext cx="2527920" cy="4350600"/>
          </a:xfrm>
          <a:prstGeom prst="rect">
            <a:avLst/>
          </a:prstGeom>
          <a:noFill/>
          <a:ln w="0">
            <a:noFill/>
          </a:ln>
        </p:spPr>
        <p:txBody>
          <a:bodyPr lIns="0" tIns="0" rIns="0" bIns="0" anchor="t">
            <a:normAutofit/>
          </a:bodyPr>
          <a:p>
            <a:pPr indent="0" algn="l">
              <a:buNone/>
            </a:pPr>
            <a:endParaRPr lang="es-ES" sz="3200" b="0" u="none" strike="noStrike">
              <a:solidFill>
                <a:srgbClr val="FFFFFF"/>
              </a:solidFill>
              <a:effectLst/>
              <a:uFillTx/>
              <a:latin typeface="Arial"/>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4"/>
          </p:nvPr>
        </p:nvSpPr>
        <p:spPr/>
        <p:txBody>
          <a:bodyPr/>
          <a:p>
            <a:fld id="{CEC790C7-87EF-42D1-A52C-E71272CDC704}" type="slidenum">
              <a:t>&lt;#&gt;</a:t>
            </a:fld>
          </a:p>
        </p:txBody>
      </p:sp>
      <p:sp>
        <p:nvSpPr>
          <p:cNvPr id="6" name="PlaceHolder 5"/>
          <p:cNvSpPr>
            <a:spLocks noGrp="1"/>
          </p:cNvSpPr>
          <p:nvPr>
            <p:ph type="dt" idx="15"/>
          </p:nvPr>
        </p:nvSpPr>
        <p:spPr/>
        <p:txBody>
          <a:bodyPr/>
          <a:p>
            <a:r>
              <a:rPr lang="es-E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spTree>
      <p:nvGrpSpPr>
        <p:cNvPr id="1" name=""/>
        <p:cNvGrpSpPr/>
        <p:nvPr/>
      </p:nvGrpSpPr>
      <p:grpSpPr>
        <a:xfrm>
          <a:off x="0" y="0"/>
          <a:ext cx="0" cy="0"/>
          <a:chOff x="0" y="0"/>
          <a:chExt cx="0" cy="0"/>
        </a:xfrm>
      </p:grpSpPr>
      <p:sp>
        <p:nvSpPr>
          <p:cNvPr id="2" name="PlaceHolder 1"/>
          <p:cNvSpPr>
            <a:spLocks noGrp="1"/>
          </p:cNvSpPr>
          <p:nvPr>
            <p:ph type="ftr" idx="16"/>
          </p:nvPr>
        </p:nvSpPr>
        <p:spPr/>
        <p:txBody>
          <a:bodyPr/>
          <a:p>
            <a:r>
              <a:t>Footer</a:t>
            </a:r>
          </a:p>
        </p:txBody>
      </p:sp>
      <p:sp>
        <p:nvSpPr>
          <p:cNvPr id="3" name="PlaceHolder 2"/>
          <p:cNvSpPr>
            <a:spLocks noGrp="1"/>
          </p:cNvSpPr>
          <p:nvPr>
            <p:ph type="sldNum" idx="17"/>
          </p:nvPr>
        </p:nvSpPr>
        <p:spPr/>
        <p:txBody>
          <a:bodyPr/>
          <a:p>
            <a:fld id="{44B4813D-0E5F-4641-8B6E-4BB9ECA0DF83}" type="slidenum">
              <a:t>&lt;#&gt;</a:t>
            </a:fld>
          </a:p>
        </p:txBody>
      </p:sp>
      <p:sp>
        <p:nvSpPr>
          <p:cNvPr id="4" name="PlaceHolder 3"/>
          <p:cNvSpPr>
            <a:spLocks noGrp="1"/>
          </p:cNvSpPr>
          <p:nvPr>
            <p:ph type="dt" idx="18"/>
          </p:nvPr>
        </p:nvSpPr>
        <p:spPr/>
        <p:txBody>
          <a:bodyPr/>
          <a:p>
            <a:r>
              <a:rPr lang="es-E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_OBJECTS_WITH_TEXT">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p>
            <a:r>
              <a:t>Footer</a:t>
            </a:r>
          </a:p>
        </p:txBody>
      </p:sp>
      <p:sp>
        <p:nvSpPr>
          <p:cNvPr id="3" name="PlaceHolder 2"/>
          <p:cNvSpPr>
            <a:spLocks noGrp="1"/>
          </p:cNvSpPr>
          <p:nvPr>
            <p:ph type="sldNum" idx="20"/>
          </p:nvPr>
        </p:nvSpPr>
        <p:spPr/>
        <p:txBody>
          <a:bodyPr/>
          <a:p>
            <a:fld id="{CAA122C7-FBC9-479A-8356-FB1D40CCF2C1}" type="slidenum">
              <a:t>&lt;#&gt;</a:t>
            </a:fld>
          </a:p>
        </p:txBody>
      </p:sp>
      <p:sp>
        <p:nvSpPr>
          <p:cNvPr id="4" name="PlaceHolder 3"/>
          <p:cNvSpPr>
            <a:spLocks noGrp="1"/>
          </p:cNvSpPr>
          <p:nvPr>
            <p:ph type="dt" idx="21"/>
          </p:nvPr>
        </p:nvSpPr>
        <p:spPr/>
        <p:txBody>
          <a:bodyPr/>
          <a:p>
            <a:r>
              <a:rPr lang="es-E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spTree>
      <p:nvGrpSpPr>
        <p:cNvPr id="1" name=""/>
        <p:cNvGrpSpPr/>
        <p:nvPr/>
      </p:nvGrpSpPr>
      <p:grpSpPr>
        <a:xfrm>
          <a:off x="0" y="0"/>
          <a:ext cx="0" cy="0"/>
          <a:chOff x="0" y="0"/>
          <a:chExt cx="0" cy="0"/>
        </a:xfrm>
      </p:grpSpPr>
      <p:sp>
        <p:nvSpPr>
          <p:cNvPr id="44" name="PlaceHolder 1"/>
          <p:cNvSpPr>
            <a:spLocks noGrp="1"/>
          </p:cNvSpPr>
          <p:nvPr>
            <p:ph type="title"/>
          </p:nvPr>
        </p:nvSpPr>
        <p:spPr>
          <a:xfrm>
            <a:off x="838080" y="365040"/>
            <a:ext cx="10514880" cy="1324800"/>
          </a:xfrm>
          <a:prstGeom prst="rect">
            <a:avLst/>
          </a:prstGeom>
          <a:noFill/>
          <a:ln w="0">
            <a:noFill/>
          </a:ln>
        </p:spPr>
        <p:txBody>
          <a:bodyPr lIns="0" tIns="0" rIns="0" bIns="0" anchor="ctr">
            <a:spAutoFit/>
          </a:bodyPr>
          <a:p>
            <a:pPr indent="0" algn="l">
              <a:buNone/>
            </a:pPr>
            <a:endParaRPr lang="es-ES" sz="4400" b="0" u="none" strike="noStrike">
              <a:solidFill>
                <a:srgbClr val="FFFFFF"/>
              </a:solidFill>
              <a:effectLst/>
              <a:uFillTx/>
              <a:latin typeface="Arial"/>
            </a:endParaRPr>
          </a:p>
        </p:txBody>
      </p:sp>
      <p:sp>
        <p:nvSpPr>
          <p:cNvPr id="3" name="PlaceHolder 2"/>
          <p:cNvSpPr>
            <a:spLocks noGrp="1"/>
          </p:cNvSpPr>
          <p:nvPr>
            <p:ph type="ftr" idx="22"/>
          </p:nvPr>
        </p:nvSpPr>
        <p:spPr/>
        <p:txBody>
          <a:bodyPr/>
          <a:p>
            <a:r>
              <a:t>Footer</a:t>
            </a:r>
          </a:p>
        </p:txBody>
      </p:sp>
      <p:sp>
        <p:nvSpPr>
          <p:cNvPr id="4" name="PlaceHolder 3"/>
          <p:cNvSpPr>
            <a:spLocks noGrp="1"/>
          </p:cNvSpPr>
          <p:nvPr>
            <p:ph type="sldNum" idx="23"/>
          </p:nvPr>
        </p:nvSpPr>
        <p:spPr/>
        <p:txBody>
          <a:bodyPr/>
          <a:p>
            <a:fld id="{F740B42C-39A1-4EE1-8154-98C657DDE15B}" type="slidenum">
              <a:t>&lt;#&gt;</a:t>
            </a:fld>
          </a:p>
        </p:txBody>
      </p:sp>
      <p:sp>
        <p:nvSpPr>
          <p:cNvPr id="5" name="PlaceHolder 4"/>
          <p:cNvSpPr>
            <a:spLocks noGrp="1"/>
          </p:cNvSpPr>
          <p:nvPr>
            <p:ph type="dt" idx="24"/>
          </p:nvPr>
        </p:nvSpPr>
        <p:spPr/>
        <p:txBody>
          <a:bodyPr/>
          <a:p>
            <a:r>
              <a:rPr lang="es-E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p>
            <a:r>
              <a:t>Footer</a:t>
            </a:r>
          </a:p>
        </p:txBody>
      </p:sp>
      <p:sp>
        <p:nvSpPr>
          <p:cNvPr id="3" name="PlaceHolder 2"/>
          <p:cNvSpPr>
            <a:spLocks noGrp="1"/>
          </p:cNvSpPr>
          <p:nvPr>
            <p:ph type="sldNum" idx="26"/>
          </p:nvPr>
        </p:nvSpPr>
        <p:spPr/>
        <p:txBody>
          <a:bodyPr/>
          <a:p>
            <a:fld id="{A63F8413-8C59-4D1F-AF37-B6286BA2657A}" type="slidenum">
              <a:t>&lt;#&gt;</a:t>
            </a:fld>
          </a:p>
        </p:txBody>
      </p:sp>
      <p:sp>
        <p:nvSpPr>
          <p:cNvPr id="4" name="PlaceHolder 3"/>
          <p:cNvSpPr>
            <a:spLocks noGrp="1"/>
          </p:cNvSpPr>
          <p:nvPr>
            <p:ph type="dt" idx="27"/>
          </p:nvPr>
        </p:nvSpPr>
        <p:spPr/>
        <p:txBody>
          <a:bodyPr/>
          <a:p>
            <a:r>
              <a:rPr lang="es-E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BJECT_WITH_CAPTION_TEXT">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p>
            <a:r>
              <a:t>Footer</a:t>
            </a:r>
          </a:p>
        </p:txBody>
      </p:sp>
      <p:sp>
        <p:nvSpPr>
          <p:cNvPr id="3" name="PlaceHolder 2"/>
          <p:cNvSpPr>
            <a:spLocks noGrp="1"/>
          </p:cNvSpPr>
          <p:nvPr>
            <p:ph type="sldNum" idx="29"/>
          </p:nvPr>
        </p:nvSpPr>
        <p:spPr/>
        <p:txBody>
          <a:bodyPr/>
          <a:p>
            <a:fld id="{C5F6D0E9-D3C9-4688-A04C-DD2CF6D6D7C1}" type="slidenum">
              <a:t>&lt;#&gt;</a:t>
            </a:fld>
          </a:p>
        </p:txBody>
      </p:sp>
      <p:sp>
        <p:nvSpPr>
          <p:cNvPr id="4" name="PlaceHolder 3"/>
          <p:cNvSpPr>
            <a:spLocks noGrp="1"/>
          </p:cNvSpPr>
          <p:nvPr>
            <p:ph type="dt" idx="30"/>
          </p:nvPr>
        </p:nvSpPr>
        <p:spPr/>
        <p:txBody>
          <a:bodyPr/>
          <a:p>
            <a:r>
              <a:rPr lang="es-E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_WITH_CAPTION_TEXT">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p>
            <a:r>
              <a:t>Footer</a:t>
            </a:r>
          </a:p>
        </p:txBody>
      </p:sp>
      <p:sp>
        <p:nvSpPr>
          <p:cNvPr id="3" name="PlaceHolder 2"/>
          <p:cNvSpPr>
            <a:spLocks noGrp="1"/>
          </p:cNvSpPr>
          <p:nvPr>
            <p:ph type="sldNum" idx="32"/>
          </p:nvPr>
        </p:nvSpPr>
        <p:spPr/>
        <p:txBody>
          <a:bodyPr/>
          <a:p>
            <a:fld id="{4AE20D60-9334-4789-8B42-28752D34FB3E}" type="slidenum">
              <a:t>&lt;#&gt;</a:t>
            </a:fld>
          </a:p>
        </p:txBody>
      </p:sp>
      <p:sp>
        <p:nvSpPr>
          <p:cNvPr id="4" name="PlaceHolder 3"/>
          <p:cNvSpPr>
            <a:spLocks noGrp="1"/>
          </p:cNvSpPr>
          <p:nvPr>
            <p:ph type="dt" idx="33"/>
          </p:nvPr>
        </p:nvSpPr>
        <p:spPr/>
        <p:txBody>
          <a:bodyPr/>
          <a:p>
            <a:r>
              <a:rPr lang="es-E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838080" y="365040"/>
            <a:ext cx="10514880" cy="1324800"/>
          </a:xfrm>
          <a:prstGeom prst="rect">
            <a:avLst/>
          </a:prstGeom>
          <a:noFill/>
          <a:ln w="0">
            <a:noFill/>
          </a:ln>
        </p:spPr>
        <p:txBody>
          <a:bodyPr lIns="0" tIns="0" rIns="0" bIns="0" anchor="ctr">
            <a:noAutofit/>
          </a:bodyPr>
          <a:lstStyle>
            <a:lvl1pPr indent="0" algn="l">
              <a:buNone/>
              <a:defRPr lang="es-ES" sz="1800" b="0" u="none" strike="noStrike">
                <a:solidFill>
                  <a:srgbClr val="FFFFFF"/>
                </a:solidFill>
                <a:effectLst/>
                <a:uFillTx/>
                <a:latin typeface="Arial"/>
              </a:defRPr>
            </a:lvl1pPr>
          </a:lstStyle>
          <a:p>
            <a:pPr indent="0" algn="l">
              <a:buNone/>
            </a:pPr>
            <a:r>
              <a:rPr lang="es-ES" sz="1800" b="0" u="none" strike="noStrike">
                <a:solidFill>
                  <a:srgbClr val="FFFFFF"/>
                </a:solidFill>
                <a:effectLst/>
                <a:uFillTx/>
                <a:latin typeface="Arial"/>
              </a:rPr>
              <a:t>Pulse para editar el formato del texto de título</a:t>
            </a:r>
            <a:endParaRPr lang="es-ES" sz="1800" b="0" u="none" strike="noStrike">
              <a:solidFill>
                <a:srgbClr val="FFFFFF"/>
              </a:solidFill>
              <a:effectLst/>
              <a:uFillTx/>
              <a:latin typeface="Arial"/>
            </a:endParaRPr>
          </a:p>
        </p:txBody>
      </p:sp>
      <p:sp>
        <p:nvSpPr>
          <p:cNvPr id="3" name="PlaceHolder 2"/>
          <p:cNvSpPr>
            <a:spLocks noGrp="1"/>
          </p:cNvSpPr>
          <p:nvPr>
            <p:ph type="body"/>
          </p:nvPr>
        </p:nvSpPr>
        <p:spPr>
          <a:xfrm>
            <a:off x="838080" y="1825560"/>
            <a:ext cx="2527920" cy="4350600"/>
          </a:xfrm>
          <a:prstGeom prst="rect">
            <a:avLst/>
          </a:prstGeom>
          <a:noFill/>
          <a:ln w="0">
            <a:noFill/>
          </a:ln>
        </p:spPr>
        <p:txBody>
          <a:bodyPr lIns="0" tIns="0" rIns="0" bIns="0" anchor="t">
            <a:normAutofit fontScale="32500" lnSpcReduction="19999"/>
          </a:bodyPr>
          <a:lstStyle>
            <a:lvl1pPr algn="l">
              <a:buClr>
                <a:srgbClr val="FFFFFF"/>
              </a:buClr>
              <a:buFont typeface="Wingdings" charset="2"/>
              <a:buChar char=""/>
              <a:defRPr lang="es-ES" sz="1800" b="0" u="none" strike="noStrike">
                <a:solidFill>
                  <a:srgbClr val="FFFFFF"/>
                </a:solidFill>
                <a:effectLst/>
                <a:uFillTx/>
                <a:latin typeface="Arial"/>
              </a:defRPr>
            </a:lvl1pPr>
            <a:lvl2pPr lvl="1" algn="l">
              <a:buClr>
                <a:srgbClr val="FFFFFF"/>
              </a:buClr>
              <a:buSzPct val="75000"/>
              <a:buFont typeface="Symbol" charset="2"/>
              <a:buChar char=""/>
              <a:defRPr lang="es-ES" sz="1800" b="0" u="none" strike="noStrike">
                <a:solidFill>
                  <a:srgbClr val="FFFFFF"/>
                </a:solidFill>
                <a:effectLst/>
                <a:uFillTx/>
                <a:latin typeface="Arial"/>
              </a:defRPr>
            </a:lvl2pPr>
            <a:lvl3pPr lvl="2" algn="l">
              <a:buClr>
                <a:srgbClr val="FFFFFF"/>
              </a:buClr>
              <a:buSzPct val="45000"/>
              <a:buFont typeface="Wingdings" charset="2"/>
              <a:buChar char=""/>
              <a:defRPr lang="es-ES" sz="1800" b="0" u="none" strike="noStrike">
                <a:solidFill>
                  <a:srgbClr val="FFFFFF"/>
                </a:solidFill>
                <a:effectLst/>
                <a:uFillTx/>
                <a:latin typeface="Arial"/>
              </a:defRPr>
            </a:lvl3pPr>
            <a:lvl4pPr lvl="3" algn="l">
              <a:buClr>
                <a:srgbClr val="FFFFFF"/>
              </a:buClr>
              <a:buSzPct val="75000"/>
              <a:buFont typeface="Symbol" charset="2"/>
              <a:buChar char=""/>
              <a:defRPr lang="es-ES" sz="1800" b="0" u="none" strike="noStrike">
                <a:solidFill>
                  <a:srgbClr val="FFFFFF"/>
                </a:solidFill>
                <a:effectLst/>
                <a:uFillTx/>
                <a:latin typeface="Arial"/>
              </a:defRPr>
            </a:lvl4pPr>
            <a:lvl5pPr lvl="4" algn="l">
              <a:buClr>
                <a:srgbClr val="FFFFFF"/>
              </a:buClr>
              <a:buSzPct val="45000"/>
              <a:buFont typeface="Wingdings" charset="2"/>
              <a:buChar char=""/>
              <a:defRPr lang="es-ES" sz="1800" b="0" u="none" strike="noStrike">
                <a:solidFill>
                  <a:srgbClr val="FFFFFF"/>
                </a:solidFill>
                <a:effectLst/>
                <a:uFillTx/>
                <a:latin typeface="Arial"/>
              </a:defRPr>
            </a:lvl5pPr>
            <a:lvl6pPr lvl="5" algn="l">
              <a:buClr>
                <a:srgbClr val="FFFFFF"/>
              </a:buClr>
              <a:buSzPct val="45000"/>
              <a:buFont typeface="Wingdings" charset="2"/>
              <a:buChar char=""/>
              <a:defRPr lang="es-ES" sz="1800" b="0" u="none" strike="noStrike">
                <a:solidFill>
                  <a:srgbClr val="FFFFFF"/>
                </a:solidFill>
                <a:effectLst/>
                <a:uFillTx/>
                <a:latin typeface="Arial"/>
              </a:defRPr>
            </a:lvl6pPr>
            <a:lvl7pPr lvl="6" algn="l">
              <a:buClr>
                <a:srgbClr val="FFFFFF"/>
              </a:buClr>
              <a:buSzPct val="45000"/>
              <a:buFont typeface="Wingdings" charset="2"/>
              <a:buChar char=""/>
              <a:defRPr lang="es-ES" sz="1800" b="0" u="none" strike="noStrike">
                <a:solidFill>
                  <a:srgbClr val="FFFFFF"/>
                </a:solidFill>
                <a:effectLst/>
                <a:uFillTx/>
                <a:latin typeface="Arial"/>
              </a:defRPr>
            </a:lvl7pPr>
          </a:lstStyle>
          <a:p>
            <a:pPr indent="-324000" algn="l">
              <a:buClr>
                <a:srgbClr val="FFFFFF"/>
              </a:buClr>
              <a:buFont typeface="Wingdings" charset="2"/>
              <a:buChar char=""/>
            </a:pPr>
            <a:r>
              <a:rPr lang="es-ES" sz="1800" b="0" u="none" strike="noStrike">
                <a:solidFill>
                  <a:srgbClr val="FFFFFF"/>
                </a:solidFill>
                <a:effectLst/>
                <a:uFillTx/>
                <a:latin typeface="Arial"/>
              </a:rPr>
              <a:t>Pulse para editar el formato de texto del esquema</a:t>
            </a:r>
            <a:endParaRPr lang="es-ES" sz="1800" b="0" u="none" strike="noStrike">
              <a:solidFill>
                <a:srgbClr val="FFFFFF"/>
              </a:solidFill>
              <a:effectLst/>
              <a:uFillTx/>
              <a:latin typeface="Arial"/>
            </a:endParaRPr>
          </a:p>
          <a:p>
            <a:pPr marL="864000" lvl="1" indent="-324000" algn="l">
              <a:buClr>
                <a:srgbClr val="FFFFFF"/>
              </a:buClr>
              <a:buSzPct val="75000"/>
              <a:buFont typeface="Symbol" charset="2"/>
              <a:buChar char=""/>
            </a:pPr>
            <a:r>
              <a:rPr lang="es-ES" sz="1800" b="0" u="none" strike="noStrike">
                <a:solidFill>
                  <a:srgbClr val="FFFFFF"/>
                </a:solidFill>
                <a:effectLst/>
                <a:uFillTx/>
                <a:latin typeface="Arial"/>
              </a:rPr>
              <a:t>Segundo nivel del esquema</a:t>
            </a:r>
            <a:endParaRPr lang="es-ES" sz="1800" b="0" u="none" strike="noStrike">
              <a:solidFill>
                <a:srgbClr val="FFFFFF"/>
              </a:solidFill>
              <a:effectLst/>
              <a:uFillTx/>
              <a:latin typeface="Arial"/>
            </a:endParaRPr>
          </a:p>
          <a:p>
            <a:pPr marL="1296000" lvl="2" indent="-288000" algn="l">
              <a:buClr>
                <a:srgbClr val="FFFFFF"/>
              </a:buClr>
              <a:buSzPct val="45000"/>
              <a:buFont typeface="Wingdings" charset="2"/>
              <a:buChar char=""/>
            </a:pPr>
            <a:r>
              <a:rPr lang="es-ES" sz="1800" b="0" u="none" strike="noStrike">
                <a:solidFill>
                  <a:srgbClr val="FFFFFF"/>
                </a:solidFill>
                <a:effectLst/>
                <a:uFillTx/>
                <a:latin typeface="Arial"/>
              </a:rPr>
              <a:t>Tercer nivel del esquema</a:t>
            </a:r>
            <a:endParaRPr lang="es-ES" sz="1800" b="0" u="none" strike="noStrike">
              <a:solidFill>
                <a:srgbClr val="FFFFFF"/>
              </a:solidFill>
              <a:effectLst/>
              <a:uFillTx/>
              <a:latin typeface="Arial"/>
            </a:endParaRPr>
          </a:p>
          <a:p>
            <a:pPr marL="1728000" lvl="3" indent="-216000" algn="l">
              <a:buClr>
                <a:srgbClr val="FFFFFF"/>
              </a:buClr>
              <a:buSzPct val="75000"/>
              <a:buFont typeface="Symbol" charset="2"/>
              <a:buChar char=""/>
            </a:pPr>
            <a:r>
              <a:rPr lang="es-ES" sz="1800" b="0" u="none" strike="noStrike">
                <a:solidFill>
                  <a:srgbClr val="FFFFFF"/>
                </a:solidFill>
                <a:effectLst/>
                <a:uFillTx/>
                <a:latin typeface="Arial"/>
              </a:rPr>
              <a:t>Cuarto nivel del esquema</a:t>
            </a:r>
            <a:endParaRPr lang="es-ES" sz="1800" b="0" u="none" strike="noStrike">
              <a:solidFill>
                <a:srgbClr val="FFFFFF"/>
              </a:solidFill>
              <a:effectLst/>
              <a:uFillTx/>
              <a:latin typeface="Arial"/>
            </a:endParaRPr>
          </a:p>
          <a:p>
            <a:pPr marL="2160000" lvl="4" indent="-216000" algn="l">
              <a:buClr>
                <a:srgbClr val="FFFFFF"/>
              </a:buClr>
              <a:buSzPct val="45000"/>
              <a:buFont typeface="Wingdings" charset="2"/>
              <a:buChar char=""/>
            </a:pPr>
            <a:r>
              <a:rPr lang="es-ES" sz="1800" b="0" u="none" strike="noStrike">
                <a:solidFill>
                  <a:srgbClr val="FFFFFF"/>
                </a:solidFill>
                <a:effectLst/>
                <a:uFillTx/>
                <a:latin typeface="Arial"/>
              </a:rPr>
              <a:t>Quinto nivel del esquema</a:t>
            </a:r>
            <a:endParaRPr lang="es-ES" sz="1800" b="0" u="none" strike="noStrike">
              <a:solidFill>
                <a:srgbClr val="FFFFFF"/>
              </a:solidFill>
              <a:effectLst/>
              <a:uFillTx/>
              <a:latin typeface="Arial"/>
            </a:endParaRPr>
          </a:p>
          <a:p>
            <a:pPr marL="2592000" lvl="5" indent="-216000" algn="l">
              <a:buClr>
                <a:srgbClr val="FFFFFF"/>
              </a:buClr>
              <a:buSzPct val="45000"/>
              <a:buFont typeface="Wingdings" charset="2"/>
              <a:buChar char=""/>
            </a:pPr>
            <a:r>
              <a:rPr lang="es-ES" sz="1800" b="0" u="none" strike="noStrike">
                <a:solidFill>
                  <a:srgbClr val="FFFFFF"/>
                </a:solidFill>
                <a:effectLst/>
                <a:uFillTx/>
                <a:latin typeface="Arial"/>
              </a:rPr>
              <a:t>Sexto nivel del esquema</a:t>
            </a:r>
            <a:endParaRPr lang="es-ES" sz="1800" b="0" u="none" strike="noStrike">
              <a:solidFill>
                <a:srgbClr val="FFFFFF"/>
              </a:solidFill>
              <a:effectLst/>
              <a:uFillTx/>
              <a:latin typeface="Arial"/>
            </a:endParaRPr>
          </a:p>
          <a:p>
            <a:pPr marL="3024000" lvl="6" indent="-216000" algn="l">
              <a:buClr>
                <a:srgbClr val="FFFFFF"/>
              </a:buClr>
              <a:buSzPct val="45000"/>
              <a:buFont typeface="Wingdings" charset="2"/>
              <a:buChar char=""/>
            </a:pPr>
            <a:r>
              <a:rPr lang="es-ES" sz="1800" b="0" u="none" strike="noStrike">
                <a:solidFill>
                  <a:srgbClr val="FFFFFF"/>
                </a:solidFill>
                <a:effectLst/>
                <a:uFillTx/>
                <a:latin typeface="Arial"/>
              </a:rPr>
              <a:t>Séptimo nivel del esquema</a:t>
            </a:r>
            <a:endParaRPr lang="es-ES" sz="1800" b="0" u="none" strike="noStrike">
              <a:solidFill>
                <a:srgbClr val="FFFFFF"/>
              </a:solidFill>
              <a:effectLst/>
              <a:uFillTx/>
              <a:latin typeface="Arial"/>
            </a:endParaRPr>
          </a:p>
        </p:txBody>
      </p:sp>
      <p:sp>
        <p:nvSpPr>
          <p:cNvPr id="4" name="PlaceHolder 3"/>
          <p:cNvSpPr>
            <a:spLocks noGrp="1"/>
          </p:cNvSpPr>
          <p:nvPr>
            <p:ph type="body"/>
          </p:nvPr>
        </p:nvSpPr>
        <p:spPr>
          <a:xfrm>
            <a:off x="3493080" y="1825560"/>
            <a:ext cx="2527920" cy="4350600"/>
          </a:xfrm>
          <a:prstGeom prst="rect">
            <a:avLst/>
          </a:prstGeom>
          <a:noFill/>
          <a:ln w="0">
            <a:noFill/>
          </a:ln>
        </p:spPr>
        <p:txBody>
          <a:bodyPr lIns="0" tIns="0" rIns="0" bIns="0" anchor="t">
            <a:normAutofit fontScale="32500" lnSpcReduction="19999"/>
          </a:bodyPr>
          <a:lstStyle>
            <a:lvl1pPr algn="l">
              <a:buClr>
                <a:srgbClr val="FFFFFF"/>
              </a:buClr>
              <a:buFont typeface="Wingdings" charset="2"/>
              <a:buChar char=""/>
              <a:defRPr lang="es-ES" sz="1800" b="0" u="none" strike="noStrike">
                <a:solidFill>
                  <a:srgbClr val="FFFFFF"/>
                </a:solidFill>
                <a:effectLst/>
                <a:uFillTx/>
                <a:latin typeface="Arial"/>
              </a:defRPr>
            </a:lvl1pPr>
            <a:lvl2pPr lvl="1" algn="l">
              <a:buClr>
                <a:srgbClr val="FFFFFF"/>
              </a:buClr>
              <a:buSzPct val="75000"/>
              <a:buFont typeface="Symbol" charset="2"/>
              <a:buChar char=""/>
              <a:defRPr lang="es-ES" sz="1800" b="0" u="none" strike="noStrike">
                <a:solidFill>
                  <a:srgbClr val="FFFFFF"/>
                </a:solidFill>
                <a:effectLst/>
                <a:uFillTx/>
                <a:latin typeface="Arial"/>
              </a:defRPr>
            </a:lvl2pPr>
            <a:lvl3pPr lvl="2" algn="l">
              <a:buClr>
                <a:srgbClr val="FFFFFF"/>
              </a:buClr>
              <a:buSzPct val="45000"/>
              <a:buFont typeface="Wingdings" charset="2"/>
              <a:buChar char=""/>
              <a:defRPr lang="es-ES" sz="1800" b="0" u="none" strike="noStrike">
                <a:solidFill>
                  <a:srgbClr val="FFFFFF"/>
                </a:solidFill>
                <a:effectLst/>
                <a:uFillTx/>
                <a:latin typeface="Arial"/>
              </a:defRPr>
            </a:lvl3pPr>
            <a:lvl4pPr lvl="3" algn="l">
              <a:buClr>
                <a:srgbClr val="FFFFFF"/>
              </a:buClr>
              <a:buSzPct val="75000"/>
              <a:buFont typeface="Symbol" charset="2"/>
              <a:buChar char=""/>
              <a:defRPr lang="es-ES" sz="1800" b="0" u="none" strike="noStrike">
                <a:solidFill>
                  <a:srgbClr val="FFFFFF"/>
                </a:solidFill>
                <a:effectLst/>
                <a:uFillTx/>
                <a:latin typeface="Arial"/>
              </a:defRPr>
            </a:lvl4pPr>
            <a:lvl5pPr lvl="4" algn="l">
              <a:buClr>
                <a:srgbClr val="FFFFFF"/>
              </a:buClr>
              <a:buSzPct val="45000"/>
              <a:buFont typeface="Wingdings" charset="2"/>
              <a:buChar char=""/>
              <a:defRPr lang="es-ES" sz="1800" b="0" u="none" strike="noStrike">
                <a:solidFill>
                  <a:srgbClr val="FFFFFF"/>
                </a:solidFill>
                <a:effectLst/>
                <a:uFillTx/>
                <a:latin typeface="Arial"/>
              </a:defRPr>
            </a:lvl5pPr>
            <a:lvl6pPr lvl="5" algn="l">
              <a:buClr>
                <a:srgbClr val="FFFFFF"/>
              </a:buClr>
              <a:buSzPct val="45000"/>
              <a:buFont typeface="Wingdings" charset="2"/>
              <a:buChar char=""/>
              <a:defRPr lang="es-ES" sz="1800" b="0" u="none" strike="noStrike">
                <a:solidFill>
                  <a:srgbClr val="FFFFFF"/>
                </a:solidFill>
                <a:effectLst/>
                <a:uFillTx/>
                <a:latin typeface="Arial"/>
              </a:defRPr>
            </a:lvl6pPr>
            <a:lvl7pPr lvl="6" algn="l">
              <a:buClr>
                <a:srgbClr val="FFFFFF"/>
              </a:buClr>
              <a:buSzPct val="45000"/>
              <a:buFont typeface="Wingdings" charset="2"/>
              <a:buChar char=""/>
              <a:defRPr lang="es-ES" sz="1800" b="0" u="none" strike="noStrike">
                <a:solidFill>
                  <a:srgbClr val="FFFFFF"/>
                </a:solidFill>
                <a:effectLst/>
                <a:uFillTx/>
                <a:latin typeface="Arial"/>
              </a:defRPr>
            </a:lvl7pPr>
          </a:lstStyle>
          <a:p>
            <a:pPr indent="-324000" algn="l">
              <a:buClr>
                <a:srgbClr val="FFFFFF"/>
              </a:buClr>
              <a:buFont typeface="Wingdings" charset="2"/>
              <a:buChar char=""/>
            </a:pPr>
            <a:r>
              <a:rPr lang="es-ES" sz="1800" b="0" u="none" strike="noStrike">
                <a:solidFill>
                  <a:srgbClr val="FFFFFF"/>
                </a:solidFill>
                <a:effectLst/>
                <a:uFillTx/>
                <a:latin typeface="Arial"/>
              </a:rPr>
              <a:t>Pulse para editar el formato de texto del esquema</a:t>
            </a:r>
            <a:endParaRPr lang="es-ES" sz="1800" b="0" u="none" strike="noStrike">
              <a:solidFill>
                <a:srgbClr val="FFFFFF"/>
              </a:solidFill>
              <a:effectLst/>
              <a:uFillTx/>
              <a:latin typeface="Arial"/>
            </a:endParaRPr>
          </a:p>
          <a:p>
            <a:pPr marL="864000" lvl="1" indent="-324000" algn="l">
              <a:buClr>
                <a:srgbClr val="FFFFFF"/>
              </a:buClr>
              <a:buSzPct val="75000"/>
              <a:buFont typeface="Symbol" charset="2"/>
              <a:buChar char=""/>
            </a:pPr>
            <a:r>
              <a:rPr lang="es-ES" sz="1800" b="0" u="none" strike="noStrike">
                <a:solidFill>
                  <a:srgbClr val="FFFFFF"/>
                </a:solidFill>
                <a:effectLst/>
                <a:uFillTx/>
                <a:latin typeface="Arial"/>
              </a:rPr>
              <a:t>Segundo nivel del esquema</a:t>
            </a:r>
            <a:endParaRPr lang="es-ES" sz="1800" b="0" u="none" strike="noStrike">
              <a:solidFill>
                <a:srgbClr val="FFFFFF"/>
              </a:solidFill>
              <a:effectLst/>
              <a:uFillTx/>
              <a:latin typeface="Arial"/>
            </a:endParaRPr>
          </a:p>
          <a:p>
            <a:pPr marL="1296000" lvl="2" indent="-288000" algn="l">
              <a:buClr>
                <a:srgbClr val="FFFFFF"/>
              </a:buClr>
              <a:buSzPct val="45000"/>
              <a:buFont typeface="Wingdings" charset="2"/>
              <a:buChar char=""/>
            </a:pPr>
            <a:r>
              <a:rPr lang="es-ES" sz="1800" b="0" u="none" strike="noStrike">
                <a:solidFill>
                  <a:srgbClr val="FFFFFF"/>
                </a:solidFill>
                <a:effectLst/>
                <a:uFillTx/>
                <a:latin typeface="Arial"/>
              </a:rPr>
              <a:t>Tercer nivel del esquema</a:t>
            </a:r>
            <a:endParaRPr lang="es-ES" sz="1800" b="0" u="none" strike="noStrike">
              <a:solidFill>
                <a:srgbClr val="FFFFFF"/>
              </a:solidFill>
              <a:effectLst/>
              <a:uFillTx/>
              <a:latin typeface="Arial"/>
            </a:endParaRPr>
          </a:p>
          <a:p>
            <a:pPr marL="1728000" lvl="3" indent="-216000" algn="l">
              <a:buClr>
                <a:srgbClr val="FFFFFF"/>
              </a:buClr>
              <a:buSzPct val="75000"/>
              <a:buFont typeface="Symbol" charset="2"/>
              <a:buChar char=""/>
            </a:pPr>
            <a:r>
              <a:rPr lang="es-ES" sz="1800" b="0" u="none" strike="noStrike">
                <a:solidFill>
                  <a:srgbClr val="FFFFFF"/>
                </a:solidFill>
                <a:effectLst/>
                <a:uFillTx/>
                <a:latin typeface="Arial"/>
              </a:rPr>
              <a:t>Cuarto nivel del esquema</a:t>
            </a:r>
            <a:endParaRPr lang="es-ES" sz="1800" b="0" u="none" strike="noStrike">
              <a:solidFill>
                <a:srgbClr val="FFFFFF"/>
              </a:solidFill>
              <a:effectLst/>
              <a:uFillTx/>
              <a:latin typeface="Arial"/>
            </a:endParaRPr>
          </a:p>
          <a:p>
            <a:pPr marL="2160000" lvl="4" indent="-216000" algn="l">
              <a:buClr>
                <a:srgbClr val="FFFFFF"/>
              </a:buClr>
              <a:buSzPct val="45000"/>
              <a:buFont typeface="Wingdings" charset="2"/>
              <a:buChar char=""/>
            </a:pPr>
            <a:r>
              <a:rPr lang="es-ES" sz="1800" b="0" u="none" strike="noStrike">
                <a:solidFill>
                  <a:srgbClr val="FFFFFF"/>
                </a:solidFill>
                <a:effectLst/>
                <a:uFillTx/>
                <a:latin typeface="Arial"/>
              </a:rPr>
              <a:t>Quinto nivel del esquema</a:t>
            </a:r>
            <a:endParaRPr lang="es-ES" sz="1800" b="0" u="none" strike="noStrike">
              <a:solidFill>
                <a:srgbClr val="FFFFFF"/>
              </a:solidFill>
              <a:effectLst/>
              <a:uFillTx/>
              <a:latin typeface="Arial"/>
            </a:endParaRPr>
          </a:p>
          <a:p>
            <a:pPr marL="2592000" lvl="5" indent="-216000" algn="l">
              <a:buClr>
                <a:srgbClr val="FFFFFF"/>
              </a:buClr>
              <a:buSzPct val="45000"/>
              <a:buFont typeface="Wingdings" charset="2"/>
              <a:buChar char=""/>
            </a:pPr>
            <a:r>
              <a:rPr lang="es-ES" sz="1800" b="0" u="none" strike="noStrike">
                <a:solidFill>
                  <a:srgbClr val="FFFFFF"/>
                </a:solidFill>
                <a:effectLst/>
                <a:uFillTx/>
                <a:latin typeface="Arial"/>
              </a:rPr>
              <a:t>Sexto nivel del esquema</a:t>
            </a:r>
            <a:endParaRPr lang="es-ES" sz="1800" b="0" u="none" strike="noStrike">
              <a:solidFill>
                <a:srgbClr val="FFFFFF"/>
              </a:solidFill>
              <a:effectLst/>
              <a:uFillTx/>
              <a:latin typeface="Arial"/>
            </a:endParaRPr>
          </a:p>
          <a:p>
            <a:pPr marL="3024000" lvl="6" indent="-216000" algn="l">
              <a:buClr>
                <a:srgbClr val="FFFFFF"/>
              </a:buClr>
              <a:buSzPct val="45000"/>
              <a:buFont typeface="Wingdings" charset="2"/>
              <a:buChar char=""/>
            </a:pPr>
            <a:r>
              <a:rPr lang="es-ES" sz="1800" b="0" u="none" strike="noStrike">
                <a:solidFill>
                  <a:srgbClr val="FFFFFF"/>
                </a:solidFill>
                <a:effectLst/>
                <a:uFillTx/>
                <a:latin typeface="Arial"/>
              </a:rPr>
              <a:t>Séptimo nivel del esquema</a:t>
            </a:r>
            <a:endParaRPr lang="es-ES" sz="1800" b="0" u="none" strike="noStrike">
              <a:solidFill>
                <a:srgbClr val="FFFFFF"/>
              </a:solidFill>
              <a:effectLst/>
              <a:uFillTx/>
              <a:latin typeface="Arial"/>
            </a:endParaRPr>
          </a:p>
        </p:txBody>
      </p:sp>
      <p:sp>
        <p:nvSpPr>
          <p:cNvPr id="5" name="PlaceHolder 4"/>
          <p:cNvSpPr>
            <a:spLocks noGrp="1"/>
          </p:cNvSpPr>
          <p:nvPr>
            <p:ph type="ftr" idx="1"/>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FFFFFF"/>
                </a:solidFill>
                <a:effectLst/>
                <a:uFillTx/>
                <a:latin typeface="Times New Roman"/>
              </a:defRPr>
            </a:lvl1pPr>
          </a:lstStyle>
          <a:p>
            <a:pPr indent="0" algn="ctr">
              <a:lnSpc>
                <a:spcPct val="100000"/>
              </a:lnSpc>
              <a:buNone/>
              <a:tabLst>
                <a:tab pos="0" algn="l"/>
              </a:tabLst>
            </a:pPr>
            <a:r>
              <a:rPr lang="es-ES" sz="1400" b="0" u="none" strike="noStrike">
                <a:solidFill>
                  <a:srgbClr val="FFFFFF"/>
                </a:solidFill>
                <a:effectLst/>
                <a:uFillTx/>
                <a:latin typeface="Times New Roman"/>
              </a:rPr>
              <a:t>&lt;pie de página&gt;</a:t>
            </a:r>
            <a:endParaRPr lang="es-ES" sz="1400" b="0" u="none" strike="noStrike">
              <a:solidFill>
                <a:srgbClr val="FFFFFF"/>
              </a:solidFill>
              <a:effectLst/>
              <a:uFillTx/>
              <a:latin typeface="Times New Roman"/>
            </a:endParaRPr>
          </a:p>
        </p:txBody>
      </p:sp>
      <p:sp>
        <p:nvSpPr>
          <p:cNvPr id="6" name="PlaceHolder 5"/>
          <p:cNvSpPr>
            <a:spLocks noGrp="1"/>
          </p:cNvSpPr>
          <p:nvPr>
            <p:ph type="sldNum" idx="2"/>
          </p:nvPr>
        </p:nvSpPr>
        <p:spPr>
          <a:xfrm>
            <a:off x="8610480" y="6356520"/>
            <a:ext cx="2742480" cy="3643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GB" sz="1200" b="0" u="none" strike="noStrike">
                <a:solidFill>
                  <a:schemeClr val="lt1"/>
                </a:solidFill>
                <a:effectLst/>
                <a:uFillTx/>
                <a:latin typeface="Calibri"/>
                <a:ea typeface="Calibri"/>
              </a:defRPr>
            </a:lvl1pPr>
          </a:lstStyle>
          <a:p>
            <a:pPr indent="0" algn="r">
              <a:lnSpc>
                <a:spcPct val="100000"/>
              </a:lnSpc>
              <a:buNone/>
              <a:tabLst>
                <a:tab pos="0" algn="l"/>
              </a:tabLst>
            </a:pPr>
            <a:fld id="{5F2A4A21-D708-4A1A-97C3-61B7967A8E47}" type="slidenum">
              <a:rPr lang="en-GB" sz="1200" b="0" u="none" strike="noStrike">
                <a:solidFill>
                  <a:schemeClr val="lt1"/>
                </a:solidFill>
                <a:effectLst/>
                <a:uFillTx/>
                <a:latin typeface="Calibri"/>
                <a:ea typeface="Calibri"/>
              </a:rPr>
              <a:t>&lt;número&gt;</a:t>
            </a:fld>
            <a:endParaRPr lang="es-ES" sz="1200" b="0" u="none" strike="noStrike">
              <a:solidFill>
                <a:srgbClr val="FFFFFF"/>
              </a:solidFill>
              <a:effectLst/>
              <a:uFillTx/>
              <a:latin typeface="Times New Roman"/>
            </a:endParaRPr>
          </a:p>
        </p:txBody>
      </p:sp>
      <p:sp>
        <p:nvSpPr>
          <p:cNvPr id="7" name="PlaceHolder 6"/>
          <p:cNvSpPr>
            <a:spLocks noGrp="1"/>
          </p:cNvSpPr>
          <p:nvPr>
            <p:ph type="dt" idx="3"/>
          </p:nvPr>
        </p:nvSpPr>
        <p:spPr>
          <a:xfrm>
            <a:off x="838080" y="6356520"/>
            <a:ext cx="2742480" cy="364320"/>
          </a:xfrm>
          <a:prstGeom prst="rect">
            <a:avLst/>
          </a:prstGeom>
          <a:noFill/>
          <a:ln w="0">
            <a:noFill/>
          </a:ln>
        </p:spPr>
        <p:txBody>
          <a:bodyPr lIns="91440" tIns="45720" rIns="91440" bIns="45720" anchor="ctr">
            <a:noAutofit/>
          </a:bodyPr>
          <a:lstStyle>
            <a:lvl1pPr indent="0" algn="l">
              <a:buNone/>
              <a:defRPr lang="es-ES" sz="1400" b="0" u="none" strike="noStrike">
                <a:solidFill>
                  <a:srgbClr val="FFFFFF"/>
                </a:solidFill>
                <a:effectLst/>
                <a:uFillTx/>
                <a:latin typeface="Times New Roman"/>
              </a:defRPr>
            </a:lvl1pPr>
          </a:lstStyle>
          <a:p>
            <a:pPr indent="0" algn="l">
              <a:buNone/>
            </a:pPr>
            <a:r>
              <a:rPr lang="es-ES" sz="1400" b="0" u="none" strike="noStrike">
                <a:solidFill>
                  <a:srgbClr val="FFFFFF"/>
                </a:solidFill>
                <a:effectLst/>
                <a:uFillTx/>
                <a:latin typeface="Times New Roman"/>
              </a:rPr>
              <a:t>&lt;fecha/hora&gt;</a:t>
            </a:r>
            <a:endParaRPr lang="es-ES" sz="1400" b="0" u="none" strike="noStrike">
              <a:solidFill>
                <a:srgbClr val="FFFFFF"/>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1" name="PlaceHolder 1"/>
          <p:cNvSpPr>
            <a:spLocks noGrp="1"/>
          </p:cNvSpPr>
          <p:nvPr>
            <p:ph type="ftr" idx="4"/>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FFFFFF"/>
                </a:solidFill>
                <a:effectLst/>
                <a:uFillTx/>
                <a:latin typeface="Times New Roman"/>
              </a:defRPr>
            </a:lvl1pPr>
          </a:lstStyle>
          <a:p>
            <a:pPr indent="0" algn="ctr">
              <a:lnSpc>
                <a:spcPct val="100000"/>
              </a:lnSpc>
              <a:buNone/>
              <a:tabLst>
                <a:tab pos="0" algn="l"/>
              </a:tabLst>
            </a:pPr>
            <a:r>
              <a:rPr lang="es-ES" sz="1400" b="0" u="none" strike="noStrike">
                <a:solidFill>
                  <a:srgbClr val="FFFFFF"/>
                </a:solidFill>
                <a:effectLst/>
                <a:uFillTx/>
                <a:latin typeface="Times New Roman"/>
              </a:rPr>
              <a:t>&lt;pie de página&gt;</a:t>
            </a:r>
            <a:endParaRPr lang="es-ES" sz="1400" b="0" u="none" strike="noStrike">
              <a:solidFill>
                <a:srgbClr val="FFFFFF"/>
              </a:solidFill>
              <a:effectLst/>
              <a:uFillTx/>
              <a:latin typeface="Times New Roman"/>
            </a:endParaRPr>
          </a:p>
        </p:txBody>
      </p:sp>
      <p:sp>
        <p:nvSpPr>
          <p:cNvPr id="12" name="PlaceHolder 2"/>
          <p:cNvSpPr>
            <a:spLocks noGrp="1"/>
          </p:cNvSpPr>
          <p:nvPr>
            <p:ph type="sldNum" idx="5"/>
          </p:nvPr>
        </p:nvSpPr>
        <p:spPr>
          <a:xfrm>
            <a:off x="8610480" y="6356520"/>
            <a:ext cx="2742480" cy="3643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GB" sz="1200" b="0" u="none" strike="noStrike">
                <a:solidFill>
                  <a:schemeClr val="lt1"/>
                </a:solidFill>
                <a:effectLst/>
                <a:uFillTx/>
                <a:latin typeface="Calibri"/>
                <a:ea typeface="Calibri"/>
              </a:defRPr>
            </a:lvl1pPr>
          </a:lstStyle>
          <a:p>
            <a:pPr indent="0" algn="r">
              <a:lnSpc>
                <a:spcPct val="100000"/>
              </a:lnSpc>
              <a:buNone/>
              <a:tabLst>
                <a:tab pos="0" algn="l"/>
              </a:tabLst>
            </a:pPr>
            <a:fld id="{7BE6DB24-86E3-4A84-B0F1-F9211A3A5B9B}" type="slidenum">
              <a:rPr lang="en-GB" sz="1200" b="0" u="none" strike="noStrike">
                <a:solidFill>
                  <a:schemeClr val="lt1"/>
                </a:solidFill>
                <a:effectLst/>
                <a:uFillTx/>
                <a:latin typeface="Calibri"/>
                <a:ea typeface="Calibri"/>
              </a:rPr>
              <a:t>&lt;número&gt;</a:t>
            </a:fld>
            <a:endParaRPr lang="es-ES" sz="1200" b="0" u="none" strike="noStrike">
              <a:solidFill>
                <a:srgbClr val="FFFFFF"/>
              </a:solidFill>
              <a:effectLst/>
              <a:uFillTx/>
              <a:latin typeface="Times New Roman"/>
            </a:endParaRPr>
          </a:p>
        </p:txBody>
      </p:sp>
      <p:sp>
        <p:nvSpPr>
          <p:cNvPr id="13" name="PlaceHolder 3"/>
          <p:cNvSpPr>
            <a:spLocks noGrp="1"/>
          </p:cNvSpPr>
          <p:nvPr>
            <p:ph type="dt" idx="6"/>
          </p:nvPr>
        </p:nvSpPr>
        <p:spPr>
          <a:xfrm>
            <a:off x="838080" y="6356520"/>
            <a:ext cx="2742480" cy="364320"/>
          </a:xfrm>
          <a:prstGeom prst="rect">
            <a:avLst/>
          </a:prstGeom>
          <a:noFill/>
          <a:ln w="0">
            <a:noFill/>
          </a:ln>
        </p:spPr>
        <p:txBody>
          <a:bodyPr lIns="91440" tIns="45720" rIns="91440" bIns="45720" anchor="ctr">
            <a:noAutofit/>
          </a:bodyPr>
          <a:lstStyle>
            <a:lvl1pPr indent="0" algn="l">
              <a:buNone/>
              <a:defRPr lang="es-ES" sz="1400" b="0" u="none" strike="noStrike">
                <a:solidFill>
                  <a:srgbClr val="FFFFFF"/>
                </a:solidFill>
                <a:effectLst/>
                <a:uFillTx/>
                <a:latin typeface="Times New Roman"/>
              </a:defRPr>
            </a:lvl1pPr>
          </a:lstStyle>
          <a:p>
            <a:pPr indent="0" algn="l">
              <a:buNone/>
            </a:pPr>
            <a:r>
              <a:rPr lang="es-ES" sz="1400" b="0" u="none" strike="noStrike">
                <a:solidFill>
                  <a:srgbClr val="FFFFFF"/>
                </a:solidFill>
                <a:effectLst/>
                <a:uFillTx/>
                <a:latin typeface="Times New Roman"/>
              </a:rPr>
              <a:t>&lt;fecha/hora&gt;</a:t>
            </a:r>
            <a:endParaRPr lang="es-ES" sz="1400" b="0" u="none" strike="noStrike">
              <a:solidFill>
                <a:srgbClr val="FFFFFF"/>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6" name="PlaceHolder 1"/>
          <p:cNvSpPr>
            <a:spLocks noGrp="1"/>
          </p:cNvSpPr>
          <p:nvPr>
            <p:ph type="ftr" idx="7"/>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FFFFFF"/>
                </a:solidFill>
                <a:effectLst/>
                <a:uFillTx/>
                <a:latin typeface="Times New Roman"/>
              </a:defRPr>
            </a:lvl1pPr>
          </a:lstStyle>
          <a:p>
            <a:pPr indent="0" algn="ctr">
              <a:lnSpc>
                <a:spcPct val="100000"/>
              </a:lnSpc>
              <a:buNone/>
              <a:tabLst>
                <a:tab pos="0" algn="l"/>
              </a:tabLst>
            </a:pPr>
            <a:r>
              <a:rPr lang="es-ES" sz="1400" b="0" u="none" strike="noStrike">
                <a:solidFill>
                  <a:srgbClr val="FFFFFF"/>
                </a:solidFill>
                <a:effectLst/>
                <a:uFillTx/>
                <a:latin typeface="Times New Roman"/>
              </a:rPr>
              <a:t>&lt;pie de página&gt;</a:t>
            </a:r>
            <a:endParaRPr lang="es-ES" sz="1400" b="0" u="none" strike="noStrike">
              <a:solidFill>
                <a:srgbClr val="FFFFFF"/>
              </a:solidFill>
              <a:effectLst/>
              <a:uFillTx/>
              <a:latin typeface="Times New Roman"/>
            </a:endParaRPr>
          </a:p>
        </p:txBody>
      </p:sp>
      <p:sp>
        <p:nvSpPr>
          <p:cNvPr id="17" name="PlaceHolder 2"/>
          <p:cNvSpPr>
            <a:spLocks noGrp="1"/>
          </p:cNvSpPr>
          <p:nvPr>
            <p:ph type="sldNum" idx="8"/>
          </p:nvPr>
        </p:nvSpPr>
        <p:spPr>
          <a:xfrm>
            <a:off x="8610480" y="6356520"/>
            <a:ext cx="2742480" cy="3643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GB" sz="1200" b="0" u="none" strike="noStrike">
                <a:solidFill>
                  <a:schemeClr val="lt1"/>
                </a:solidFill>
                <a:effectLst/>
                <a:uFillTx/>
                <a:latin typeface="Calibri"/>
                <a:ea typeface="Calibri"/>
              </a:defRPr>
            </a:lvl1pPr>
          </a:lstStyle>
          <a:p>
            <a:pPr indent="0" algn="r">
              <a:lnSpc>
                <a:spcPct val="100000"/>
              </a:lnSpc>
              <a:buNone/>
              <a:tabLst>
                <a:tab pos="0" algn="l"/>
              </a:tabLst>
            </a:pPr>
            <a:fld id="{BE18684A-6266-4F3A-A0E1-C68B97D8D200}" type="slidenum">
              <a:rPr lang="en-GB" sz="1200" b="0" u="none" strike="noStrike">
                <a:solidFill>
                  <a:schemeClr val="lt1"/>
                </a:solidFill>
                <a:effectLst/>
                <a:uFillTx/>
                <a:latin typeface="Calibri"/>
                <a:ea typeface="Calibri"/>
              </a:rPr>
              <a:t>&lt;número&gt;</a:t>
            </a:fld>
            <a:endParaRPr lang="es-ES" sz="1200" b="0" u="none" strike="noStrike">
              <a:solidFill>
                <a:srgbClr val="FFFFFF"/>
              </a:solidFill>
              <a:effectLst/>
              <a:uFillTx/>
              <a:latin typeface="Times New Roman"/>
            </a:endParaRPr>
          </a:p>
        </p:txBody>
      </p:sp>
      <p:sp>
        <p:nvSpPr>
          <p:cNvPr id="18" name="PlaceHolder 3"/>
          <p:cNvSpPr>
            <a:spLocks noGrp="1"/>
          </p:cNvSpPr>
          <p:nvPr>
            <p:ph type="dt" idx="9"/>
          </p:nvPr>
        </p:nvSpPr>
        <p:spPr>
          <a:xfrm>
            <a:off x="838080" y="6356520"/>
            <a:ext cx="2742480" cy="364320"/>
          </a:xfrm>
          <a:prstGeom prst="rect">
            <a:avLst/>
          </a:prstGeom>
          <a:noFill/>
          <a:ln w="0">
            <a:noFill/>
          </a:ln>
        </p:spPr>
        <p:txBody>
          <a:bodyPr lIns="91440" tIns="45720" rIns="91440" bIns="45720" anchor="ctr">
            <a:noAutofit/>
          </a:bodyPr>
          <a:lstStyle>
            <a:lvl1pPr indent="0" algn="l">
              <a:buNone/>
              <a:defRPr lang="es-ES" sz="1400" b="0" u="none" strike="noStrike">
                <a:solidFill>
                  <a:srgbClr val="FFFFFF"/>
                </a:solidFill>
                <a:effectLst/>
                <a:uFillTx/>
                <a:latin typeface="Times New Roman"/>
              </a:defRPr>
            </a:lvl1pPr>
          </a:lstStyle>
          <a:p>
            <a:pPr indent="0" algn="l">
              <a:buNone/>
            </a:pPr>
            <a:r>
              <a:rPr lang="es-ES" sz="1400" b="0" u="none" strike="noStrike">
                <a:solidFill>
                  <a:srgbClr val="FFFFFF"/>
                </a:solidFill>
                <a:effectLst/>
                <a:uFillTx/>
                <a:latin typeface="Times New Roman"/>
              </a:rPr>
              <a:t>&lt;fecha/hora&gt;</a:t>
            </a:r>
            <a:endParaRPr lang="es-ES" sz="1400" b="0" u="none" strike="noStrike">
              <a:solidFill>
                <a:srgbClr val="FFFFFF"/>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838080" y="365040"/>
            <a:ext cx="10514880" cy="1324800"/>
          </a:xfrm>
          <a:prstGeom prst="rect">
            <a:avLst/>
          </a:prstGeom>
          <a:noFill/>
          <a:ln w="0">
            <a:noFill/>
          </a:ln>
        </p:spPr>
        <p:txBody>
          <a:bodyPr lIns="0" tIns="0" rIns="0" bIns="0" anchor="ctr">
            <a:noAutofit/>
          </a:bodyPr>
          <a:lstStyle>
            <a:lvl1pPr indent="0" algn="l">
              <a:buNone/>
              <a:defRPr lang="es-ES" sz="1800" b="0" u="none" strike="noStrike">
                <a:solidFill>
                  <a:srgbClr val="FFFFFF"/>
                </a:solidFill>
                <a:effectLst/>
                <a:uFillTx/>
                <a:latin typeface="Arial"/>
              </a:defRPr>
            </a:lvl1pPr>
          </a:lstStyle>
          <a:p>
            <a:pPr indent="0" algn="l">
              <a:buNone/>
            </a:pPr>
            <a:r>
              <a:rPr lang="es-ES" sz="1800" b="0" u="none" strike="noStrike">
                <a:solidFill>
                  <a:srgbClr val="FFFFFF"/>
                </a:solidFill>
                <a:effectLst/>
                <a:uFillTx/>
                <a:latin typeface="Arial"/>
              </a:rPr>
              <a:t>Pulse para editar el formato del texto de título</a:t>
            </a:r>
            <a:endParaRPr lang="es-ES" sz="1800" b="0" u="none" strike="noStrike">
              <a:solidFill>
                <a:srgbClr val="FFFFFF"/>
              </a:solidFill>
              <a:effectLst/>
              <a:uFillTx/>
              <a:latin typeface="Arial"/>
            </a:endParaRPr>
          </a:p>
        </p:txBody>
      </p:sp>
      <p:sp>
        <p:nvSpPr>
          <p:cNvPr id="22" name="PlaceHolder 2"/>
          <p:cNvSpPr>
            <a:spLocks noGrp="1"/>
          </p:cNvSpPr>
          <p:nvPr>
            <p:ph type="ftr" idx="10"/>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FFFFFF"/>
                </a:solidFill>
                <a:effectLst/>
                <a:uFillTx/>
                <a:latin typeface="Times New Roman"/>
              </a:defRPr>
            </a:lvl1pPr>
          </a:lstStyle>
          <a:p>
            <a:pPr indent="0" algn="ctr">
              <a:lnSpc>
                <a:spcPct val="100000"/>
              </a:lnSpc>
              <a:buNone/>
              <a:tabLst>
                <a:tab pos="0" algn="l"/>
              </a:tabLst>
            </a:pPr>
            <a:r>
              <a:rPr lang="es-ES" sz="1400" b="0" u="none" strike="noStrike">
                <a:solidFill>
                  <a:srgbClr val="FFFFFF"/>
                </a:solidFill>
                <a:effectLst/>
                <a:uFillTx/>
                <a:latin typeface="Times New Roman"/>
              </a:rPr>
              <a:t>&lt;pie de página&gt;</a:t>
            </a:r>
            <a:endParaRPr lang="es-ES" sz="1400" b="0" u="none" strike="noStrike">
              <a:solidFill>
                <a:srgbClr val="FFFFFF"/>
              </a:solidFill>
              <a:effectLst/>
              <a:uFillTx/>
              <a:latin typeface="Times New Roman"/>
            </a:endParaRPr>
          </a:p>
        </p:txBody>
      </p:sp>
      <p:sp>
        <p:nvSpPr>
          <p:cNvPr id="23" name="PlaceHolder 3"/>
          <p:cNvSpPr>
            <a:spLocks noGrp="1"/>
          </p:cNvSpPr>
          <p:nvPr>
            <p:ph type="sldNum" idx="11"/>
          </p:nvPr>
        </p:nvSpPr>
        <p:spPr>
          <a:xfrm>
            <a:off x="8610480" y="6356520"/>
            <a:ext cx="2742480" cy="3643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GB" sz="1200" b="0" u="none" strike="noStrike">
                <a:solidFill>
                  <a:schemeClr val="lt1"/>
                </a:solidFill>
                <a:effectLst/>
                <a:uFillTx/>
                <a:latin typeface="Calibri"/>
                <a:ea typeface="Calibri"/>
              </a:defRPr>
            </a:lvl1pPr>
          </a:lstStyle>
          <a:p>
            <a:pPr indent="0" algn="r">
              <a:lnSpc>
                <a:spcPct val="100000"/>
              </a:lnSpc>
              <a:buNone/>
              <a:tabLst>
                <a:tab pos="0" algn="l"/>
              </a:tabLst>
            </a:pPr>
            <a:fld id="{03C008D8-3895-40CB-A746-5D3BA356987F}" type="slidenum">
              <a:rPr lang="en-GB" sz="1200" b="0" u="none" strike="noStrike">
                <a:solidFill>
                  <a:schemeClr val="lt1"/>
                </a:solidFill>
                <a:effectLst/>
                <a:uFillTx/>
                <a:latin typeface="Calibri"/>
                <a:ea typeface="Calibri"/>
              </a:rPr>
              <a:t>&lt;número&gt;</a:t>
            </a:fld>
            <a:endParaRPr lang="es-ES" sz="1200" b="0" u="none" strike="noStrike">
              <a:solidFill>
                <a:srgbClr val="FFFFFF"/>
              </a:solidFill>
              <a:effectLst/>
              <a:uFillTx/>
              <a:latin typeface="Times New Roman"/>
            </a:endParaRPr>
          </a:p>
        </p:txBody>
      </p:sp>
      <p:sp>
        <p:nvSpPr>
          <p:cNvPr id="24" name="PlaceHolder 4"/>
          <p:cNvSpPr>
            <a:spLocks noGrp="1"/>
          </p:cNvSpPr>
          <p:nvPr>
            <p:ph type="dt" idx="12"/>
          </p:nvPr>
        </p:nvSpPr>
        <p:spPr>
          <a:xfrm>
            <a:off x="838080" y="6356520"/>
            <a:ext cx="2742480" cy="364320"/>
          </a:xfrm>
          <a:prstGeom prst="rect">
            <a:avLst/>
          </a:prstGeom>
          <a:noFill/>
          <a:ln w="0">
            <a:noFill/>
          </a:ln>
        </p:spPr>
        <p:txBody>
          <a:bodyPr lIns="91440" tIns="45720" rIns="91440" bIns="45720" anchor="ctr">
            <a:noAutofit/>
          </a:bodyPr>
          <a:lstStyle>
            <a:lvl1pPr indent="0" algn="l">
              <a:buNone/>
              <a:defRPr lang="es-ES" sz="1400" b="0" u="none" strike="noStrike">
                <a:solidFill>
                  <a:srgbClr val="FFFFFF"/>
                </a:solidFill>
                <a:effectLst/>
                <a:uFillTx/>
                <a:latin typeface="Times New Roman"/>
              </a:defRPr>
            </a:lvl1pPr>
          </a:lstStyle>
          <a:p>
            <a:pPr indent="0" algn="l">
              <a:buNone/>
            </a:pPr>
            <a:r>
              <a:rPr lang="es-ES" sz="1400" b="0" u="none" strike="noStrike">
                <a:solidFill>
                  <a:srgbClr val="FFFFFF"/>
                </a:solidFill>
                <a:effectLst/>
                <a:uFillTx/>
                <a:latin typeface="Times New Roman"/>
              </a:rPr>
              <a:t>&lt;fecha/hora&gt;</a:t>
            </a:r>
            <a:endParaRPr lang="es-ES" sz="1400" b="0" u="none" strike="noStrike">
              <a:solidFill>
                <a:srgbClr val="FFFFFF"/>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838080" y="365040"/>
            <a:ext cx="10514880" cy="1324800"/>
          </a:xfrm>
          <a:prstGeom prst="rect">
            <a:avLst/>
          </a:prstGeom>
          <a:noFill/>
          <a:ln w="0">
            <a:noFill/>
          </a:ln>
        </p:spPr>
        <p:txBody>
          <a:bodyPr lIns="0" tIns="0" rIns="0" bIns="0" anchor="ctr">
            <a:noAutofit/>
          </a:bodyPr>
          <a:lstStyle>
            <a:lvl1pPr indent="0" algn="l">
              <a:buNone/>
              <a:defRPr lang="es-ES" sz="1800" b="0" u="none" strike="noStrike">
                <a:solidFill>
                  <a:srgbClr val="FFFFFF"/>
                </a:solidFill>
                <a:effectLst/>
                <a:uFillTx/>
                <a:latin typeface="Arial"/>
              </a:defRPr>
            </a:lvl1pPr>
          </a:lstStyle>
          <a:p>
            <a:pPr indent="0" algn="l">
              <a:buNone/>
            </a:pPr>
            <a:r>
              <a:rPr lang="es-ES" sz="1800" b="0" u="none" strike="noStrike">
                <a:solidFill>
                  <a:srgbClr val="FFFFFF"/>
                </a:solidFill>
                <a:effectLst/>
                <a:uFillTx/>
                <a:latin typeface="Arial"/>
              </a:rPr>
              <a:t>Pulse para editar el formato del texto de título</a:t>
            </a:r>
            <a:endParaRPr lang="es-ES" sz="1800" b="0" u="none" strike="noStrike">
              <a:solidFill>
                <a:srgbClr val="FFFFFF"/>
              </a:solidFill>
              <a:effectLst/>
              <a:uFillTx/>
              <a:latin typeface="Arial"/>
            </a:endParaRPr>
          </a:p>
        </p:txBody>
      </p:sp>
      <p:sp>
        <p:nvSpPr>
          <p:cNvPr id="28" name="PlaceHolder 2"/>
          <p:cNvSpPr>
            <a:spLocks noGrp="1"/>
          </p:cNvSpPr>
          <p:nvPr>
            <p:ph type="body"/>
          </p:nvPr>
        </p:nvSpPr>
        <p:spPr>
          <a:xfrm>
            <a:off x="838080" y="1825560"/>
            <a:ext cx="5180760" cy="4350600"/>
          </a:xfrm>
          <a:prstGeom prst="rect">
            <a:avLst/>
          </a:prstGeom>
          <a:noFill/>
          <a:ln w="0">
            <a:noFill/>
          </a:ln>
        </p:spPr>
        <p:txBody>
          <a:bodyPr lIns="0" tIns="0" rIns="0" bIns="0" anchor="t">
            <a:normAutofit/>
          </a:bodyPr>
          <a:lstStyle>
            <a:lvl1pPr algn="l">
              <a:buClr>
                <a:srgbClr val="FFFFFF"/>
              </a:buClr>
              <a:buFont typeface="Wingdings" charset="2"/>
              <a:buChar char=""/>
              <a:defRPr lang="es-ES" sz="1800" b="0" u="none" strike="noStrike">
                <a:solidFill>
                  <a:srgbClr val="FFFFFF"/>
                </a:solidFill>
                <a:effectLst/>
                <a:uFillTx/>
                <a:latin typeface="Arial"/>
              </a:defRPr>
            </a:lvl1pPr>
            <a:lvl2pPr lvl="1" algn="l">
              <a:buClr>
                <a:srgbClr val="FFFFFF"/>
              </a:buClr>
              <a:buSzPct val="75000"/>
              <a:buFont typeface="Symbol" charset="2"/>
              <a:buChar char=""/>
              <a:defRPr lang="es-ES" sz="1800" b="0" u="none" strike="noStrike">
                <a:solidFill>
                  <a:srgbClr val="FFFFFF"/>
                </a:solidFill>
                <a:effectLst/>
                <a:uFillTx/>
                <a:latin typeface="Arial"/>
              </a:defRPr>
            </a:lvl2pPr>
            <a:lvl3pPr lvl="2" algn="l">
              <a:buClr>
                <a:srgbClr val="FFFFFF"/>
              </a:buClr>
              <a:buSzPct val="45000"/>
              <a:buFont typeface="Wingdings" charset="2"/>
              <a:buChar char=""/>
              <a:defRPr lang="es-ES" sz="1800" b="0" u="none" strike="noStrike">
                <a:solidFill>
                  <a:srgbClr val="FFFFFF"/>
                </a:solidFill>
                <a:effectLst/>
                <a:uFillTx/>
                <a:latin typeface="Arial"/>
              </a:defRPr>
            </a:lvl3pPr>
            <a:lvl4pPr lvl="3" algn="l">
              <a:buClr>
                <a:srgbClr val="FFFFFF"/>
              </a:buClr>
              <a:buSzPct val="75000"/>
              <a:buFont typeface="Symbol" charset="2"/>
              <a:buChar char=""/>
              <a:defRPr lang="es-ES" sz="1800" b="0" u="none" strike="noStrike">
                <a:solidFill>
                  <a:srgbClr val="FFFFFF"/>
                </a:solidFill>
                <a:effectLst/>
                <a:uFillTx/>
                <a:latin typeface="Arial"/>
              </a:defRPr>
            </a:lvl4pPr>
            <a:lvl5pPr lvl="4" algn="l">
              <a:buClr>
                <a:srgbClr val="FFFFFF"/>
              </a:buClr>
              <a:buSzPct val="45000"/>
              <a:buFont typeface="Wingdings" charset="2"/>
              <a:buChar char=""/>
              <a:defRPr lang="es-ES" sz="1800" b="0" u="none" strike="noStrike">
                <a:solidFill>
                  <a:srgbClr val="FFFFFF"/>
                </a:solidFill>
                <a:effectLst/>
                <a:uFillTx/>
                <a:latin typeface="Arial"/>
              </a:defRPr>
            </a:lvl5pPr>
            <a:lvl6pPr lvl="5" algn="l">
              <a:buClr>
                <a:srgbClr val="FFFFFF"/>
              </a:buClr>
              <a:buSzPct val="45000"/>
              <a:buFont typeface="Wingdings" charset="2"/>
              <a:buChar char=""/>
              <a:defRPr lang="es-ES" sz="1800" b="0" u="none" strike="noStrike">
                <a:solidFill>
                  <a:srgbClr val="FFFFFF"/>
                </a:solidFill>
                <a:effectLst/>
                <a:uFillTx/>
                <a:latin typeface="Arial"/>
              </a:defRPr>
            </a:lvl6pPr>
            <a:lvl7pPr lvl="6" algn="l">
              <a:buClr>
                <a:srgbClr val="FFFFFF"/>
              </a:buClr>
              <a:buSzPct val="45000"/>
              <a:buFont typeface="Wingdings" charset="2"/>
              <a:buChar char=""/>
              <a:defRPr lang="es-ES" sz="1800" b="0" u="none" strike="noStrike">
                <a:solidFill>
                  <a:srgbClr val="FFFFFF"/>
                </a:solidFill>
                <a:effectLst/>
                <a:uFillTx/>
                <a:latin typeface="Arial"/>
              </a:defRPr>
            </a:lvl7pPr>
          </a:lstStyle>
          <a:p>
            <a:pPr indent="-324000" algn="l">
              <a:buClr>
                <a:srgbClr val="FFFFFF"/>
              </a:buClr>
              <a:buFont typeface="Wingdings" charset="2"/>
              <a:buChar char=""/>
            </a:pPr>
            <a:r>
              <a:rPr lang="es-ES" sz="1800" b="0" u="none" strike="noStrike">
                <a:solidFill>
                  <a:srgbClr val="FFFFFF"/>
                </a:solidFill>
                <a:effectLst/>
                <a:uFillTx/>
                <a:latin typeface="Arial"/>
              </a:rPr>
              <a:t>Pulse para editar el formato de texto del esquema</a:t>
            </a:r>
            <a:endParaRPr lang="es-ES" sz="1800" b="0" u="none" strike="noStrike">
              <a:solidFill>
                <a:srgbClr val="FFFFFF"/>
              </a:solidFill>
              <a:effectLst/>
              <a:uFillTx/>
              <a:latin typeface="Arial"/>
            </a:endParaRPr>
          </a:p>
          <a:p>
            <a:pPr marL="864000" lvl="1" indent="-324000" algn="l">
              <a:buClr>
                <a:srgbClr val="FFFFFF"/>
              </a:buClr>
              <a:buSzPct val="75000"/>
              <a:buFont typeface="Symbol" charset="2"/>
              <a:buChar char=""/>
            </a:pPr>
            <a:r>
              <a:rPr lang="es-ES" sz="1800" b="0" u="none" strike="noStrike">
                <a:solidFill>
                  <a:srgbClr val="FFFFFF"/>
                </a:solidFill>
                <a:effectLst/>
                <a:uFillTx/>
                <a:latin typeface="Arial"/>
              </a:rPr>
              <a:t>Segundo nivel del esquema</a:t>
            </a:r>
            <a:endParaRPr lang="es-ES" sz="1800" b="0" u="none" strike="noStrike">
              <a:solidFill>
                <a:srgbClr val="FFFFFF"/>
              </a:solidFill>
              <a:effectLst/>
              <a:uFillTx/>
              <a:latin typeface="Arial"/>
            </a:endParaRPr>
          </a:p>
          <a:p>
            <a:pPr marL="1296000" lvl="2" indent="-288000" algn="l">
              <a:buClr>
                <a:srgbClr val="FFFFFF"/>
              </a:buClr>
              <a:buSzPct val="45000"/>
              <a:buFont typeface="Wingdings" charset="2"/>
              <a:buChar char=""/>
            </a:pPr>
            <a:r>
              <a:rPr lang="es-ES" sz="1800" b="0" u="none" strike="noStrike">
                <a:solidFill>
                  <a:srgbClr val="FFFFFF"/>
                </a:solidFill>
                <a:effectLst/>
                <a:uFillTx/>
                <a:latin typeface="Arial"/>
              </a:rPr>
              <a:t>Tercer nivel del esquema</a:t>
            </a:r>
            <a:endParaRPr lang="es-ES" sz="1800" b="0" u="none" strike="noStrike">
              <a:solidFill>
                <a:srgbClr val="FFFFFF"/>
              </a:solidFill>
              <a:effectLst/>
              <a:uFillTx/>
              <a:latin typeface="Arial"/>
            </a:endParaRPr>
          </a:p>
          <a:p>
            <a:pPr marL="1728000" lvl="3" indent="-216000" algn="l">
              <a:buClr>
                <a:srgbClr val="FFFFFF"/>
              </a:buClr>
              <a:buSzPct val="75000"/>
              <a:buFont typeface="Symbol" charset="2"/>
              <a:buChar char=""/>
            </a:pPr>
            <a:r>
              <a:rPr lang="es-ES" sz="1800" b="0" u="none" strike="noStrike">
                <a:solidFill>
                  <a:srgbClr val="FFFFFF"/>
                </a:solidFill>
                <a:effectLst/>
                <a:uFillTx/>
                <a:latin typeface="Arial"/>
              </a:rPr>
              <a:t>Cuarto nivel del esquema</a:t>
            </a:r>
            <a:endParaRPr lang="es-ES" sz="1800" b="0" u="none" strike="noStrike">
              <a:solidFill>
                <a:srgbClr val="FFFFFF"/>
              </a:solidFill>
              <a:effectLst/>
              <a:uFillTx/>
              <a:latin typeface="Arial"/>
            </a:endParaRPr>
          </a:p>
          <a:p>
            <a:pPr marL="2160000" lvl="4" indent="-216000" algn="l">
              <a:buClr>
                <a:srgbClr val="FFFFFF"/>
              </a:buClr>
              <a:buSzPct val="45000"/>
              <a:buFont typeface="Wingdings" charset="2"/>
              <a:buChar char=""/>
            </a:pPr>
            <a:r>
              <a:rPr lang="es-ES" sz="1800" b="0" u="none" strike="noStrike">
                <a:solidFill>
                  <a:srgbClr val="FFFFFF"/>
                </a:solidFill>
                <a:effectLst/>
                <a:uFillTx/>
                <a:latin typeface="Arial"/>
              </a:rPr>
              <a:t>Quinto nivel del esquema</a:t>
            </a:r>
            <a:endParaRPr lang="es-ES" sz="1800" b="0" u="none" strike="noStrike">
              <a:solidFill>
                <a:srgbClr val="FFFFFF"/>
              </a:solidFill>
              <a:effectLst/>
              <a:uFillTx/>
              <a:latin typeface="Arial"/>
            </a:endParaRPr>
          </a:p>
          <a:p>
            <a:pPr marL="2592000" lvl="5" indent="-216000" algn="l">
              <a:buClr>
                <a:srgbClr val="FFFFFF"/>
              </a:buClr>
              <a:buSzPct val="45000"/>
              <a:buFont typeface="Wingdings" charset="2"/>
              <a:buChar char=""/>
            </a:pPr>
            <a:r>
              <a:rPr lang="es-ES" sz="1800" b="0" u="none" strike="noStrike">
                <a:solidFill>
                  <a:srgbClr val="FFFFFF"/>
                </a:solidFill>
                <a:effectLst/>
                <a:uFillTx/>
                <a:latin typeface="Arial"/>
              </a:rPr>
              <a:t>Sexto nivel del esquema</a:t>
            </a:r>
            <a:endParaRPr lang="es-ES" sz="1800" b="0" u="none" strike="noStrike">
              <a:solidFill>
                <a:srgbClr val="FFFFFF"/>
              </a:solidFill>
              <a:effectLst/>
              <a:uFillTx/>
              <a:latin typeface="Arial"/>
            </a:endParaRPr>
          </a:p>
          <a:p>
            <a:pPr marL="3024000" lvl="6" indent="-216000" algn="l">
              <a:buClr>
                <a:srgbClr val="FFFFFF"/>
              </a:buClr>
              <a:buSzPct val="45000"/>
              <a:buFont typeface="Wingdings" charset="2"/>
              <a:buChar char=""/>
            </a:pPr>
            <a:r>
              <a:rPr lang="es-ES" sz="1800" b="0" u="none" strike="noStrike">
                <a:solidFill>
                  <a:srgbClr val="FFFFFF"/>
                </a:solidFill>
                <a:effectLst/>
                <a:uFillTx/>
                <a:latin typeface="Arial"/>
              </a:rPr>
              <a:t>Séptimo nivel del esquema</a:t>
            </a:r>
            <a:endParaRPr lang="es-ES" sz="1800" b="0" u="none" strike="noStrike">
              <a:solidFill>
                <a:srgbClr val="FFFFFF"/>
              </a:solidFill>
              <a:effectLst/>
              <a:uFillTx/>
              <a:latin typeface="Arial"/>
            </a:endParaRPr>
          </a:p>
        </p:txBody>
      </p:sp>
      <p:sp>
        <p:nvSpPr>
          <p:cNvPr id="29" name="PlaceHolder 3"/>
          <p:cNvSpPr>
            <a:spLocks noGrp="1"/>
          </p:cNvSpPr>
          <p:nvPr>
            <p:ph type="ftr" idx="13"/>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FFFFFF"/>
                </a:solidFill>
                <a:effectLst/>
                <a:uFillTx/>
                <a:latin typeface="Times New Roman"/>
              </a:defRPr>
            </a:lvl1pPr>
          </a:lstStyle>
          <a:p>
            <a:pPr indent="0" algn="ctr">
              <a:lnSpc>
                <a:spcPct val="100000"/>
              </a:lnSpc>
              <a:buNone/>
              <a:tabLst>
                <a:tab pos="0" algn="l"/>
              </a:tabLst>
            </a:pPr>
            <a:r>
              <a:rPr lang="es-ES" sz="1400" b="0" u="none" strike="noStrike">
                <a:solidFill>
                  <a:srgbClr val="FFFFFF"/>
                </a:solidFill>
                <a:effectLst/>
                <a:uFillTx/>
                <a:latin typeface="Times New Roman"/>
              </a:rPr>
              <a:t>&lt;pie de página&gt;</a:t>
            </a:r>
            <a:endParaRPr lang="es-ES" sz="1400" b="0" u="none" strike="noStrike">
              <a:solidFill>
                <a:srgbClr val="FFFFFF"/>
              </a:solidFill>
              <a:effectLst/>
              <a:uFillTx/>
              <a:latin typeface="Times New Roman"/>
            </a:endParaRPr>
          </a:p>
        </p:txBody>
      </p:sp>
      <p:sp>
        <p:nvSpPr>
          <p:cNvPr id="30" name="PlaceHolder 4"/>
          <p:cNvSpPr>
            <a:spLocks noGrp="1"/>
          </p:cNvSpPr>
          <p:nvPr>
            <p:ph type="sldNum" idx="14"/>
          </p:nvPr>
        </p:nvSpPr>
        <p:spPr>
          <a:xfrm>
            <a:off x="8610480" y="6356520"/>
            <a:ext cx="2742480" cy="3643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GB" sz="1200" b="0" u="none" strike="noStrike">
                <a:solidFill>
                  <a:schemeClr val="lt1"/>
                </a:solidFill>
                <a:effectLst/>
                <a:uFillTx/>
                <a:latin typeface="Calibri"/>
                <a:ea typeface="Calibri"/>
              </a:defRPr>
            </a:lvl1pPr>
          </a:lstStyle>
          <a:p>
            <a:pPr indent="0" algn="r">
              <a:lnSpc>
                <a:spcPct val="100000"/>
              </a:lnSpc>
              <a:buNone/>
              <a:tabLst>
                <a:tab pos="0" algn="l"/>
              </a:tabLst>
            </a:pPr>
            <a:fld id="{75869355-7395-4B66-9B0F-5E5BB99320CE}" type="slidenum">
              <a:rPr lang="en-GB" sz="1200" b="0" u="none" strike="noStrike">
                <a:solidFill>
                  <a:schemeClr val="lt1"/>
                </a:solidFill>
                <a:effectLst/>
                <a:uFillTx/>
                <a:latin typeface="Calibri"/>
                <a:ea typeface="Calibri"/>
              </a:rPr>
              <a:t>&lt;número&gt;</a:t>
            </a:fld>
            <a:endParaRPr lang="es-ES" sz="1200" b="0" u="none" strike="noStrike">
              <a:solidFill>
                <a:srgbClr val="FFFFFF"/>
              </a:solidFill>
              <a:effectLst/>
              <a:uFillTx/>
              <a:latin typeface="Times New Roman"/>
            </a:endParaRPr>
          </a:p>
        </p:txBody>
      </p:sp>
      <p:sp>
        <p:nvSpPr>
          <p:cNvPr id="31" name="PlaceHolder 5"/>
          <p:cNvSpPr>
            <a:spLocks noGrp="1"/>
          </p:cNvSpPr>
          <p:nvPr>
            <p:ph type="dt" idx="15"/>
          </p:nvPr>
        </p:nvSpPr>
        <p:spPr>
          <a:xfrm>
            <a:off x="838080" y="6356520"/>
            <a:ext cx="2742480" cy="364320"/>
          </a:xfrm>
          <a:prstGeom prst="rect">
            <a:avLst/>
          </a:prstGeom>
          <a:noFill/>
          <a:ln w="0">
            <a:noFill/>
          </a:ln>
        </p:spPr>
        <p:txBody>
          <a:bodyPr lIns="91440" tIns="45720" rIns="91440" bIns="45720" anchor="ctr">
            <a:noAutofit/>
          </a:bodyPr>
          <a:lstStyle>
            <a:lvl1pPr indent="0" algn="l">
              <a:buNone/>
              <a:defRPr lang="es-ES" sz="1400" b="0" u="none" strike="noStrike">
                <a:solidFill>
                  <a:srgbClr val="FFFFFF"/>
                </a:solidFill>
                <a:effectLst/>
                <a:uFillTx/>
                <a:latin typeface="Times New Roman"/>
              </a:defRPr>
            </a:lvl1pPr>
          </a:lstStyle>
          <a:p>
            <a:pPr indent="0" algn="l">
              <a:buNone/>
            </a:pPr>
            <a:r>
              <a:rPr lang="es-ES" sz="1400" b="0" u="none" strike="noStrike">
                <a:solidFill>
                  <a:srgbClr val="FFFFFF"/>
                </a:solidFill>
                <a:effectLst/>
                <a:uFillTx/>
                <a:latin typeface="Times New Roman"/>
              </a:rPr>
              <a:t>&lt;fecha/hora&gt;</a:t>
            </a:r>
            <a:endParaRPr lang="es-ES" sz="1400" b="0" u="none" strike="noStrike">
              <a:solidFill>
                <a:srgbClr val="FFFFFF"/>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34" name="PlaceHolder 1"/>
          <p:cNvSpPr>
            <a:spLocks noGrp="1"/>
          </p:cNvSpPr>
          <p:nvPr>
            <p:ph type="ftr" idx="16"/>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FFFFFF"/>
                </a:solidFill>
                <a:effectLst/>
                <a:uFillTx/>
                <a:latin typeface="Times New Roman"/>
              </a:defRPr>
            </a:lvl1pPr>
          </a:lstStyle>
          <a:p>
            <a:pPr indent="0" algn="ctr">
              <a:lnSpc>
                <a:spcPct val="100000"/>
              </a:lnSpc>
              <a:buNone/>
              <a:tabLst>
                <a:tab pos="0" algn="l"/>
              </a:tabLst>
            </a:pPr>
            <a:r>
              <a:rPr lang="es-ES" sz="1400" b="0" u="none" strike="noStrike">
                <a:solidFill>
                  <a:srgbClr val="FFFFFF"/>
                </a:solidFill>
                <a:effectLst/>
                <a:uFillTx/>
                <a:latin typeface="Times New Roman"/>
              </a:rPr>
              <a:t>&lt;pie de página&gt;</a:t>
            </a:r>
            <a:endParaRPr lang="es-ES" sz="1400" b="0" u="none" strike="noStrike">
              <a:solidFill>
                <a:srgbClr val="FFFFFF"/>
              </a:solidFill>
              <a:effectLst/>
              <a:uFillTx/>
              <a:latin typeface="Times New Roman"/>
            </a:endParaRPr>
          </a:p>
        </p:txBody>
      </p:sp>
      <p:sp>
        <p:nvSpPr>
          <p:cNvPr id="35" name="PlaceHolder 2"/>
          <p:cNvSpPr>
            <a:spLocks noGrp="1"/>
          </p:cNvSpPr>
          <p:nvPr>
            <p:ph type="sldNum" idx="17"/>
          </p:nvPr>
        </p:nvSpPr>
        <p:spPr>
          <a:xfrm>
            <a:off x="8610480" y="6356520"/>
            <a:ext cx="2742480" cy="3643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GB" sz="1200" b="0" u="none" strike="noStrike">
                <a:solidFill>
                  <a:schemeClr val="lt1"/>
                </a:solidFill>
                <a:effectLst/>
                <a:uFillTx/>
                <a:latin typeface="Calibri"/>
                <a:ea typeface="Calibri"/>
              </a:defRPr>
            </a:lvl1pPr>
          </a:lstStyle>
          <a:p>
            <a:pPr indent="0" algn="r">
              <a:lnSpc>
                <a:spcPct val="100000"/>
              </a:lnSpc>
              <a:buNone/>
              <a:tabLst>
                <a:tab pos="0" algn="l"/>
              </a:tabLst>
            </a:pPr>
            <a:fld id="{B7C080B0-6FA5-4096-B3B9-93B70C3F2B05}" type="slidenum">
              <a:rPr lang="en-GB" sz="1200" b="0" u="none" strike="noStrike">
                <a:solidFill>
                  <a:schemeClr val="lt1"/>
                </a:solidFill>
                <a:effectLst/>
                <a:uFillTx/>
                <a:latin typeface="Calibri"/>
                <a:ea typeface="Calibri"/>
              </a:rPr>
              <a:t>&lt;número&gt;</a:t>
            </a:fld>
            <a:endParaRPr lang="es-ES" sz="1200" b="0" u="none" strike="noStrike">
              <a:solidFill>
                <a:srgbClr val="FFFFFF"/>
              </a:solidFill>
              <a:effectLst/>
              <a:uFillTx/>
              <a:latin typeface="Times New Roman"/>
            </a:endParaRPr>
          </a:p>
        </p:txBody>
      </p:sp>
      <p:sp>
        <p:nvSpPr>
          <p:cNvPr id="36" name="PlaceHolder 3"/>
          <p:cNvSpPr>
            <a:spLocks noGrp="1"/>
          </p:cNvSpPr>
          <p:nvPr>
            <p:ph type="dt" idx="18"/>
          </p:nvPr>
        </p:nvSpPr>
        <p:spPr>
          <a:xfrm>
            <a:off x="838080" y="6356520"/>
            <a:ext cx="2742480" cy="364320"/>
          </a:xfrm>
          <a:prstGeom prst="rect">
            <a:avLst/>
          </a:prstGeom>
          <a:noFill/>
          <a:ln w="0">
            <a:noFill/>
          </a:ln>
        </p:spPr>
        <p:txBody>
          <a:bodyPr lIns="91440" tIns="45720" rIns="91440" bIns="45720" anchor="ctr">
            <a:noAutofit/>
          </a:bodyPr>
          <a:lstStyle>
            <a:lvl1pPr indent="0" algn="l">
              <a:buNone/>
              <a:defRPr lang="es-ES" sz="1400" b="0" u="none" strike="noStrike">
                <a:solidFill>
                  <a:srgbClr val="FFFFFF"/>
                </a:solidFill>
                <a:effectLst/>
                <a:uFillTx/>
                <a:latin typeface="Times New Roman"/>
              </a:defRPr>
            </a:lvl1pPr>
          </a:lstStyle>
          <a:p>
            <a:pPr indent="0" algn="l">
              <a:buNone/>
            </a:pPr>
            <a:r>
              <a:rPr lang="es-ES" sz="1400" b="0" u="none" strike="noStrike">
                <a:solidFill>
                  <a:srgbClr val="FFFFFF"/>
                </a:solidFill>
                <a:effectLst/>
                <a:uFillTx/>
                <a:latin typeface="Times New Roman"/>
              </a:rPr>
              <a:t>&lt;fecha/hora&gt;</a:t>
            </a:r>
            <a:endParaRPr lang="es-ES" sz="1400" b="0" u="none" strike="noStrike">
              <a:solidFill>
                <a:srgbClr val="FFFFFF"/>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37" name="PlaceHolder 1"/>
          <p:cNvSpPr>
            <a:spLocks noGrp="1"/>
          </p:cNvSpPr>
          <p:nvPr>
            <p:ph type="ftr" idx="19"/>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FFFFFF"/>
                </a:solidFill>
                <a:effectLst/>
                <a:uFillTx/>
                <a:latin typeface="Times New Roman"/>
              </a:defRPr>
            </a:lvl1pPr>
          </a:lstStyle>
          <a:p>
            <a:pPr indent="0" algn="ctr">
              <a:lnSpc>
                <a:spcPct val="100000"/>
              </a:lnSpc>
              <a:buNone/>
              <a:tabLst>
                <a:tab pos="0" algn="l"/>
              </a:tabLst>
            </a:pPr>
            <a:r>
              <a:rPr lang="es-ES" sz="1400" b="0" u="none" strike="noStrike">
                <a:solidFill>
                  <a:srgbClr val="FFFFFF"/>
                </a:solidFill>
                <a:effectLst/>
                <a:uFillTx/>
                <a:latin typeface="Times New Roman"/>
              </a:rPr>
              <a:t> </a:t>
            </a:r>
            <a:endParaRPr lang="es-ES" sz="1400" b="0" u="none" strike="noStrike">
              <a:solidFill>
                <a:srgbClr val="FFFFFF"/>
              </a:solidFill>
              <a:effectLst/>
              <a:uFillTx/>
              <a:latin typeface="Times New Roman"/>
            </a:endParaRPr>
          </a:p>
        </p:txBody>
      </p:sp>
      <p:sp>
        <p:nvSpPr>
          <p:cNvPr id="38" name="PlaceHolder 2"/>
          <p:cNvSpPr>
            <a:spLocks noGrp="1"/>
          </p:cNvSpPr>
          <p:nvPr>
            <p:ph type="sldNum" idx="20"/>
          </p:nvPr>
        </p:nvSpPr>
        <p:spPr>
          <a:xfrm>
            <a:off x="8610480" y="6356520"/>
            <a:ext cx="2742480" cy="3643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GB" sz="1200" b="0" u="none" strike="noStrike">
                <a:solidFill>
                  <a:schemeClr val="lt1"/>
                </a:solidFill>
                <a:effectLst/>
                <a:uFillTx/>
                <a:latin typeface="Calibri"/>
                <a:ea typeface="Calibri"/>
              </a:defRPr>
            </a:lvl1pPr>
          </a:lstStyle>
          <a:p>
            <a:pPr indent="0" algn="r">
              <a:lnSpc>
                <a:spcPct val="100000"/>
              </a:lnSpc>
              <a:buNone/>
              <a:tabLst>
                <a:tab pos="0" algn="l"/>
              </a:tabLst>
            </a:pPr>
            <a:fld id="{5CDDD8FC-244A-4D96-9F6E-E99BA9EEA557}" type="slidenum">
              <a:rPr lang="en-GB" sz="1200" b="0" u="none" strike="noStrike">
                <a:solidFill>
                  <a:schemeClr val="lt1"/>
                </a:solidFill>
                <a:effectLst/>
                <a:uFillTx/>
                <a:latin typeface="Calibri"/>
                <a:ea typeface="Calibri"/>
              </a:rPr>
              <a:t>1</a:t>
            </a:fld>
            <a:endParaRPr lang="es-ES" sz="1200" b="0" u="none" strike="noStrike">
              <a:solidFill>
                <a:srgbClr val="FFFFFF"/>
              </a:solidFill>
              <a:effectLst/>
              <a:uFillTx/>
              <a:latin typeface="Times New Roman"/>
            </a:endParaRPr>
          </a:p>
        </p:txBody>
      </p:sp>
      <p:sp>
        <p:nvSpPr>
          <p:cNvPr id="39" name="PlaceHolder 3"/>
          <p:cNvSpPr>
            <a:spLocks noGrp="1"/>
          </p:cNvSpPr>
          <p:nvPr>
            <p:ph type="dt" idx="21"/>
          </p:nvPr>
        </p:nvSpPr>
        <p:spPr>
          <a:xfrm>
            <a:off x="838080" y="6356520"/>
            <a:ext cx="2742480" cy="364320"/>
          </a:xfrm>
          <a:prstGeom prst="rect">
            <a:avLst/>
          </a:prstGeom>
          <a:noFill/>
          <a:ln w="0">
            <a:noFill/>
          </a:ln>
        </p:spPr>
        <p:txBody>
          <a:bodyPr lIns="91440" tIns="45720" rIns="91440" bIns="45720" anchor="ctr">
            <a:noAutofit/>
          </a:bodyPr>
          <a:lstStyle>
            <a:lvl1pPr indent="0" algn="l">
              <a:buNone/>
              <a:defRPr lang="es-ES" sz="1400" b="0" u="none" strike="noStrike">
                <a:solidFill>
                  <a:srgbClr val="FFFFFF"/>
                </a:solidFill>
                <a:effectLst/>
                <a:uFillTx/>
                <a:latin typeface="Times New Roman"/>
              </a:defRPr>
            </a:lvl1pPr>
          </a:lstStyle>
          <a:p>
            <a:pPr indent="0" algn="l">
              <a:buNone/>
            </a:pPr>
            <a:r>
              <a:rPr lang="es-ES" sz="1400" b="0" u="none" strike="noStrike">
                <a:solidFill>
                  <a:srgbClr val="FFFFFF"/>
                </a:solidFill>
                <a:effectLst/>
                <a:uFillTx/>
                <a:latin typeface="Times New Roman"/>
              </a:rPr>
              <a:t> </a:t>
            </a:r>
            <a:endParaRPr lang="es-ES" sz="1400" b="0" u="none" strike="noStrike">
              <a:solidFill>
                <a:srgbClr val="FFFFFF"/>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838080" y="365040"/>
            <a:ext cx="10514880" cy="1324800"/>
          </a:xfrm>
          <a:prstGeom prst="rect">
            <a:avLst/>
          </a:prstGeom>
          <a:noFill/>
          <a:ln w="0">
            <a:noFill/>
          </a:ln>
        </p:spPr>
        <p:txBody>
          <a:bodyPr lIns="0" tIns="0" rIns="0" bIns="0" anchor="ctr">
            <a:noAutofit/>
          </a:bodyPr>
          <a:lstStyle>
            <a:lvl1pPr indent="0" algn="l">
              <a:buNone/>
              <a:defRPr lang="es-ES" sz="1800" b="0" u="none" strike="noStrike">
                <a:solidFill>
                  <a:srgbClr val="FFFFFF"/>
                </a:solidFill>
                <a:effectLst/>
                <a:uFillTx/>
                <a:latin typeface="Arial"/>
              </a:defRPr>
            </a:lvl1pPr>
          </a:lstStyle>
          <a:p>
            <a:pPr indent="0" algn="l">
              <a:buNone/>
            </a:pPr>
            <a:r>
              <a:rPr lang="es-ES" sz="1800" b="0" u="none" strike="noStrike">
                <a:solidFill>
                  <a:srgbClr val="FFFFFF"/>
                </a:solidFill>
                <a:effectLst/>
                <a:uFillTx/>
                <a:latin typeface="Arial"/>
              </a:rPr>
              <a:t>Pulse para editar el formato del texto de título</a:t>
            </a:r>
            <a:endParaRPr lang="es-ES" sz="1800" b="0" u="none" strike="noStrike">
              <a:solidFill>
                <a:srgbClr val="FFFFFF"/>
              </a:solidFill>
              <a:effectLst/>
              <a:uFillTx/>
              <a:latin typeface="Arial"/>
            </a:endParaRPr>
          </a:p>
        </p:txBody>
      </p:sp>
      <p:sp>
        <p:nvSpPr>
          <p:cNvPr id="41" name="PlaceHolder 2"/>
          <p:cNvSpPr>
            <a:spLocks noGrp="1"/>
          </p:cNvSpPr>
          <p:nvPr>
            <p:ph type="ftr" idx="22"/>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FFFFFF"/>
                </a:solidFill>
                <a:effectLst/>
                <a:uFillTx/>
                <a:latin typeface="Times New Roman"/>
              </a:defRPr>
            </a:lvl1pPr>
          </a:lstStyle>
          <a:p>
            <a:pPr indent="0" algn="ctr">
              <a:lnSpc>
                <a:spcPct val="100000"/>
              </a:lnSpc>
              <a:buNone/>
              <a:tabLst>
                <a:tab pos="0" algn="l"/>
              </a:tabLst>
            </a:pPr>
            <a:r>
              <a:rPr lang="es-ES" sz="1400" b="0" u="none" strike="noStrike">
                <a:solidFill>
                  <a:srgbClr val="FFFFFF"/>
                </a:solidFill>
                <a:effectLst/>
                <a:uFillTx/>
                <a:latin typeface="Times New Roman"/>
              </a:rPr>
              <a:t> </a:t>
            </a:r>
            <a:endParaRPr lang="es-ES" sz="1400" b="0" u="none" strike="noStrike">
              <a:solidFill>
                <a:srgbClr val="FFFFFF"/>
              </a:solidFill>
              <a:effectLst/>
              <a:uFillTx/>
              <a:latin typeface="Times New Roman"/>
            </a:endParaRPr>
          </a:p>
        </p:txBody>
      </p:sp>
      <p:sp>
        <p:nvSpPr>
          <p:cNvPr id="42" name="PlaceHolder 3"/>
          <p:cNvSpPr>
            <a:spLocks noGrp="1"/>
          </p:cNvSpPr>
          <p:nvPr>
            <p:ph type="sldNum" idx="23"/>
          </p:nvPr>
        </p:nvSpPr>
        <p:spPr>
          <a:xfrm>
            <a:off x="8610480" y="6356520"/>
            <a:ext cx="2742480" cy="3643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GB" sz="1200" b="0" u="none" strike="noStrike">
                <a:solidFill>
                  <a:schemeClr val="lt1"/>
                </a:solidFill>
                <a:effectLst/>
                <a:uFillTx/>
                <a:latin typeface="Calibri"/>
                <a:ea typeface="Calibri"/>
              </a:defRPr>
            </a:lvl1pPr>
          </a:lstStyle>
          <a:p>
            <a:pPr indent="0" algn="r">
              <a:lnSpc>
                <a:spcPct val="100000"/>
              </a:lnSpc>
              <a:buNone/>
              <a:tabLst>
                <a:tab pos="0" algn="l"/>
              </a:tabLst>
            </a:pPr>
            <a:fld id="{45BC4FDD-7A0A-455A-A611-74124F6B0813}" type="slidenum">
              <a:rPr lang="en-GB" sz="1200" b="0" u="none" strike="noStrike">
                <a:solidFill>
                  <a:schemeClr val="lt1"/>
                </a:solidFill>
                <a:effectLst/>
                <a:uFillTx/>
                <a:latin typeface="Calibri"/>
                <a:ea typeface="Calibri"/>
              </a:rPr>
              <a:t>1</a:t>
            </a:fld>
            <a:endParaRPr lang="es-ES" sz="1200" b="0" u="none" strike="noStrike">
              <a:solidFill>
                <a:srgbClr val="FFFFFF"/>
              </a:solidFill>
              <a:effectLst/>
              <a:uFillTx/>
              <a:latin typeface="Times New Roman"/>
            </a:endParaRPr>
          </a:p>
        </p:txBody>
      </p:sp>
      <p:sp>
        <p:nvSpPr>
          <p:cNvPr id="43" name="PlaceHolder 4"/>
          <p:cNvSpPr>
            <a:spLocks noGrp="1"/>
          </p:cNvSpPr>
          <p:nvPr>
            <p:ph type="dt" idx="24"/>
          </p:nvPr>
        </p:nvSpPr>
        <p:spPr>
          <a:xfrm>
            <a:off x="838080" y="6356520"/>
            <a:ext cx="2742480" cy="364320"/>
          </a:xfrm>
          <a:prstGeom prst="rect">
            <a:avLst/>
          </a:prstGeom>
          <a:noFill/>
          <a:ln w="0">
            <a:noFill/>
          </a:ln>
        </p:spPr>
        <p:txBody>
          <a:bodyPr lIns="91440" tIns="45720" rIns="91440" bIns="45720" anchor="ctr">
            <a:noAutofit/>
          </a:bodyPr>
          <a:lstStyle>
            <a:lvl1pPr indent="0" algn="l">
              <a:buNone/>
              <a:defRPr lang="es-ES" sz="1400" b="0" u="none" strike="noStrike">
                <a:solidFill>
                  <a:srgbClr val="FFFFFF"/>
                </a:solidFill>
                <a:effectLst/>
                <a:uFillTx/>
                <a:latin typeface="Times New Roman"/>
              </a:defRPr>
            </a:lvl1pPr>
          </a:lstStyle>
          <a:p>
            <a:pPr indent="0" algn="l">
              <a:buNone/>
            </a:pPr>
            <a:r>
              <a:rPr lang="es-ES" sz="1400" b="0" u="none" strike="noStrike">
                <a:solidFill>
                  <a:srgbClr val="FFFFFF"/>
                </a:solidFill>
                <a:effectLst/>
                <a:uFillTx/>
                <a:latin typeface="Times New Roman"/>
              </a:rPr>
              <a:t> </a:t>
            </a:r>
            <a:endParaRPr lang="es-ES" sz="1400" b="0" u="none" strike="noStrike">
              <a:solidFill>
                <a:srgbClr val="FFFFFF"/>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5" name="PlaceHolder 1"/>
          <p:cNvSpPr>
            <a:spLocks noGrp="1"/>
          </p:cNvSpPr>
          <p:nvPr>
            <p:ph type="ftr" idx="25"/>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FFFFFF"/>
                </a:solidFill>
                <a:effectLst/>
                <a:uFillTx/>
                <a:latin typeface="Times New Roman"/>
              </a:defRPr>
            </a:lvl1pPr>
          </a:lstStyle>
          <a:p>
            <a:pPr indent="0" algn="ctr">
              <a:lnSpc>
                <a:spcPct val="100000"/>
              </a:lnSpc>
              <a:buNone/>
              <a:tabLst>
                <a:tab pos="0" algn="l"/>
              </a:tabLst>
            </a:pPr>
            <a:r>
              <a:rPr lang="es-ES" sz="1400" b="0" u="none" strike="noStrike">
                <a:solidFill>
                  <a:srgbClr val="FFFFFF"/>
                </a:solidFill>
                <a:effectLst/>
                <a:uFillTx/>
                <a:latin typeface="Times New Roman"/>
              </a:rPr>
              <a:t> </a:t>
            </a:r>
            <a:endParaRPr lang="es-ES" sz="1400" b="0" u="none" strike="noStrike">
              <a:solidFill>
                <a:srgbClr val="FFFFFF"/>
              </a:solidFill>
              <a:effectLst/>
              <a:uFillTx/>
              <a:latin typeface="Times New Roman"/>
            </a:endParaRPr>
          </a:p>
        </p:txBody>
      </p:sp>
      <p:sp>
        <p:nvSpPr>
          <p:cNvPr id="46" name="PlaceHolder 2"/>
          <p:cNvSpPr>
            <a:spLocks noGrp="1"/>
          </p:cNvSpPr>
          <p:nvPr>
            <p:ph type="sldNum" idx="26"/>
          </p:nvPr>
        </p:nvSpPr>
        <p:spPr>
          <a:xfrm>
            <a:off x="8610480" y="6356520"/>
            <a:ext cx="2742480" cy="3643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GB" sz="1200" b="0" u="none" strike="noStrike">
                <a:solidFill>
                  <a:schemeClr val="lt1"/>
                </a:solidFill>
                <a:effectLst/>
                <a:uFillTx/>
                <a:latin typeface="Calibri"/>
                <a:ea typeface="Calibri"/>
              </a:defRPr>
            </a:lvl1pPr>
          </a:lstStyle>
          <a:p>
            <a:pPr indent="0" algn="r">
              <a:lnSpc>
                <a:spcPct val="100000"/>
              </a:lnSpc>
              <a:buNone/>
              <a:tabLst>
                <a:tab pos="0" algn="l"/>
              </a:tabLst>
            </a:pPr>
            <a:fld id="{BBE35CEE-D7F9-4BEC-8B32-8AFBBEA5B97C}" type="slidenum">
              <a:rPr lang="en-GB" sz="1200" b="0" u="none" strike="noStrike">
                <a:solidFill>
                  <a:schemeClr val="lt1"/>
                </a:solidFill>
                <a:effectLst/>
                <a:uFillTx/>
                <a:latin typeface="Calibri"/>
                <a:ea typeface="Calibri"/>
              </a:rPr>
              <a:t>1</a:t>
            </a:fld>
            <a:endParaRPr lang="es-ES" sz="1200" b="0" u="none" strike="noStrike">
              <a:solidFill>
                <a:srgbClr val="FFFFFF"/>
              </a:solidFill>
              <a:effectLst/>
              <a:uFillTx/>
              <a:latin typeface="Times New Roman"/>
            </a:endParaRPr>
          </a:p>
        </p:txBody>
      </p:sp>
      <p:sp>
        <p:nvSpPr>
          <p:cNvPr id="47" name="PlaceHolder 3"/>
          <p:cNvSpPr>
            <a:spLocks noGrp="1"/>
          </p:cNvSpPr>
          <p:nvPr>
            <p:ph type="dt" idx="27"/>
          </p:nvPr>
        </p:nvSpPr>
        <p:spPr>
          <a:xfrm>
            <a:off x="838080" y="6356520"/>
            <a:ext cx="2742480" cy="364320"/>
          </a:xfrm>
          <a:prstGeom prst="rect">
            <a:avLst/>
          </a:prstGeom>
          <a:noFill/>
          <a:ln w="0">
            <a:noFill/>
          </a:ln>
        </p:spPr>
        <p:txBody>
          <a:bodyPr lIns="91440" tIns="45720" rIns="91440" bIns="45720" anchor="ctr">
            <a:noAutofit/>
          </a:bodyPr>
          <a:lstStyle>
            <a:lvl1pPr indent="0" algn="l">
              <a:buNone/>
              <a:defRPr lang="es-ES" sz="1400" b="0" u="none" strike="noStrike">
                <a:solidFill>
                  <a:srgbClr val="FFFFFF"/>
                </a:solidFill>
                <a:effectLst/>
                <a:uFillTx/>
                <a:latin typeface="Times New Roman"/>
              </a:defRPr>
            </a:lvl1pPr>
          </a:lstStyle>
          <a:p>
            <a:pPr indent="0" algn="l">
              <a:buNone/>
            </a:pPr>
            <a:r>
              <a:rPr lang="es-ES" sz="1400" b="0" u="none" strike="noStrike">
                <a:solidFill>
                  <a:srgbClr val="FFFFFF"/>
                </a:solidFill>
                <a:effectLst/>
                <a:uFillTx/>
                <a:latin typeface="Times New Roman"/>
              </a:rPr>
              <a:t> </a:t>
            </a:r>
            <a:endParaRPr lang="es-ES" sz="1400" b="0" u="none" strike="noStrike">
              <a:solidFill>
                <a:srgbClr val="FFFFFF"/>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8" name="PlaceHolder 1"/>
          <p:cNvSpPr>
            <a:spLocks noGrp="1"/>
          </p:cNvSpPr>
          <p:nvPr>
            <p:ph type="ftr" idx="28"/>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FFFFFF"/>
                </a:solidFill>
                <a:effectLst/>
                <a:uFillTx/>
                <a:latin typeface="Times New Roman"/>
              </a:defRPr>
            </a:lvl1pPr>
          </a:lstStyle>
          <a:p>
            <a:pPr indent="0" algn="ctr">
              <a:lnSpc>
                <a:spcPct val="100000"/>
              </a:lnSpc>
              <a:buNone/>
              <a:tabLst>
                <a:tab pos="0" algn="l"/>
              </a:tabLst>
            </a:pPr>
            <a:r>
              <a:rPr lang="es-ES" sz="1400" b="0" u="none" strike="noStrike">
                <a:solidFill>
                  <a:srgbClr val="FFFFFF"/>
                </a:solidFill>
                <a:effectLst/>
                <a:uFillTx/>
                <a:latin typeface="Times New Roman"/>
              </a:rPr>
              <a:t> </a:t>
            </a:r>
            <a:endParaRPr lang="es-ES" sz="1400" b="0" u="none" strike="noStrike">
              <a:solidFill>
                <a:srgbClr val="FFFFFF"/>
              </a:solidFill>
              <a:effectLst/>
              <a:uFillTx/>
              <a:latin typeface="Times New Roman"/>
            </a:endParaRPr>
          </a:p>
        </p:txBody>
      </p:sp>
      <p:sp>
        <p:nvSpPr>
          <p:cNvPr id="49" name="PlaceHolder 2"/>
          <p:cNvSpPr>
            <a:spLocks noGrp="1"/>
          </p:cNvSpPr>
          <p:nvPr>
            <p:ph type="sldNum" idx="29"/>
          </p:nvPr>
        </p:nvSpPr>
        <p:spPr>
          <a:xfrm>
            <a:off x="8610480" y="6356520"/>
            <a:ext cx="2742480" cy="3643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GB" sz="1200" b="0" u="none" strike="noStrike">
                <a:solidFill>
                  <a:schemeClr val="lt1"/>
                </a:solidFill>
                <a:effectLst/>
                <a:uFillTx/>
                <a:latin typeface="Calibri"/>
                <a:ea typeface="Calibri"/>
              </a:defRPr>
            </a:lvl1pPr>
          </a:lstStyle>
          <a:p>
            <a:pPr indent="0" algn="r">
              <a:lnSpc>
                <a:spcPct val="100000"/>
              </a:lnSpc>
              <a:buNone/>
              <a:tabLst>
                <a:tab pos="0" algn="l"/>
              </a:tabLst>
            </a:pPr>
            <a:fld id="{77435B09-4266-4DDB-8C4D-7C33FE476F31}" type="slidenum">
              <a:rPr lang="en-GB" sz="1200" b="0" u="none" strike="noStrike">
                <a:solidFill>
                  <a:schemeClr val="lt1"/>
                </a:solidFill>
                <a:effectLst/>
                <a:uFillTx/>
                <a:latin typeface="Calibri"/>
                <a:ea typeface="Calibri"/>
              </a:rPr>
              <a:t>1</a:t>
            </a:fld>
            <a:endParaRPr lang="es-ES" sz="1200" b="0" u="none" strike="noStrike">
              <a:solidFill>
                <a:srgbClr val="FFFFFF"/>
              </a:solidFill>
              <a:effectLst/>
              <a:uFillTx/>
              <a:latin typeface="Times New Roman"/>
            </a:endParaRPr>
          </a:p>
        </p:txBody>
      </p:sp>
      <p:sp>
        <p:nvSpPr>
          <p:cNvPr id="50" name="PlaceHolder 3"/>
          <p:cNvSpPr>
            <a:spLocks noGrp="1"/>
          </p:cNvSpPr>
          <p:nvPr>
            <p:ph type="dt" idx="30"/>
          </p:nvPr>
        </p:nvSpPr>
        <p:spPr>
          <a:xfrm>
            <a:off x="838080" y="6356520"/>
            <a:ext cx="2742480" cy="364320"/>
          </a:xfrm>
          <a:prstGeom prst="rect">
            <a:avLst/>
          </a:prstGeom>
          <a:noFill/>
          <a:ln w="0">
            <a:noFill/>
          </a:ln>
        </p:spPr>
        <p:txBody>
          <a:bodyPr lIns="91440" tIns="45720" rIns="91440" bIns="45720" anchor="ctr">
            <a:noAutofit/>
          </a:bodyPr>
          <a:lstStyle>
            <a:lvl1pPr indent="0" algn="l">
              <a:buNone/>
              <a:defRPr lang="es-ES" sz="1400" b="0" u="none" strike="noStrike">
                <a:solidFill>
                  <a:srgbClr val="FFFFFF"/>
                </a:solidFill>
                <a:effectLst/>
                <a:uFillTx/>
                <a:latin typeface="Times New Roman"/>
              </a:defRPr>
            </a:lvl1pPr>
          </a:lstStyle>
          <a:p>
            <a:pPr indent="0" algn="l">
              <a:buNone/>
            </a:pPr>
            <a:r>
              <a:rPr lang="es-ES" sz="1400" b="0" u="none" strike="noStrike">
                <a:solidFill>
                  <a:srgbClr val="FFFFFF"/>
                </a:solidFill>
                <a:effectLst/>
                <a:uFillTx/>
                <a:latin typeface="Times New Roman"/>
              </a:rPr>
              <a:t> </a:t>
            </a:r>
            <a:endParaRPr lang="es-ES" sz="1400" b="0" u="none" strike="noStrike">
              <a:solidFill>
                <a:srgbClr val="FFFFFF"/>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51" name="PlaceHolder 1"/>
          <p:cNvSpPr>
            <a:spLocks noGrp="1"/>
          </p:cNvSpPr>
          <p:nvPr>
            <p:ph type="ftr" idx="31"/>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FFFFFF"/>
                </a:solidFill>
                <a:effectLst/>
                <a:uFillTx/>
                <a:latin typeface="Times New Roman"/>
              </a:defRPr>
            </a:lvl1pPr>
          </a:lstStyle>
          <a:p>
            <a:pPr indent="0" algn="ctr">
              <a:lnSpc>
                <a:spcPct val="100000"/>
              </a:lnSpc>
              <a:buNone/>
              <a:tabLst>
                <a:tab pos="0" algn="l"/>
              </a:tabLst>
            </a:pPr>
            <a:r>
              <a:rPr lang="es-ES" sz="1400" b="0" u="none" strike="noStrike">
                <a:solidFill>
                  <a:srgbClr val="FFFFFF"/>
                </a:solidFill>
                <a:effectLst/>
                <a:uFillTx/>
                <a:latin typeface="Times New Roman"/>
              </a:rPr>
              <a:t> </a:t>
            </a:r>
            <a:endParaRPr lang="es-ES" sz="1400" b="0" u="none" strike="noStrike">
              <a:solidFill>
                <a:srgbClr val="FFFFFF"/>
              </a:solidFill>
              <a:effectLst/>
              <a:uFillTx/>
              <a:latin typeface="Times New Roman"/>
            </a:endParaRPr>
          </a:p>
        </p:txBody>
      </p:sp>
      <p:sp>
        <p:nvSpPr>
          <p:cNvPr id="52" name="PlaceHolder 2"/>
          <p:cNvSpPr>
            <a:spLocks noGrp="1"/>
          </p:cNvSpPr>
          <p:nvPr>
            <p:ph type="sldNum" idx="32"/>
          </p:nvPr>
        </p:nvSpPr>
        <p:spPr>
          <a:xfrm>
            <a:off x="8610480" y="6356520"/>
            <a:ext cx="2742480" cy="3643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GB" sz="1200" b="0" u="none" strike="noStrike">
                <a:solidFill>
                  <a:schemeClr val="lt1"/>
                </a:solidFill>
                <a:effectLst/>
                <a:uFillTx/>
                <a:latin typeface="Calibri"/>
                <a:ea typeface="Calibri"/>
              </a:defRPr>
            </a:lvl1pPr>
          </a:lstStyle>
          <a:p>
            <a:pPr indent="0" algn="r">
              <a:lnSpc>
                <a:spcPct val="100000"/>
              </a:lnSpc>
              <a:buNone/>
              <a:tabLst>
                <a:tab pos="0" algn="l"/>
              </a:tabLst>
            </a:pPr>
            <a:fld id="{E94B81AD-DB5F-4342-A9AE-09ADB09656CC}" type="slidenum">
              <a:rPr lang="en-GB" sz="1200" b="0" u="none" strike="noStrike">
                <a:solidFill>
                  <a:schemeClr val="lt1"/>
                </a:solidFill>
                <a:effectLst/>
                <a:uFillTx/>
                <a:latin typeface="Calibri"/>
                <a:ea typeface="Calibri"/>
              </a:rPr>
              <a:t>1</a:t>
            </a:fld>
            <a:endParaRPr lang="es-ES" sz="1200" b="0" u="none" strike="noStrike">
              <a:solidFill>
                <a:srgbClr val="FFFFFF"/>
              </a:solidFill>
              <a:effectLst/>
              <a:uFillTx/>
              <a:latin typeface="Times New Roman"/>
            </a:endParaRPr>
          </a:p>
        </p:txBody>
      </p:sp>
      <p:sp>
        <p:nvSpPr>
          <p:cNvPr id="53" name="PlaceHolder 3"/>
          <p:cNvSpPr>
            <a:spLocks noGrp="1"/>
          </p:cNvSpPr>
          <p:nvPr>
            <p:ph type="dt" idx="33"/>
          </p:nvPr>
        </p:nvSpPr>
        <p:spPr>
          <a:xfrm>
            <a:off x="838080" y="6356520"/>
            <a:ext cx="2742480" cy="364320"/>
          </a:xfrm>
          <a:prstGeom prst="rect">
            <a:avLst/>
          </a:prstGeom>
          <a:noFill/>
          <a:ln w="0">
            <a:noFill/>
          </a:ln>
        </p:spPr>
        <p:txBody>
          <a:bodyPr lIns="91440" tIns="45720" rIns="91440" bIns="45720" anchor="ctr">
            <a:noAutofit/>
          </a:bodyPr>
          <a:lstStyle>
            <a:lvl1pPr indent="0" algn="l">
              <a:buNone/>
              <a:defRPr lang="es-ES" sz="1400" b="0" u="none" strike="noStrike">
                <a:solidFill>
                  <a:srgbClr val="FFFFFF"/>
                </a:solidFill>
                <a:effectLst/>
                <a:uFillTx/>
                <a:latin typeface="Times New Roman"/>
              </a:defRPr>
            </a:lvl1pPr>
          </a:lstStyle>
          <a:p>
            <a:pPr indent="0" algn="l">
              <a:buNone/>
            </a:pPr>
            <a:r>
              <a:rPr lang="es-ES" sz="1400" b="0" u="none" strike="noStrike">
                <a:solidFill>
                  <a:srgbClr val="FFFFFF"/>
                </a:solidFill>
                <a:effectLst/>
                <a:uFillTx/>
                <a:latin typeface="Times New Roman"/>
              </a:rPr>
              <a:t> </a:t>
            </a:r>
            <a:endParaRPr lang="es-ES" sz="1400" b="0" u="none" strike="noStrike">
              <a:solidFill>
                <a:srgbClr val="FFFFFF"/>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2.png"/><Relationship Id="rId7" Type="http://schemas.openxmlformats.org/officeDocument/2006/relationships/image" Target="../media/image4.png"/><Relationship Id="rId8" Type="http://schemas.openxmlformats.org/officeDocument/2006/relationships/slideLayout" Target="../slideLayouts/slideLayout1.xml"/><Relationship Id="rId9"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comments" Target="../comments/comment8.xml"/><Relationship Id="rId4"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comments" Target="../comments/comment10.xml"/><Relationship Id="rId4"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hyperlink" Target="https://waternova.github.io/random-forest-viz/" TargetMode="External"/><Relationship Id="rId2" Type="http://schemas.openxmlformats.org/officeDocument/2006/relationships/slideLayout" Target="../slideLayouts/slideLayout1.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comments" Target="../comments/comment12.xml"/><Relationship Id="rId4"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slideLayout" Target="../slideLayouts/slideLayout1.xml"/><Relationship Id="rId4"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comments" Target="../comments/comment15.xml"/><Relationship Id="rId4"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slideLayout" Target="../slideLayouts/slideLayout1.xml"/><Relationship Id="rId4"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xml"/><Relationship Id="rId3" Type="http://schemas.openxmlformats.org/officeDocument/2006/relationships/comments" Target="../comments/comment18.xml"/><Relationship Id="rId4"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1.xml"/><Relationship Id="rId3" Type="http://schemas.openxmlformats.org/officeDocument/2006/relationships/comments" Target="../comments/comment19.xml"/><Relationship Id="rId4"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hyperlink" Target="https://learning.oreilly.com/library/view/hands-on-machine-learning/9781492032632/ch07.html#ensembles_chapter" TargetMode="External"/><Relationship Id="rId2" Type="http://schemas.openxmlformats.org/officeDocument/2006/relationships/hyperlink" Target="https://towardsdatascience.com/simple-guide-for-ensemble-learning-methods-d87cc68705a2" TargetMode="External"/><Relationship Id="rId3" Type="http://schemas.openxmlformats.org/officeDocument/2006/relationships/hyperlink" Target="https://towardsdatascience.com/how-does-xgboost-work-748bc75c58aa" TargetMode="External"/><Relationship Id="rId4" Type="http://schemas.openxmlformats.org/officeDocument/2006/relationships/slideLayout" Target="../slideLayouts/slideLayout1.xml"/><Relationship Id="rId5" Type="http://schemas.openxmlformats.org/officeDocument/2006/relationships/notesSlide" Target="../notesSlides/notesSlide2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title"/>
          </p:nvPr>
        </p:nvSpPr>
        <p:spPr>
          <a:xfrm>
            <a:off x="2276640" y="2330280"/>
            <a:ext cx="7638120" cy="2197080"/>
          </a:xfrm>
          <a:prstGeom prst="rect">
            <a:avLst/>
          </a:prstGeom>
          <a:noFill/>
          <a:ln w="0">
            <a:noFill/>
          </a:ln>
        </p:spPr>
        <p:txBody>
          <a:bodyPr lIns="91440" tIns="45720" rIns="91440" bIns="45720" anchor="ctr">
            <a:normAutofit/>
          </a:bodyPr>
          <a:p>
            <a:pPr indent="0" algn="ctr">
              <a:lnSpc>
                <a:spcPct val="90000"/>
              </a:lnSpc>
              <a:buNone/>
              <a:tabLst>
                <a:tab pos="0" algn="l"/>
              </a:tabLst>
            </a:pPr>
            <a:r>
              <a:rPr lang="en-GB" sz="4400" b="0" u="none" strike="noStrike">
                <a:solidFill>
                  <a:srgbClr val="FF0000"/>
                </a:solidFill>
                <a:effectLst/>
                <a:uFillTx/>
                <a:latin typeface="Calibri"/>
                <a:ea typeface="Calibri"/>
              </a:rPr>
              <a:t>Machine Learning – Ensembling</a:t>
            </a:r>
            <a:endParaRPr lang="es-ES" sz="4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title"/>
          </p:nvPr>
        </p:nvSpPr>
        <p:spPr>
          <a:xfrm>
            <a:off x="684360" y="574920"/>
            <a:ext cx="7638120" cy="1077840"/>
          </a:xfrm>
          <a:prstGeom prst="rect">
            <a:avLst/>
          </a:prstGeom>
          <a:noFill/>
          <a:ln w="0">
            <a:noFill/>
          </a:ln>
        </p:spPr>
        <p:txBody>
          <a:bodyPr lIns="91440" tIns="45720" rIns="91440" bIns="45720" anchor="ctr">
            <a:noAutofit/>
          </a:bodyPr>
          <a:p>
            <a:pPr indent="0" algn="l">
              <a:lnSpc>
                <a:spcPct val="90000"/>
              </a:lnSpc>
              <a:buNone/>
              <a:tabLst>
                <a:tab pos="0" algn="l"/>
              </a:tabLst>
            </a:pPr>
            <a:r>
              <a:rPr lang="en-GB" sz="4400" b="0" u="none" strike="noStrike">
                <a:solidFill>
                  <a:srgbClr val="FF0000"/>
                </a:solidFill>
                <a:effectLst/>
                <a:uFillTx/>
                <a:latin typeface="Calibri"/>
                <a:ea typeface="Calibri"/>
              </a:rPr>
              <a:t>Concurso de la tele</a:t>
            </a:r>
            <a:endParaRPr lang="es-ES" sz="4400" b="0" u="none" strike="noStrike">
              <a:solidFill>
                <a:srgbClr val="FFFFFF"/>
              </a:solidFill>
              <a:effectLst/>
              <a:uFillTx/>
              <a:latin typeface="Arial"/>
            </a:endParaRPr>
          </a:p>
        </p:txBody>
      </p:sp>
      <p:pic>
        <p:nvPicPr>
          <p:cNvPr id="62" name="Google Shape;96;g9c522aaa2e_0_10" descr="Icono&#10;&#10;Descripción generada automáticamente"/>
          <p:cNvPicPr/>
          <p:nvPr/>
        </p:nvPicPr>
        <p:blipFill>
          <a:blip r:embed="rId1"/>
          <a:stretch/>
        </p:blipFill>
        <p:spPr>
          <a:xfrm>
            <a:off x="3624120" y="2806200"/>
            <a:ext cx="433440" cy="484920"/>
          </a:xfrm>
          <a:prstGeom prst="rect">
            <a:avLst/>
          </a:prstGeom>
          <a:noFill/>
          <a:ln w="0">
            <a:noFill/>
          </a:ln>
        </p:spPr>
      </p:pic>
      <p:pic>
        <p:nvPicPr>
          <p:cNvPr id="63" name="Google Shape;97;g9c522aaa2e_0_10" descr="Icono&#10;&#10;Descripción generada automáticamente"/>
          <p:cNvPicPr/>
          <p:nvPr/>
        </p:nvPicPr>
        <p:blipFill>
          <a:blip r:embed="rId2"/>
          <a:stretch/>
        </p:blipFill>
        <p:spPr>
          <a:xfrm>
            <a:off x="5008680" y="2806200"/>
            <a:ext cx="433440" cy="484920"/>
          </a:xfrm>
          <a:prstGeom prst="rect">
            <a:avLst/>
          </a:prstGeom>
          <a:noFill/>
          <a:ln w="0">
            <a:noFill/>
          </a:ln>
        </p:spPr>
      </p:pic>
      <p:pic>
        <p:nvPicPr>
          <p:cNvPr id="64" name="Google Shape;98;g9c522aaa2e_0_10" descr="Icono&#10;&#10;Descripción generada automáticamente"/>
          <p:cNvPicPr/>
          <p:nvPr/>
        </p:nvPicPr>
        <p:blipFill>
          <a:blip r:embed="rId3"/>
          <a:stretch/>
        </p:blipFill>
        <p:spPr>
          <a:xfrm>
            <a:off x="5719320" y="2806200"/>
            <a:ext cx="433440" cy="484920"/>
          </a:xfrm>
          <a:prstGeom prst="rect">
            <a:avLst/>
          </a:prstGeom>
          <a:noFill/>
          <a:ln w="0">
            <a:noFill/>
          </a:ln>
        </p:spPr>
      </p:pic>
      <p:pic>
        <p:nvPicPr>
          <p:cNvPr id="65" name="Google Shape;99;g9c522aaa2e_0_10" descr="Icono&#10;&#10;Descripción generada automáticamente"/>
          <p:cNvPicPr/>
          <p:nvPr/>
        </p:nvPicPr>
        <p:blipFill>
          <a:blip r:embed="rId4"/>
          <a:stretch/>
        </p:blipFill>
        <p:spPr>
          <a:xfrm>
            <a:off x="4264200" y="2806200"/>
            <a:ext cx="433440" cy="484920"/>
          </a:xfrm>
          <a:prstGeom prst="rect">
            <a:avLst/>
          </a:prstGeom>
          <a:noFill/>
          <a:ln w="0">
            <a:noFill/>
          </a:ln>
        </p:spPr>
      </p:pic>
      <p:sp>
        <p:nvSpPr>
          <p:cNvPr id="66" name="Google Shape;100;g9c522aaa2e_0_10"/>
          <p:cNvSpPr/>
          <p:nvPr/>
        </p:nvSpPr>
        <p:spPr>
          <a:xfrm>
            <a:off x="2440440" y="3414600"/>
            <a:ext cx="972360" cy="30708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GB" sz="1300" b="0" u="none" strike="noStrike">
                <a:solidFill>
                  <a:srgbClr val="FFFFFF"/>
                </a:solidFill>
                <a:effectLst/>
                <a:uFillTx/>
                <a:latin typeface="Calibri"/>
                <a:ea typeface="Calibri"/>
              </a:rPr>
              <a:t>Pregunta 1</a:t>
            </a:r>
            <a:endParaRPr lang="es-ES" sz="1300" b="0" u="none" strike="noStrike">
              <a:solidFill>
                <a:srgbClr val="FFFFFF"/>
              </a:solidFill>
              <a:effectLst/>
              <a:uFillTx/>
              <a:latin typeface="Arial"/>
            </a:endParaRPr>
          </a:p>
        </p:txBody>
      </p:sp>
      <p:cxnSp>
        <p:nvCxnSpPr>
          <p:cNvPr id="67" name="Google Shape;101;g9c522aaa2e_0_10"/>
          <p:cNvCxnSpPr/>
          <p:nvPr/>
        </p:nvCxnSpPr>
        <p:spPr>
          <a:xfrm>
            <a:off x="2530800" y="3364920"/>
            <a:ext cx="6725520" cy="720"/>
          </a:xfrm>
          <a:prstGeom prst="straightConnector1">
            <a:avLst/>
          </a:prstGeom>
          <a:ln w="28575">
            <a:solidFill>
              <a:srgbClr val="674EA7"/>
            </a:solidFill>
            <a:miter/>
          </a:ln>
        </p:spPr>
      </p:cxnSp>
      <p:sp>
        <p:nvSpPr>
          <p:cNvPr id="68" name="Google Shape;102;g9c522aaa2e_0_10"/>
          <p:cNvSpPr/>
          <p:nvPr/>
        </p:nvSpPr>
        <p:spPr>
          <a:xfrm>
            <a:off x="3651480" y="3384000"/>
            <a:ext cx="378360" cy="36864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GB" sz="1600" b="1" u="none" strike="noStrike">
                <a:solidFill>
                  <a:srgbClr val="93C47D"/>
                </a:solidFill>
                <a:effectLst/>
                <a:uFillTx/>
                <a:latin typeface="Calibri"/>
                <a:ea typeface="Calibri"/>
              </a:rPr>
              <a:t>1</a:t>
            </a:r>
            <a:endParaRPr lang="es-ES" sz="1600" b="0" u="none" strike="noStrike">
              <a:solidFill>
                <a:srgbClr val="FFFFFF"/>
              </a:solidFill>
              <a:effectLst/>
              <a:uFillTx/>
              <a:latin typeface="Arial"/>
            </a:endParaRPr>
          </a:p>
        </p:txBody>
      </p:sp>
      <p:cxnSp>
        <p:nvCxnSpPr>
          <p:cNvPr id="69" name="Google Shape;103;g9c522aaa2e_0_10"/>
          <p:cNvCxnSpPr/>
          <p:nvPr/>
        </p:nvCxnSpPr>
        <p:spPr>
          <a:xfrm>
            <a:off x="2530800" y="4191120"/>
            <a:ext cx="6725520" cy="720"/>
          </a:xfrm>
          <a:prstGeom prst="straightConnector1">
            <a:avLst/>
          </a:prstGeom>
          <a:ln w="28575">
            <a:solidFill>
              <a:srgbClr val="674EA7"/>
            </a:solidFill>
            <a:miter/>
          </a:ln>
        </p:spPr>
      </p:cxnSp>
      <p:cxnSp>
        <p:nvCxnSpPr>
          <p:cNvPr id="70" name="Google Shape;104;g9c522aaa2e_0_10"/>
          <p:cNvCxnSpPr/>
          <p:nvPr/>
        </p:nvCxnSpPr>
        <p:spPr>
          <a:xfrm>
            <a:off x="2530800" y="3771720"/>
            <a:ext cx="6725520" cy="720"/>
          </a:xfrm>
          <a:prstGeom prst="straightConnector1">
            <a:avLst/>
          </a:prstGeom>
          <a:ln w="28575">
            <a:solidFill>
              <a:srgbClr val="674EA7"/>
            </a:solidFill>
            <a:miter/>
          </a:ln>
        </p:spPr>
      </p:cxnSp>
      <p:cxnSp>
        <p:nvCxnSpPr>
          <p:cNvPr id="71" name="Google Shape;105;g9c522aaa2e_0_10"/>
          <p:cNvCxnSpPr/>
          <p:nvPr/>
        </p:nvCxnSpPr>
        <p:spPr>
          <a:xfrm>
            <a:off x="2530800" y="4654800"/>
            <a:ext cx="6725520" cy="720"/>
          </a:xfrm>
          <a:prstGeom prst="straightConnector1">
            <a:avLst/>
          </a:prstGeom>
          <a:ln w="28575">
            <a:solidFill>
              <a:srgbClr val="674EA7"/>
            </a:solidFill>
            <a:miter/>
          </a:ln>
        </p:spPr>
      </p:cxnSp>
      <p:cxnSp>
        <p:nvCxnSpPr>
          <p:cNvPr id="72" name="Google Shape;106;g9c522aaa2e_0_10"/>
          <p:cNvCxnSpPr/>
          <p:nvPr/>
        </p:nvCxnSpPr>
        <p:spPr>
          <a:xfrm>
            <a:off x="2530800" y="5099760"/>
            <a:ext cx="6725520" cy="720"/>
          </a:xfrm>
          <a:prstGeom prst="straightConnector1">
            <a:avLst/>
          </a:prstGeom>
          <a:ln w="28575">
            <a:solidFill>
              <a:srgbClr val="674EA7"/>
            </a:solidFill>
            <a:miter/>
          </a:ln>
        </p:spPr>
      </p:cxnSp>
      <p:sp>
        <p:nvSpPr>
          <p:cNvPr id="73" name="Google Shape;107;g9c522aaa2e_0_10"/>
          <p:cNvSpPr/>
          <p:nvPr/>
        </p:nvSpPr>
        <p:spPr>
          <a:xfrm>
            <a:off x="5036400" y="3395160"/>
            <a:ext cx="378360" cy="36864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GB" sz="1600" b="1" u="none" strike="noStrike">
                <a:solidFill>
                  <a:srgbClr val="CC4125"/>
                </a:solidFill>
                <a:effectLst/>
                <a:uFillTx/>
                <a:latin typeface="Calibri"/>
                <a:ea typeface="Calibri"/>
              </a:rPr>
              <a:t>0</a:t>
            </a:r>
            <a:endParaRPr lang="es-ES" sz="1600" b="0" u="none" strike="noStrike">
              <a:solidFill>
                <a:srgbClr val="FFFFFF"/>
              </a:solidFill>
              <a:effectLst/>
              <a:uFillTx/>
              <a:latin typeface="Arial"/>
            </a:endParaRPr>
          </a:p>
        </p:txBody>
      </p:sp>
      <p:sp>
        <p:nvSpPr>
          <p:cNvPr id="74" name="Google Shape;108;g9c522aaa2e_0_10"/>
          <p:cNvSpPr/>
          <p:nvPr/>
        </p:nvSpPr>
        <p:spPr>
          <a:xfrm>
            <a:off x="2440440" y="3827880"/>
            <a:ext cx="972360" cy="30708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GB" sz="1300" b="0" u="none" strike="noStrike">
                <a:solidFill>
                  <a:srgbClr val="FFFFFF"/>
                </a:solidFill>
                <a:effectLst/>
                <a:uFillTx/>
                <a:latin typeface="Calibri"/>
                <a:ea typeface="Calibri"/>
              </a:rPr>
              <a:t>Pregunta 2</a:t>
            </a:r>
            <a:endParaRPr lang="es-ES" sz="1300" b="0" u="none" strike="noStrike">
              <a:solidFill>
                <a:srgbClr val="FFFFFF"/>
              </a:solidFill>
              <a:effectLst/>
              <a:uFillTx/>
              <a:latin typeface="Arial"/>
            </a:endParaRPr>
          </a:p>
        </p:txBody>
      </p:sp>
      <p:sp>
        <p:nvSpPr>
          <p:cNvPr id="75" name="Google Shape;109;g9c522aaa2e_0_10"/>
          <p:cNvSpPr/>
          <p:nvPr/>
        </p:nvSpPr>
        <p:spPr>
          <a:xfrm>
            <a:off x="2440440" y="4269240"/>
            <a:ext cx="972360" cy="30708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GB" sz="1300" b="0" u="none" strike="noStrike">
                <a:solidFill>
                  <a:srgbClr val="FFFFFF"/>
                </a:solidFill>
                <a:effectLst/>
                <a:uFillTx/>
                <a:latin typeface="Calibri"/>
                <a:ea typeface="Calibri"/>
              </a:rPr>
              <a:t>Pregunta 3</a:t>
            </a:r>
            <a:endParaRPr lang="es-ES" sz="1300" b="0" u="none" strike="noStrike">
              <a:solidFill>
                <a:srgbClr val="FFFFFF"/>
              </a:solidFill>
              <a:effectLst/>
              <a:uFillTx/>
              <a:latin typeface="Arial"/>
            </a:endParaRPr>
          </a:p>
        </p:txBody>
      </p:sp>
      <p:sp>
        <p:nvSpPr>
          <p:cNvPr id="76" name="Google Shape;110;g9c522aaa2e_0_10"/>
          <p:cNvSpPr/>
          <p:nvPr/>
        </p:nvSpPr>
        <p:spPr>
          <a:xfrm>
            <a:off x="2440440" y="4723560"/>
            <a:ext cx="972360" cy="30708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GB" sz="1300" b="0" u="none" strike="noStrike">
                <a:solidFill>
                  <a:srgbClr val="FFFFFF"/>
                </a:solidFill>
                <a:effectLst/>
                <a:uFillTx/>
                <a:latin typeface="Calibri"/>
                <a:ea typeface="Calibri"/>
              </a:rPr>
              <a:t>Pregunta 4</a:t>
            </a:r>
            <a:endParaRPr lang="es-ES" sz="1300" b="0" u="none" strike="noStrike">
              <a:solidFill>
                <a:srgbClr val="FFFFFF"/>
              </a:solidFill>
              <a:effectLst/>
              <a:uFillTx/>
              <a:latin typeface="Arial"/>
            </a:endParaRPr>
          </a:p>
        </p:txBody>
      </p:sp>
      <p:pic>
        <p:nvPicPr>
          <p:cNvPr id="77" name="Google Shape;111;g9c522aaa2e_0_10" descr="Icono&#10;&#10;Descripción generada automáticamente"/>
          <p:cNvPicPr/>
          <p:nvPr/>
        </p:nvPicPr>
        <p:blipFill>
          <a:blip r:embed="rId5"/>
          <a:stretch/>
        </p:blipFill>
        <p:spPr>
          <a:xfrm>
            <a:off x="6429960" y="2806200"/>
            <a:ext cx="433440" cy="484920"/>
          </a:xfrm>
          <a:prstGeom prst="rect">
            <a:avLst/>
          </a:prstGeom>
          <a:noFill/>
          <a:ln w="0">
            <a:noFill/>
          </a:ln>
        </p:spPr>
      </p:pic>
      <p:cxnSp>
        <p:nvCxnSpPr>
          <p:cNvPr id="78" name="Google Shape;112;g9c522aaa2e_0_10"/>
          <p:cNvCxnSpPr/>
          <p:nvPr/>
        </p:nvCxnSpPr>
        <p:spPr>
          <a:xfrm>
            <a:off x="2530800" y="5545080"/>
            <a:ext cx="6725520" cy="720"/>
          </a:xfrm>
          <a:prstGeom prst="straightConnector1">
            <a:avLst/>
          </a:prstGeom>
          <a:ln w="28575">
            <a:solidFill>
              <a:srgbClr val="674EA7"/>
            </a:solidFill>
            <a:miter/>
          </a:ln>
        </p:spPr>
      </p:cxnSp>
      <p:sp>
        <p:nvSpPr>
          <p:cNvPr id="79" name="Google Shape;113;g9c522aaa2e_0_10"/>
          <p:cNvSpPr/>
          <p:nvPr/>
        </p:nvSpPr>
        <p:spPr>
          <a:xfrm>
            <a:off x="2440440" y="5168520"/>
            <a:ext cx="972360" cy="30708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GB" sz="1300" b="0" u="none" strike="noStrike">
                <a:solidFill>
                  <a:srgbClr val="FFFFFF"/>
                </a:solidFill>
                <a:effectLst/>
                <a:uFillTx/>
                <a:latin typeface="Calibri"/>
                <a:ea typeface="Calibri"/>
              </a:rPr>
              <a:t>Pregunta 5</a:t>
            </a:r>
            <a:endParaRPr lang="es-ES" sz="1300" b="0" u="none" strike="noStrike">
              <a:solidFill>
                <a:srgbClr val="FFFFFF"/>
              </a:solidFill>
              <a:effectLst/>
              <a:uFillTx/>
              <a:latin typeface="Arial"/>
            </a:endParaRPr>
          </a:p>
        </p:txBody>
      </p:sp>
      <p:pic>
        <p:nvPicPr>
          <p:cNvPr id="80" name="Google Shape;114;g9c522aaa2e_0_10" descr="Icono&#10;&#10;Descripción generada automáticamente"/>
          <p:cNvPicPr/>
          <p:nvPr/>
        </p:nvPicPr>
        <p:blipFill>
          <a:blip r:embed="rId6"/>
          <a:stretch/>
        </p:blipFill>
        <p:spPr>
          <a:xfrm>
            <a:off x="7856640" y="2774520"/>
            <a:ext cx="433440" cy="484920"/>
          </a:xfrm>
          <a:prstGeom prst="rect">
            <a:avLst/>
          </a:prstGeom>
          <a:noFill/>
          <a:ln w="0">
            <a:noFill/>
          </a:ln>
        </p:spPr>
      </p:pic>
      <p:pic>
        <p:nvPicPr>
          <p:cNvPr id="81" name="Google Shape;115;g9c522aaa2e_0_10" descr="Icono&#10;&#10;Descripción generada automáticamente"/>
          <p:cNvPicPr/>
          <p:nvPr/>
        </p:nvPicPr>
        <p:blipFill>
          <a:blip r:embed="rId7"/>
          <a:stretch/>
        </p:blipFill>
        <p:spPr>
          <a:xfrm>
            <a:off x="7112160" y="2774520"/>
            <a:ext cx="433440" cy="484920"/>
          </a:xfrm>
          <a:prstGeom prst="rect">
            <a:avLst/>
          </a:prstGeom>
          <a:noFill/>
          <a:ln w="0">
            <a:noFill/>
          </a:ln>
        </p:spPr>
      </p:pic>
      <p:sp>
        <p:nvSpPr>
          <p:cNvPr id="82" name="Google Shape;116;g9c522aaa2e_0_10"/>
          <p:cNvSpPr/>
          <p:nvPr/>
        </p:nvSpPr>
        <p:spPr>
          <a:xfrm>
            <a:off x="4291920" y="3384000"/>
            <a:ext cx="378360" cy="36864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GB" sz="1600" b="1" u="none" strike="noStrike">
                <a:solidFill>
                  <a:srgbClr val="93C47D"/>
                </a:solidFill>
                <a:effectLst/>
                <a:uFillTx/>
                <a:latin typeface="Calibri"/>
                <a:ea typeface="Calibri"/>
              </a:rPr>
              <a:t>1</a:t>
            </a:r>
            <a:endParaRPr lang="es-ES" sz="1600" b="0" u="none" strike="noStrike">
              <a:solidFill>
                <a:srgbClr val="FFFFFF"/>
              </a:solidFill>
              <a:effectLst/>
              <a:uFillTx/>
              <a:latin typeface="Arial"/>
            </a:endParaRPr>
          </a:p>
        </p:txBody>
      </p:sp>
      <p:sp>
        <p:nvSpPr>
          <p:cNvPr id="83" name="Google Shape;117;g9c522aaa2e_0_10"/>
          <p:cNvSpPr/>
          <p:nvPr/>
        </p:nvSpPr>
        <p:spPr>
          <a:xfrm>
            <a:off x="5747040" y="3384000"/>
            <a:ext cx="378360" cy="36864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GB" sz="1600" b="1" u="none" strike="noStrike">
                <a:solidFill>
                  <a:srgbClr val="93C47D"/>
                </a:solidFill>
                <a:effectLst/>
                <a:uFillTx/>
                <a:latin typeface="Calibri"/>
                <a:ea typeface="Calibri"/>
              </a:rPr>
              <a:t>1</a:t>
            </a:r>
            <a:endParaRPr lang="es-ES" sz="1600" b="0" u="none" strike="noStrike">
              <a:solidFill>
                <a:srgbClr val="FFFFFF"/>
              </a:solidFill>
              <a:effectLst/>
              <a:uFillTx/>
              <a:latin typeface="Arial"/>
            </a:endParaRPr>
          </a:p>
        </p:txBody>
      </p:sp>
      <p:sp>
        <p:nvSpPr>
          <p:cNvPr id="84" name="Google Shape;118;g9c522aaa2e_0_10"/>
          <p:cNvSpPr/>
          <p:nvPr/>
        </p:nvSpPr>
        <p:spPr>
          <a:xfrm>
            <a:off x="6457320" y="3384000"/>
            <a:ext cx="378360" cy="36864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GB" sz="1600" b="1" u="none" strike="noStrike">
                <a:solidFill>
                  <a:srgbClr val="93C47D"/>
                </a:solidFill>
                <a:effectLst/>
                <a:uFillTx/>
                <a:latin typeface="Calibri"/>
                <a:ea typeface="Calibri"/>
              </a:rPr>
              <a:t>1</a:t>
            </a:r>
            <a:endParaRPr lang="es-ES" sz="1600" b="0" u="none" strike="noStrike">
              <a:solidFill>
                <a:srgbClr val="FFFFFF"/>
              </a:solidFill>
              <a:effectLst/>
              <a:uFillTx/>
              <a:latin typeface="Arial"/>
            </a:endParaRPr>
          </a:p>
        </p:txBody>
      </p:sp>
      <p:sp>
        <p:nvSpPr>
          <p:cNvPr id="85" name="Google Shape;119;g9c522aaa2e_0_10"/>
          <p:cNvSpPr/>
          <p:nvPr/>
        </p:nvSpPr>
        <p:spPr>
          <a:xfrm>
            <a:off x="7139880" y="3384000"/>
            <a:ext cx="378360" cy="36864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GB" sz="1600" b="1" u="none" strike="noStrike">
                <a:solidFill>
                  <a:srgbClr val="CC4125"/>
                </a:solidFill>
                <a:effectLst/>
                <a:uFillTx/>
                <a:latin typeface="Calibri"/>
                <a:ea typeface="Calibri"/>
              </a:rPr>
              <a:t>0</a:t>
            </a:r>
            <a:endParaRPr lang="es-ES" sz="1600" b="0" u="none" strike="noStrike">
              <a:solidFill>
                <a:srgbClr val="FFFFFF"/>
              </a:solidFill>
              <a:effectLst/>
              <a:uFillTx/>
              <a:latin typeface="Arial"/>
            </a:endParaRPr>
          </a:p>
        </p:txBody>
      </p:sp>
      <p:sp>
        <p:nvSpPr>
          <p:cNvPr id="86" name="Google Shape;120;g9c522aaa2e_0_10"/>
          <p:cNvSpPr/>
          <p:nvPr/>
        </p:nvSpPr>
        <p:spPr>
          <a:xfrm>
            <a:off x="7878240" y="3384000"/>
            <a:ext cx="378360" cy="36864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GB" sz="1600" b="1" u="none" strike="noStrike">
                <a:solidFill>
                  <a:srgbClr val="CC4125"/>
                </a:solidFill>
                <a:effectLst/>
                <a:uFillTx/>
                <a:latin typeface="Calibri"/>
                <a:ea typeface="Calibri"/>
              </a:rPr>
              <a:t>0</a:t>
            </a:r>
            <a:endParaRPr lang="es-ES" sz="1600" b="0" u="none" strike="noStrike">
              <a:solidFill>
                <a:srgbClr val="FFFFFF"/>
              </a:solidFill>
              <a:effectLst/>
              <a:uFillTx/>
              <a:latin typeface="Arial"/>
            </a:endParaRPr>
          </a:p>
        </p:txBody>
      </p:sp>
      <p:sp>
        <p:nvSpPr>
          <p:cNvPr id="87" name="Google Shape;121;g9c522aaa2e_0_10"/>
          <p:cNvSpPr/>
          <p:nvPr/>
        </p:nvSpPr>
        <p:spPr>
          <a:xfrm>
            <a:off x="3663360" y="3796920"/>
            <a:ext cx="378360" cy="36864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GB" sz="1600" b="1" u="none" strike="noStrike">
                <a:solidFill>
                  <a:srgbClr val="CC4125"/>
                </a:solidFill>
                <a:effectLst/>
                <a:uFillTx/>
                <a:latin typeface="Calibri"/>
                <a:ea typeface="Calibri"/>
              </a:rPr>
              <a:t>0</a:t>
            </a:r>
            <a:endParaRPr lang="es-ES" sz="1600" b="0" u="none" strike="noStrike">
              <a:solidFill>
                <a:srgbClr val="FFFFFF"/>
              </a:solidFill>
              <a:effectLst/>
              <a:uFillTx/>
              <a:latin typeface="Arial"/>
            </a:endParaRPr>
          </a:p>
        </p:txBody>
      </p:sp>
      <p:sp>
        <p:nvSpPr>
          <p:cNvPr id="88" name="Google Shape;122;g9c522aaa2e_0_10"/>
          <p:cNvSpPr/>
          <p:nvPr/>
        </p:nvSpPr>
        <p:spPr>
          <a:xfrm>
            <a:off x="4291920" y="3796920"/>
            <a:ext cx="378360" cy="36864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GB" sz="1600" b="1" u="none" strike="noStrike">
                <a:solidFill>
                  <a:srgbClr val="CC4125"/>
                </a:solidFill>
                <a:effectLst/>
                <a:uFillTx/>
                <a:latin typeface="Calibri"/>
                <a:ea typeface="Calibri"/>
              </a:rPr>
              <a:t>0</a:t>
            </a:r>
            <a:endParaRPr lang="es-ES" sz="1600" b="0" u="none" strike="noStrike">
              <a:solidFill>
                <a:srgbClr val="FFFFFF"/>
              </a:solidFill>
              <a:effectLst/>
              <a:uFillTx/>
              <a:latin typeface="Arial"/>
            </a:endParaRPr>
          </a:p>
        </p:txBody>
      </p:sp>
      <p:sp>
        <p:nvSpPr>
          <p:cNvPr id="89" name="Google Shape;123;g9c522aaa2e_0_10"/>
          <p:cNvSpPr/>
          <p:nvPr/>
        </p:nvSpPr>
        <p:spPr>
          <a:xfrm>
            <a:off x="7878240" y="3796920"/>
            <a:ext cx="378360" cy="36864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GB" sz="1600" b="1" u="none" strike="noStrike">
                <a:solidFill>
                  <a:srgbClr val="CC4125"/>
                </a:solidFill>
                <a:effectLst/>
                <a:uFillTx/>
                <a:latin typeface="Calibri"/>
                <a:ea typeface="Calibri"/>
              </a:rPr>
              <a:t>0</a:t>
            </a:r>
            <a:endParaRPr lang="es-ES" sz="1600" b="0" u="none" strike="noStrike">
              <a:solidFill>
                <a:srgbClr val="FFFFFF"/>
              </a:solidFill>
              <a:effectLst/>
              <a:uFillTx/>
              <a:latin typeface="Arial"/>
            </a:endParaRPr>
          </a:p>
        </p:txBody>
      </p:sp>
      <p:sp>
        <p:nvSpPr>
          <p:cNvPr id="90" name="Google Shape;124;g9c522aaa2e_0_10"/>
          <p:cNvSpPr/>
          <p:nvPr/>
        </p:nvSpPr>
        <p:spPr>
          <a:xfrm>
            <a:off x="5036400" y="3796920"/>
            <a:ext cx="378360" cy="36864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GB" sz="1600" b="1" u="none" strike="noStrike">
                <a:solidFill>
                  <a:srgbClr val="93C47D"/>
                </a:solidFill>
                <a:effectLst/>
                <a:uFillTx/>
                <a:latin typeface="Calibri"/>
                <a:ea typeface="Calibri"/>
              </a:rPr>
              <a:t>1</a:t>
            </a:r>
            <a:endParaRPr lang="es-ES" sz="1600" b="0" u="none" strike="noStrike">
              <a:solidFill>
                <a:srgbClr val="FFFFFF"/>
              </a:solidFill>
              <a:effectLst/>
              <a:uFillTx/>
              <a:latin typeface="Arial"/>
            </a:endParaRPr>
          </a:p>
        </p:txBody>
      </p:sp>
      <p:sp>
        <p:nvSpPr>
          <p:cNvPr id="91" name="Google Shape;125;g9c522aaa2e_0_10"/>
          <p:cNvSpPr/>
          <p:nvPr/>
        </p:nvSpPr>
        <p:spPr>
          <a:xfrm>
            <a:off x="5747040" y="3796920"/>
            <a:ext cx="378360" cy="36864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GB" sz="1600" b="1" u="none" strike="noStrike">
                <a:solidFill>
                  <a:srgbClr val="93C47D"/>
                </a:solidFill>
                <a:effectLst/>
                <a:uFillTx/>
                <a:latin typeface="Calibri"/>
                <a:ea typeface="Calibri"/>
              </a:rPr>
              <a:t>1</a:t>
            </a:r>
            <a:endParaRPr lang="es-ES" sz="1600" b="0" u="none" strike="noStrike">
              <a:solidFill>
                <a:srgbClr val="FFFFFF"/>
              </a:solidFill>
              <a:effectLst/>
              <a:uFillTx/>
              <a:latin typeface="Arial"/>
            </a:endParaRPr>
          </a:p>
        </p:txBody>
      </p:sp>
      <p:sp>
        <p:nvSpPr>
          <p:cNvPr id="92" name="Google Shape;126;g9c522aaa2e_0_10"/>
          <p:cNvSpPr/>
          <p:nvPr/>
        </p:nvSpPr>
        <p:spPr>
          <a:xfrm>
            <a:off x="6457320" y="3796920"/>
            <a:ext cx="378360" cy="36864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GB" sz="1600" b="1" u="none" strike="noStrike">
                <a:solidFill>
                  <a:srgbClr val="93C47D"/>
                </a:solidFill>
                <a:effectLst/>
                <a:uFillTx/>
                <a:latin typeface="Calibri"/>
                <a:ea typeface="Calibri"/>
              </a:rPr>
              <a:t>1</a:t>
            </a:r>
            <a:endParaRPr lang="es-ES" sz="1600" b="0" u="none" strike="noStrike">
              <a:solidFill>
                <a:srgbClr val="FFFFFF"/>
              </a:solidFill>
              <a:effectLst/>
              <a:uFillTx/>
              <a:latin typeface="Arial"/>
            </a:endParaRPr>
          </a:p>
        </p:txBody>
      </p:sp>
      <p:sp>
        <p:nvSpPr>
          <p:cNvPr id="93" name="Google Shape;127;g9c522aaa2e_0_10"/>
          <p:cNvSpPr/>
          <p:nvPr/>
        </p:nvSpPr>
        <p:spPr>
          <a:xfrm>
            <a:off x="7139880" y="3796920"/>
            <a:ext cx="378360" cy="36864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GB" sz="1600" b="1" u="none" strike="noStrike">
                <a:solidFill>
                  <a:srgbClr val="93C47D"/>
                </a:solidFill>
                <a:effectLst/>
                <a:uFillTx/>
                <a:latin typeface="Calibri"/>
                <a:ea typeface="Calibri"/>
              </a:rPr>
              <a:t>1</a:t>
            </a:r>
            <a:endParaRPr lang="es-ES" sz="1600" b="0" u="none" strike="noStrike">
              <a:solidFill>
                <a:srgbClr val="FFFFFF"/>
              </a:solidFill>
              <a:effectLst/>
              <a:uFillTx/>
              <a:latin typeface="Arial"/>
            </a:endParaRPr>
          </a:p>
        </p:txBody>
      </p:sp>
      <p:sp>
        <p:nvSpPr>
          <p:cNvPr id="94" name="Google Shape;128;g9c522aaa2e_0_10"/>
          <p:cNvSpPr/>
          <p:nvPr/>
        </p:nvSpPr>
        <p:spPr>
          <a:xfrm>
            <a:off x="3663360" y="4238280"/>
            <a:ext cx="378360" cy="36864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GB" sz="1600" b="1" u="none" strike="noStrike">
                <a:solidFill>
                  <a:srgbClr val="CC4125"/>
                </a:solidFill>
                <a:effectLst/>
                <a:uFillTx/>
                <a:latin typeface="Calibri"/>
                <a:ea typeface="Calibri"/>
              </a:rPr>
              <a:t>0</a:t>
            </a:r>
            <a:endParaRPr lang="es-ES" sz="1600" b="0" u="none" strike="noStrike">
              <a:solidFill>
                <a:srgbClr val="FFFFFF"/>
              </a:solidFill>
              <a:effectLst/>
              <a:uFillTx/>
              <a:latin typeface="Arial"/>
            </a:endParaRPr>
          </a:p>
        </p:txBody>
      </p:sp>
      <p:sp>
        <p:nvSpPr>
          <p:cNvPr id="95" name="Google Shape;129;g9c522aaa2e_0_10"/>
          <p:cNvSpPr/>
          <p:nvPr/>
        </p:nvSpPr>
        <p:spPr>
          <a:xfrm>
            <a:off x="4291920" y="4238280"/>
            <a:ext cx="378360" cy="36864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GB" sz="1600" b="1" u="none" strike="noStrike">
                <a:solidFill>
                  <a:srgbClr val="CC4125"/>
                </a:solidFill>
                <a:effectLst/>
                <a:uFillTx/>
                <a:latin typeface="Calibri"/>
                <a:ea typeface="Calibri"/>
              </a:rPr>
              <a:t>0</a:t>
            </a:r>
            <a:endParaRPr lang="es-ES" sz="1600" b="0" u="none" strike="noStrike">
              <a:solidFill>
                <a:srgbClr val="FFFFFF"/>
              </a:solidFill>
              <a:effectLst/>
              <a:uFillTx/>
              <a:latin typeface="Arial"/>
            </a:endParaRPr>
          </a:p>
        </p:txBody>
      </p:sp>
      <p:sp>
        <p:nvSpPr>
          <p:cNvPr id="96" name="Google Shape;130;g9c522aaa2e_0_10"/>
          <p:cNvSpPr/>
          <p:nvPr/>
        </p:nvSpPr>
        <p:spPr>
          <a:xfrm>
            <a:off x="5036400" y="4238280"/>
            <a:ext cx="378360" cy="36864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GB" sz="1600" b="1" u="none" strike="noStrike">
                <a:solidFill>
                  <a:srgbClr val="CC4125"/>
                </a:solidFill>
                <a:effectLst/>
                <a:uFillTx/>
                <a:latin typeface="Calibri"/>
                <a:ea typeface="Calibri"/>
              </a:rPr>
              <a:t>0</a:t>
            </a:r>
            <a:endParaRPr lang="es-ES" sz="1600" b="0" u="none" strike="noStrike">
              <a:solidFill>
                <a:srgbClr val="FFFFFF"/>
              </a:solidFill>
              <a:effectLst/>
              <a:uFillTx/>
              <a:latin typeface="Arial"/>
            </a:endParaRPr>
          </a:p>
        </p:txBody>
      </p:sp>
      <p:sp>
        <p:nvSpPr>
          <p:cNvPr id="97" name="Google Shape;131;g9c522aaa2e_0_10"/>
          <p:cNvSpPr/>
          <p:nvPr/>
        </p:nvSpPr>
        <p:spPr>
          <a:xfrm>
            <a:off x="5747040" y="4238280"/>
            <a:ext cx="378360" cy="36864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GB" sz="1600" b="1" u="none" strike="noStrike">
                <a:solidFill>
                  <a:srgbClr val="CC4125"/>
                </a:solidFill>
                <a:effectLst/>
                <a:uFillTx/>
                <a:latin typeface="Calibri"/>
                <a:ea typeface="Calibri"/>
              </a:rPr>
              <a:t>0</a:t>
            </a:r>
            <a:endParaRPr lang="es-ES" sz="1600" b="0" u="none" strike="noStrike">
              <a:solidFill>
                <a:srgbClr val="FFFFFF"/>
              </a:solidFill>
              <a:effectLst/>
              <a:uFillTx/>
              <a:latin typeface="Arial"/>
            </a:endParaRPr>
          </a:p>
        </p:txBody>
      </p:sp>
      <p:sp>
        <p:nvSpPr>
          <p:cNvPr id="98" name="Google Shape;132;g9c522aaa2e_0_10"/>
          <p:cNvSpPr/>
          <p:nvPr/>
        </p:nvSpPr>
        <p:spPr>
          <a:xfrm>
            <a:off x="6457320" y="4238280"/>
            <a:ext cx="378360" cy="36864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GB" sz="1600" b="1" u="none" strike="noStrike">
                <a:solidFill>
                  <a:srgbClr val="CC4125"/>
                </a:solidFill>
                <a:effectLst/>
                <a:uFillTx/>
                <a:latin typeface="Calibri"/>
                <a:ea typeface="Calibri"/>
              </a:rPr>
              <a:t>0</a:t>
            </a:r>
            <a:endParaRPr lang="es-ES" sz="1600" b="0" u="none" strike="noStrike">
              <a:solidFill>
                <a:srgbClr val="FFFFFF"/>
              </a:solidFill>
              <a:effectLst/>
              <a:uFillTx/>
              <a:latin typeface="Arial"/>
            </a:endParaRPr>
          </a:p>
        </p:txBody>
      </p:sp>
      <p:sp>
        <p:nvSpPr>
          <p:cNvPr id="99" name="Google Shape;133;g9c522aaa2e_0_10"/>
          <p:cNvSpPr/>
          <p:nvPr/>
        </p:nvSpPr>
        <p:spPr>
          <a:xfrm>
            <a:off x="7139880" y="4238280"/>
            <a:ext cx="378360" cy="36864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GB" sz="1600" b="1" u="none" strike="noStrike">
                <a:solidFill>
                  <a:srgbClr val="CC4125"/>
                </a:solidFill>
                <a:effectLst/>
                <a:uFillTx/>
                <a:latin typeface="Calibri"/>
                <a:ea typeface="Calibri"/>
              </a:rPr>
              <a:t>0</a:t>
            </a:r>
            <a:endParaRPr lang="es-ES" sz="1600" b="0" u="none" strike="noStrike">
              <a:solidFill>
                <a:srgbClr val="FFFFFF"/>
              </a:solidFill>
              <a:effectLst/>
              <a:uFillTx/>
              <a:latin typeface="Arial"/>
            </a:endParaRPr>
          </a:p>
        </p:txBody>
      </p:sp>
      <p:sp>
        <p:nvSpPr>
          <p:cNvPr id="100" name="Google Shape;134;g9c522aaa2e_0_10"/>
          <p:cNvSpPr/>
          <p:nvPr/>
        </p:nvSpPr>
        <p:spPr>
          <a:xfrm>
            <a:off x="7881480" y="4238280"/>
            <a:ext cx="378360" cy="36864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GB" sz="1600" b="1" u="none" strike="noStrike">
                <a:solidFill>
                  <a:srgbClr val="CC4125"/>
                </a:solidFill>
                <a:effectLst/>
                <a:uFillTx/>
                <a:latin typeface="Calibri"/>
                <a:ea typeface="Calibri"/>
              </a:rPr>
              <a:t>0</a:t>
            </a:r>
            <a:endParaRPr lang="es-ES" sz="1600" b="0" u="none" strike="noStrike">
              <a:solidFill>
                <a:srgbClr val="FFFFFF"/>
              </a:solidFill>
              <a:effectLst/>
              <a:uFillTx/>
              <a:latin typeface="Arial"/>
            </a:endParaRPr>
          </a:p>
        </p:txBody>
      </p:sp>
      <p:sp>
        <p:nvSpPr>
          <p:cNvPr id="101" name="Google Shape;135;g9c522aaa2e_0_10"/>
          <p:cNvSpPr/>
          <p:nvPr/>
        </p:nvSpPr>
        <p:spPr>
          <a:xfrm>
            <a:off x="3651480" y="4692600"/>
            <a:ext cx="378360" cy="36864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GB" sz="1600" b="1" u="none" strike="noStrike">
                <a:solidFill>
                  <a:srgbClr val="CC4125"/>
                </a:solidFill>
                <a:effectLst/>
                <a:uFillTx/>
                <a:latin typeface="Calibri"/>
                <a:ea typeface="Calibri"/>
              </a:rPr>
              <a:t>0</a:t>
            </a:r>
            <a:endParaRPr lang="es-ES" sz="1600" b="0" u="none" strike="noStrike">
              <a:solidFill>
                <a:srgbClr val="FFFFFF"/>
              </a:solidFill>
              <a:effectLst/>
              <a:uFillTx/>
              <a:latin typeface="Arial"/>
            </a:endParaRPr>
          </a:p>
        </p:txBody>
      </p:sp>
      <p:sp>
        <p:nvSpPr>
          <p:cNvPr id="102" name="Google Shape;136;g9c522aaa2e_0_10"/>
          <p:cNvSpPr/>
          <p:nvPr/>
        </p:nvSpPr>
        <p:spPr>
          <a:xfrm>
            <a:off x="5747040" y="4669200"/>
            <a:ext cx="378360" cy="36864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GB" sz="1600" b="1" u="none" strike="noStrike">
                <a:solidFill>
                  <a:srgbClr val="CC4125"/>
                </a:solidFill>
                <a:effectLst/>
                <a:uFillTx/>
                <a:latin typeface="Calibri"/>
                <a:ea typeface="Calibri"/>
              </a:rPr>
              <a:t>0</a:t>
            </a:r>
            <a:endParaRPr lang="es-ES" sz="1600" b="0" u="none" strike="noStrike">
              <a:solidFill>
                <a:srgbClr val="FFFFFF"/>
              </a:solidFill>
              <a:effectLst/>
              <a:uFillTx/>
              <a:latin typeface="Arial"/>
            </a:endParaRPr>
          </a:p>
        </p:txBody>
      </p:sp>
      <p:sp>
        <p:nvSpPr>
          <p:cNvPr id="103" name="Google Shape;137;g9c522aaa2e_0_10"/>
          <p:cNvSpPr/>
          <p:nvPr/>
        </p:nvSpPr>
        <p:spPr>
          <a:xfrm>
            <a:off x="4291920" y="4669200"/>
            <a:ext cx="378360" cy="36864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GB" sz="1600" b="1" u="none" strike="noStrike">
                <a:solidFill>
                  <a:srgbClr val="93C47D"/>
                </a:solidFill>
                <a:effectLst/>
                <a:uFillTx/>
                <a:latin typeface="Calibri"/>
                <a:ea typeface="Calibri"/>
              </a:rPr>
              <a:t>1</a:t>
            </a:r>
            <a:endParaRPr lang="es-ES" sz="1600" b="0" u="none" strike="noStrike">
              <a:solidFill>
                <a:srgbClr val="FFFFFF"/>
              </a:solidFill>
              <a:effectLst/>
              <a:uFillTx/>
              <a:latin typeface="Arial"/>
            </a:endParaRPr>
          </a:p>
        </p:txBody>
      </p:sp>
      <p:sp>
        <p:nvSpPr>
          <p:cNvPr id="104" name="Google Shape;138;g9c522aaa2e_0_10"/>
          <p:cNvSpPr/>
          <p:nvPr/>
        </p:nvSpPr>
        <p:spPr>
          <a:xfrm>
            <a:off x="5036400" y="4669200"/>
            <a:ext cx="378360" cy="36864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GB" sz="1600" b="1" u="none" strike="noStrike">
                <a:solidFill>
                  <a:srgbClr val="93C47D"/>
                </a:solidFill>
                <a:effectLst/>
                <a:uFillTx/>
                <a:latin typeface="Calibri"/>
                <a:ea typeface="Calibri"/>
              </a:rPr>
              <a:t>1</a:t>
            </a:r>
            <a:endParaRPr lang="es-ES" sz="1600" b="0" u="none" strike="noStrike">
              <a:solidFill>
                <a:srgbClr val="FFFFFF"/>
              </a:solidFill>
              <a:effectLst/>
              <a:uFillTx/>
              <a:latin typeface="Arial"/>
            </a:endParaRPr>
          </a:p>
        </p:txBody>
      </p:sp>
      <p:sp>
        <p:nvSpPr>
          <p:cNvPr id="105" name="Google Shape;139;g9c522aaa2e_0_10"/>
          <p:cNvSpPr/>
          <p:nvPr/>
        </p:nvSpPr>
        <p:spPr>
          <a:xfrm>
            <a:off x="6457320" y="4692600"/>
            <a:ext cx="378360" cy="36864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GB" sz="1600" b="1" u="none" strike="noStrike">
                <a:solidFill>
                  <a:srgbClr val="93C47D"/>
                </a:solidFill>
                <a:effectLst/>
                <a:uFillTx/>
                <a:latin typeface="Calibri"/>
                <a:ea typeface="Calibri"/>
              </a:rPr>
              <a:t>1</a:t>
            </a:r>
            <a:endParaRPr lang="es-ES" sz="1600" b="0" u="none" strike="noStrike">
              <a:solidFill>
                <a:srgbClr val="FFFFFF"/>
              </a:solidFill>
              <a:effectLst/>
              <a:uFillTx/>
              <a:latin typeface="Arial"/>
            </a:endParaRPr>
          </a:p>
        </p:txBody>
      </p:sp>
      <p:sp>
        <p:nvSpPr>
          <p:cNvPr id="106" name="Google Shape;140;g9c522aaa2e_0_10"/>
          <p:cNvSpPr/>
          <p:nvPr/>
        </p:nvSpPr>
        <p:spPr>
          <a:xfrm>
            <a:off x="7139880" y="4692600"/>
            <a:ext cx="378360" cy="36864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GB" sz="1600" b="1" u="none" strike="noStrike">
                <a:solidFill>
                  <a:srgbClr val="93C47D"/>
                </a:solidFill>
                <a:effectLst/>
                <a:uFillTx/>
                <a:latin typeface="Calibri"/>
                <a:ea typeface="Calibri"/>
              </a:rPr>
              <a:t>1</a:t>
            </a:r>
            <a:endParaRPr lang="es-ES" sz="1600" b="0" u="none" strike="noStrike">
              <a:solidFill>
                <a:srgbClr val="FFFFFF"/>
              </a:solidFill>
              <a:effectLst/>
              <a:uFillTx/>
              <a:latin typeface="Arial"/>
            </a:endParaRPr>
          </a:p>
        </p:txBody>
      </p:sp>
      <p:sp>
        <p:nvSpPr>
          <p:cNvPr id="107" name="Google Shape;141;g9c522aaa2e_0_10"/>
          <p:cNvSpPr/>
          <p:nvPr/>
        </p:nvSpPr>
        <p:spPr>
          <a:xfrm>
            <a:off x="7912080" y="4692600"/>
            <a:ext cx="378360" cy="36864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GB" sz="1600" b="1" u="none" strike="noStrike">
                <a:solidFill>
                  <a:srgbClr val="93C47D"/>
                </a:solidFill>
                <a:effectLst/>
                <a:uFillTx/>
                <a:latin typeface="Calibri"/>
                <a:ea typeface="Calibri"/>
              </a:rPr>
              <a:t>1</a:t>
            </a:r>
            <a:endParaRPr lang="es-ES" sz="1600" b="0" u="none" strike="noStrike">
              <a:solidFill>
                <a:srgbClr val="FFFFFF"/>
              </a:solidFill>
              <a:effectLst/>
              <a:uFillTx/>
              <a:latin typeface="Arial"/>
            </a:endParaRPr>
          </a:p>
        </p:txBody>
      </p:sp>
      <p:sp>
        <p:nvSpPr>
          <p:cNvPr id="108" name="Google Shape;142;g9c522aaa2e_0_10"/>
          <p:cNvSpPr/>
          <p:nvPr/>
        </p:nvSpPr>
        <p:spPr>
          <a:xfrm>
            <a:off x="3651480" y="5137920"/>
            <a:ext cx="378360" cy="36864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GB" sz="1600" b="1" u="none" strike="noStrike">
                <a:solidFill>
                  <a:srgbClr val="93C47D"/>
                </a:solidFill>
                <a:effectLst/>
                <a:uFillTx/>
                <a:latin typeface="Calibri"/>
                <a:ea typeface="Calibri"/>
              </a:rPr>
              <a:t>1</a:t>
            </a:r>
            <a:endParaRPr lang="es-ES" sz="1600" b="0" u="none" strike="noStrike">
              <a:solidFill>
                <a:srgbClr val="FFFFFF"/>
              </a:solidFill>
              <a:effectLst/>
              <a:uFillTx/>
              <a:latin typeface="Arial"/>
            </a:endParaRPr>
          </a:p>
        </p:txBody>
      </p:sp>
      <p:sp>
        <p:nvSpPr>
          <p:cNvPr id="109" name="Google Shape;143;g9c522aaa2e_0_10"/>
          <p:cNvSpPr/>
          <p:nvPr/>
        </p:nvSpPr>
        <p:spPr>
          <a:xfrm>
            <a:off x="5036400" y="5137920"/>
            <a:ext cx="378360" cy="36864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GB" sz="1600" b="1" u="none" strike="noStrike">
                <a:solidFill>
                  <a:srgbClr val="93C47D"/>
                </a:solidFill>
                <a:effectLst/>
                <a:uFillTx/>
                <a:latin typeface="Calibri"/>
                <a:ea typeface="Calibri"/>
              </a:rPr>
              <a:t>1</a:t>
            </a:r>
            <a:endParaRPr lang="es-ES" sz="1600" b="0" u="none" strike="noStrike">
              <a:solidFill>
                <a:srgbClr val="FFFFFF"/>
              </a:solidFill>
              <a:effectLst/>
              <a:uFillTx/>
              <a:latin typeface="Arial"/>
            </a:endParaRPr>
          </a:p>
        </p:txBody>
      </p:sp>
      <p:sp>
        <p:nvSpPr>
          <p:cNvPr id="110" name="Google Shape;144;g9c522aaa2e_0_10"/>
          <p:cNvSpPr/>
          <p:nvPr/>
        </p:nvSpPr>
        <p:spPr>
          <a:xfrm>
            <a:off x="7139880" y="5161320"/>
            <a:ext cx="378360" cy="36864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GB" sz="1600" b="1" u="none" strike="noStrike">
                <a:solidFill>
                  <a:srgbClr val="93C47D"/>
                </a:solidFill>
                <a:effectLst/>
                <a:uFillTx/>
                <a:latin typeface="Calibri"/>
                <a:ea typeface="Calibri"/>
              </a:rPr>
              <a:t>1</a:t>
            </a:r>
            <a:endParaRPr lang="es-ES" sz="1600" b="0" u="none" strike="noStrike">
              <a:solidFill>
                <a:srgbClr val="FFFFFF"/>
              </a:solidFill>
              <a:effectLst/>
              <a:uFillTx/>
              <a:latin typeface="Arial"/>
            </a:endParaRPr>
          </a:p>
        </p:txBody>
      </p:sp>
      <p:sp>
        <p:nvSpPr>
          <p:cNvPr id="111" name="Google Shape;145;g9c522aaa2e_0_10"/>
          <p:cNvSpPr/>
          <p:nvPr/>
        </p:nvSpPr>
        <p:spPr>
          <a:xfrm>
            <a:off x="7912080" y="5137920"/>
            <a:ext cx="378360" cy="36864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GB" sz="1600" b="1" u="none" strike="noStrike">
                <a:solidFill>
                  <a:srgbClr val="93C47D"/>
                </a:solidFill>
                <a:effectLst/>
                <a:uFillTx/>
                <a:latin typeface="Calibri"/>
                <a:ea typeface="Calibri"/>
              </a:rPr>
              <a:t>1</a:t>
            </a:r>
            <a:endParaRPr lang="es-ES" sz="1600" b="0" u="none" strike="noStrike">
              <a:solidFill>
                <a:srgbClr val="FFFFFF"/>
              </a:solidFill>
              <a:effectLst/>
              <a:uFillTx/>
              <a:latin typeface="Arial"/>
            </a:endParaRPr>
          </a:p>
        </p:txBody>
      </p:sp>
      <p:sp>
        <p:nvSpPr>
          <p:cNvPr id="112" name="Google Shape;146;g9c522aaa2e_0_10"/>
          <p:cNvSpPr/>
          <p:nvPr/>
        </p:nvSpPr>
        <p:spPr>
          <a:xfrm>
            <a:off x="6457320" y="5137920"/>
            <a:ext cx="378360" cy="36864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GB" sz="1600" b="1" u="none" strike="noStrike">
                <a:solidFill>
                  <a:srgbClr val="CC4125"/>
                </a:solidFill>
                <a:effectLst/>
                <a:uFillTx/>
                <a:latin typeface="Calibri"/>
                <a:ea typeface="Calibri"/>
              </a:rPr>
              <a:t>0</a:t>
            </a:r>
            <a:endParaRPr lang="es-ES" sz="1600" b="0" u="none" strike="noStrike">
              <a:solidFill>
                <a:srgbClr val="FFFFFF"/>
              </a:solidFill>
              <a:effectLst/>
              <a:uFillTx/>
              <a:latin typeface="Arial"/>
            </a:endParaRPr>
          </a:p>
        </p:txBody>
      </p:sp>
      <p:sp>
        <p:nvSpPr>
          <p:cNvPr id="113" name="Google Shape;147;g9c522aaa2e_0_10"/>
          <p:cNvSpPr/>
          <p:nvPr/>
        </p:nvSpPr>
        <p:spPr>
          <a:xfrm>
            <a:off x="5747040" y="5137920"/>
            <a:ext cx="378360" cy="36864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GB" sz="1600" b="1" u="none" strike="noStrike">
                <a:solidFill>
                  <a:srgbClr val="CC4125"/>
                </a:solidFill>
                <a:effectLst/>
                <a:uFillTx/>
                <a:latin typeface="Calibri"/>
                <a:ea typeface="Calibri"/>
              </a:rPr>
              <a:t>0</a:t>
            </a:r>
            <a:endParaRPr lang="es-ES" sz="1600" b="0" u="none" strike="noStrike">
              <a:solidFill>
                <a:srgbClr val="FFFFFF"/>
              </a:solidFill>
              <a:effectLst/>
              <a:uFillTx/>
              <a:latin typeface="Arial"/>
            </a:endParaRPr>
          </a:p>
        </p:txBody>
      </p:sp>
      <p:sp>
        <p:nvSpPr>
          <p:cNvPr id="114" name="Google Shape;148;g9c522aaa2e_0_10"/>
          <p:cNvSpPr/>
          <p:nvPr/>
        </p:nvSpPr>
        <p:spPr>
          <a:xfrm>
            <a:off x="4291920" y="5137920"/>
            <a:ext cx="378360" cy="36864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GB" sz="1600" b="1" u="none" strike="noStrike">
                <a:solidFill>
                  <a:srgbClr val="CC4125"/>
                </a:solidFill>
                <a:effectLst/>
                <a:uFillTx/>
                <a:latin typeface="Calibri"/>
                <a:ea typeface="Calibri"/>
              </a:rPr>
              <a:t>0</a:t>
            </a:r>
            <a:endParaRPr lang="es-ES" sz="1600" b="0" u="none" strike="noStrike">
              <a:solidFill>
                <a:srgbClr val="FFFFFF"/>
              </a:solidFill>
              <a:effectLst/>
              <a:uFillTx/>
              <a:latin typeface="Arial"/>
            </a:endParaRPr>
          </a:p>
        </p:txBody>
      </p:sp>
      <p:sp>
        <p:nvSpPr>
          <p:cNvPr id="115" name="Google Shape;149;g9c522aaa2e_0_10"/>
          <p:cNvSpPr/>
          <p:nvPr/>
        </p:nvSpPr>
        <p:spPr>
          <a:xfrm>
            <a:off x="2310480" y="5629320"/>
            <a:ext cx="1222560" cy="30708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GB" sz="1300" b="1" u="none" strike="noStrike">
                <a:solidFill>
                  <a:srgbClr val="FFFFFF"/>
                </a:solidFill>
                <a:effectLst/>
                <a:uFillTx/>
                <a:latin typeface="Calibri"/>
                <a:ea typeface="Calibri"/>
              </a:rPr>
              <a:t>% ACIERTOS</a:t>
            </a:r>
            <a:endParaRPr lang="es-ES" sz="1300" b="0" u="none" strike="noStrike">
              <a:solidFill>
                <a:srgbClr val="FFFFFF"/>
              </a:solidFill>
              <a:effectLst/>
              <a:uFillTx/>
              <a:latin typeface="Arial"/>
            </a:endParaRPr>
          </a:p>
        </p:txBody>
      </p:sp>
      <p:sp>
        <p:nvSpPr>
          <p:cNvPr id="116" name="Google Shape;150;g9c522aaa2e_0_10"/>
          <p:cNvSpPr/>
          <p:nvPr/>
        </p:nvSpPr>
        <p:spPr>
          <a:xfrm>
            <a:off x="3535560" y="5595840"/>
            <a:ext cx="600480" cy="36864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GB" sz="1600" b="1" u="none" strike="noStrike">
                <a:solidFill>
                  <a:schemeClr val="lt1"/>
                </a:solidFill>
                <a:effectLst/>
                <a:uFillTx/>
                <a:latin typeface="Calibri"/>
                <a:ea typeface="Calibri"/>
              </a:rPr>
              <a:t>40%</a:t>
            </a:r>
            <a:endParaRPr lang="es-ES" sz="1600" b="0" u="none" strike="noStrike">
              <a:solidFill>
                <a:srgbClr val="FFFFFF"/>
              </a:solidFill>
              <a:effectLst/>
              <a:uFillTx/>
              <a:latin typeface="Arial"/>
            </a:endParaRPr>
          </a:p>
        </p:txBody>
      </p:sp>
      <p:sp>
        <p:nvSpPr>
          <p:cNvPr id="117" name="Google Shape;151;g9c522aaa2e_0_10"/>
          <p:cNvSpPr/>
          <p:nvPr/>
        </p:nvSpPr>
        <p:spPr>
          <a:xfrm>
            <a:off x="4176000" y="5595840"/>
            <a:ext cx="600480" cy="36864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GB" sz="1600" b="1" u="none" strike="noStrike">
                <a:solidFill>
                  <a:schemeClr val="lt1"/>
                </a:solidFill>
                <a:effectLst/>
                <a:uFillTx/>
                <a:latin typeface="Calibri"/>
                <a:ea typeface="Calibri"/>
              </a:rPr>
              <a:t>40%</a:t>
            </a:r>
            <a:endParaRPr lang="es-ES" sz="1600" b="0" u="none" strike="noStrike">
              <a:solidFill>
                <a:srgbClr val="FFFFFF"/>
              </a:solidFill>
              <a:effectLst/>
              <a:uFillTx/>
              <a:latin typeface="Arial"/>
            </a:endParaRPr>
          </a:p>
        </p:txBody>
      </p:sp>
      <p:sp>
        <p:nvSpPr>
          <p:cNvPr id="118" name="Google Shape;152;g9c522aaa2e_0_10"/>
          <p:cNvSpPr/>
          <p:nvPr/>
        </p:nvSpPr>
        <p:spPr>
          <a:xfrm>
            <a:off x="4890240" y="5595840"/>
            <a:ext cx="600480" cy="36864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GB" sz="1600" b="1" u="none" strike="noStrike">
                <a:solidFill>
                  <a:schemeClr val="lt1"/>
                </a:solidFill>
                <a:effectLst/>
                <a:uFillTx/>
                <a:latin typeface="Calibri"/>
                <a:ea typeface="Calibri"/>
              </a:rPr>
              <a:t>60%</a:t>
            </a:r>
            <a:endParaRPr lang="es-ES" sz="1600" b="0" u="none" strike="noStrike">
              <a:solidFill>
                <a:srgbClr val="FFFFFF"/>
              </a:solidFill>
              <a:effectLst/>
              <a:uFillTx/>
              <a:latin typeface="Arial"/>
            </a:endParaRPr>
          </a:p>
        </p:txBody>
      </p:sp>
      <p:sp>
        <p:nvSpPr>
          <p:cNvPr id="119" name="Google Shape;153;g9c522aaa2e_0_10"/>
          <p:cNvSpPr/>
          <p:nvPr/>
        </p:nvSpPr>
        <p:spPr>
          <a:xfrm>
            <a:off x="5631120" y="5595840"/>
            <a:ext cx="600480" cy="36864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GB" sz="1600" b="1" u="none" strike="noStrike">
                <a:solidFill>
                  <a:schemeClr val="lt1"/>
                </a:solidFill>
                <a:effectLst/>
                <a:uFillTx/>
                <a:latin typeface="Calibri"/>
                <a:ea typeface="Calibri"/>
              </a:rPr>
              <a:t>40%</a:t>
            </a:r>
            <a:endParaRPr lang="es-ES" sz="1600" b="0" u="none" strike="noStrike">
              <a:solidFill>
                <a:srgbClr val="FFFFFF"/>
              </a:solidFill>
              <a:effectLst/>
              <a:uFillTx/>
              <a:latin typeface="Arial"/>
            </a:endParaRPr>
          </a:p>
        </p:txBody>
      </p:sp>
      <p:sp>
        <p:nvSpPr>
          <p:cNvPr id="120" name="Google Shape;154;g9c522aaa2e_0_10"/>
          <p:cNvSpPr/>
          <p:nvPr/>
        </p:nvSpPr>
        <p:spPr>
          <a:xfrm>
            <a:off x="6341400" y="5595840"/>
            <a:ext cx="600480" cy="36864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GB" sz="1600" b="1" u="none" strike="noStrike">
                <a:solidFill>
                  <a:schemeClr val="lt1"/>
                </a:solidFill>
                <a:effectLst/>
                <a:uFillTx/>
                <a:latin typeface="Calibri"/>
                <a:ea typeface="Calibri"/>
              </a:rPr>
              <a:t>60%</a:t>
            </a:r>
            <a:endParaRPr lang="es-ES" sz="1600" b="0" u="none" strike="noStrike">
              <a:solidFill>
                <a:srgbClr val="FFFFFF"/>
              </a:solidFill>
              <a:effectLst/>
              <a:uFillTx/>
              <a:latin typeface="Arial"/>
            </a:endParaRPr>
          </a:p>
        </p:txBody>
      </p:sp>
      <p:sp>
        <p:nvSpPr>
          <p:cNvPr id="121" name="Google Shape;155;g9c522aaa2e_0_10"/>
          <p:cNvSpPr/>
          <p:nvPr/>
        </p:nvSpPr>
        <p:spPr>
          <a:xfrm>
            <a:off x="7085880" y="5583240"/>
            <a:ext cx="600480" cy="36864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GB" sz="1600" b="1" u="none" strike="noStrike">
                <a:solidFill>
                  <a:schemeClr val="lt1"/>
                </a:solidFill>
                <a:effectLst/>
                <a:uFillTx/>
                <a:latin typeface="Calibri"/>
                <a:ea typeface="Calibri"/>
              </a:rPr>
              <a:t>60%</a:t>
            </a:r>
            <a:endParaRPr lang="es-ES" sz="1600" b="0" u="none" strike="noStrike">
              <a:solidFill>
                <a:srgbClr val="FFFFFF"/>
              </a:solidFill>
              <a:effectLst/>
              <a:uFillTx/>
              <a:latin typeface="Arial"/>
            </a:endParaRPr>
          </a:p>
        </p:txBody>
      </p:sp>
      <p:sp>
        <p:nvSpPr>
          <p:cNvPr id="122" name="Google Shape;156;g9c522aaa2e_0_10"/>
          <p:cNvSpPr/>
          <p:nvPr/>
        </p:nvSpPr>
        <p:spPr>
          <a:xfrm>
            <a:off x="7762320" y="5595840"/>
            <a:ext cx="600480" cy="36864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GB" sz="1600" b="1" u="none" strike="noStrike">
                <a:solidFill>
                  <a:schemeClr val="lt1"/>
                </a:solidFill>
                <a:effectLst/>
                <a:uFillTx/>
                <a:latin typeface="Calibri"/>
                <a:ea typeface="Calibri"/>
              </a:rPr>
              <a:t>40%</a:t>
            </a:r>
            <a:endParaRPr lang="es-ES" sz="1600" b="0" u="none" strike="noStrike">
              <a:solidFill>
                <a:srgbClr val="FFFFFF"/>
              </a:solidFill>
              <a:effectLst/>
              <a:uFillTx/>
              <a:latin typeface="Arial"/>
            </a:endParaRPr>
          </a:p>
        </p:txBody>
      </p:sp>
      <p:sp>
        <p:nvSpPr>
          <p:cNvPr id="123" name="Google Shape;157;g9c522aaa2e_0_10"/>
          <p:cNvSpPr/>
          <p:nvPr/>
        </p:nvSpPr>
        <p:spPr>
          <a:xfrm>
            <a:off x="8392680" y="2931840"/>
            <a:ext cx="972360" cy="30708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GB" sz="1300" b="1" u="none" strike="noStrike">
                <a:solidFill>
                  <a:srgbClr val="FFFFFF"/>
                </a:solidFill>
                <a:effectLst/>
                <a:uFillTx/>
                <a:latin typeface="Calibri"/>
                <a:ea typeface="Calibri"/>
              </a:rPr>
              <a:t>VOTACIÓN</a:t>
            </a:r>
            <a:endParaRPr lang="es-ES" sz="1300" b="0" u="none" strike="noStrike">
              <a:solidFill>
                <a:srgbClr val="FFFFFF"/>
              </a:solidFill>
              <a:effectLst/>
              <a:uFillTx/>
              <a:latin typeface="Arial"/>
            </a:endParaRPr>
          </a:p>
        </p:txBody>
      </p:sp>
      <p:sp>
        <p:nvSpPr>
          <p:cNvPr id="124" name="Google Shape;158;g9c522aaa2e_0_10"/>
          <p:cNvSpPr/>
          <p:nvPr/>
        </p:nvSpPr>
        <p:spPr>
          <a:xfrm>
            <a:off x="8616960" y="3384000"/>
            <a:ext cx="378360" cy="36864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GB" sz="1600" b="1" u="none" strike="noStrike">
                <a:solidFill>
                  <a:srgbClr val="93C47D"/>
                </a:solidFill>
                <a:effectLst/>
                <a:uFillTx/>
                <a:latin typeface="Calibri"/>
                <a:ea typeface="Calibri"/>
              </a:rPr>
              <a:t>1</a:t>
            </a:r>
            <a:endParaRPr lang="es-ES" sz="1600" b="0" u="none" strike="noStrike">
              <a:solidFill>
                <a:srgbClr val="FFFFFF"/>
              </a:solidFill>
              <a:effectLst/>
              <a:uFillTx/>
              <a:latin typeface="Arial"/>
            </a:endParaRPr>
          </a:p>
        </p:txBody>
      </p:sp>
      <p:sp>
        <p:nvSpPr>
          <p:cNvPr id="125" name="Google Shape;159;g9c522aaa2e_0_10"/>
          <p:cNvSpPr/>
          <p:nvPr/>
        </p:nvSpPr>
        <p:spPr>
          <a:xfrm>
            <a:off x="8616960" y="3796920"/>
            <a:ext cx="378360" cy="36864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GB" sz="1600" b="1" u="none" strike="noStrike">
                <a:solidFill>
                  <a:srgbClr val="93C47D"/>
                </a:solidFill>
                <a:effectLst/>
                <a:uFillTx/>
                <a:latin typeface="Calibri"/>
                <a:ea typeface="Calibri"/>
              </a:rPr>
              <a:t>1</a:t>
            </a:r>
            <a:endParaRPr lang="es-ES" sz="1600" b="0" u="none" strike="noStrike">
              <a:solidFill>
                <a:srgbClr val="FFFFFF"/>
              </a:solidFill>
              <a:effectLst/>
              <a:uFillTx/>
              <a:latin typeface="Arial"/>
            </a:endParaRPr>
          </a:p>
        </p:txBody>
      </p:sp>
      <p:sp>
        <p:nvSpPr>
          <p:cNvPr id="126" name="Google Shape;160;g9c522aaa2e_0_10"/>
          <p:cNvSpPr/>
          <p:nvPr/>
        </p:nvSpPr>
        <p:spPr>
          <a:xfrm>
            <a:off x="8646480" y="4683600"/>
            <a:ext cx="378360" cy="36864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GB" sz="1600" b="1" u="none" strike="noStrike">
                <a:solidFill>
                  <a:srgbClr val="93C47D"/>
                </a:solidFill>
                <a:effectLst/>
                <a:uFillTx/>
                <a:latin typeface="Calibri"/>
                <a:ea typeface="Calibri"/>
              </a:rPr>
              <a:t>1</a:t>
            </a:r>
            <a:endParaRPr lang="es-ES" sz="1600" b="0" u="none" strike="noStrike">
              <a:solidFill>
                <a:srgbClr val="FFFFFF"/>
              </a:solidFill>
              <a:effectLst/>
              <a:uFillTx/>
              <a:latin typeface="Arial"/>
            </a:endParaRPr>
          </a:p>
        </p:txBody>
      </p:sp>
      <p:sp>
        <p:nvSpPr>
          <p:cNvPr id="127" name="Google Shape;161;g9c522aaa2e_0_10"/>
          <p:cNvSpPr/>
          <p:nvPr/>
        </p:nvSpPr>
        <p:spPr>
          <a:xfrm>
            <a:off x="8646480" y="5137920"/>
            <a:ext cx="378360" cy="36864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GB" sz="1600" b="1" u="none" strike="noStrike">
                <a:solidFill>
                  <a:srgbClr val="93C47D"/>
                </a:solidFill>
                <a:effectLst/>
                <a:uFillTx/>
                <a:latin typeface="Calibri"/>
                <a:ea typeface="Calibri"/>
              </a:rPr>
              <a:t>1</a:t>
            </a:r>
            <a:endParaRPr lang="es-ES" sz="1600" b="0" u="none" strike="noStrike">
              <a:solidFill>
                <a:srgbClr val="FFFFFF"/>
              </a:solidFill>
              <a:effectLst/>
              <a:uFillTx/>
              <a:latin typeface="Arial"/>
            </a:endParaRPr>
          </a:p>
        </p:txBody>
      </p:sp>
      <p:sp>
        <p:nvSpPr>
          <p:cNvPr id="128" name="Google Shape;162;g9c522aaa2e_0_10"/>
          <p:cNvSpPr/>
          <p:nvPr/>
        </p:nvSpPr>
        <p:spPr>
          <a:xfrm>
            <a:off x="8622720" y="4238280"/>
            <a:ext cx="378360" cy="36864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GB" sz="1600" b="1" u="none" strike="noStrike">
                <a:solidFill>
                  <a:srgbClr val="CC4125"/>
                </a:solidFill>
                <a:effectLst/>
                <a:uFillTx/>
                <a:latin typeface="Calibri"/>
                <a:ea typeface="Calibri"/>
              </a:rPr>
              <a:t>0</a:t>
            </a:r>
            <a:endParaRPr lang="es-ES" sz="1600" b="0" u="none" strike="noStrike">
              <a:solidFill>
                <a:srgbClr val="FFFFFF"/>
              </a:solidFill>
              <a:effectLst/>
              <a:uFillTx/>
              <a:latin typeface="Arial"/>
            </a:endParaRPr>
          </a:p>
        </p:txBody>
      </p:sp>
      <p:sp>
        <p:nvSpPr>
          <p:cNvPr id="129" name="Google Shape;163;g9c522aaa2e_0_10"/>
          <p:cNvSpPr/>
          <p:nvPr/>
        </p:nvSpPr>
        <p:spPr>
          <a:xfrm>
            <a:off x="8439120" y="5583240"/>
            <a:ext cx="798840" cy="36864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tabLst>
                <a:tab pos="0" algn="l"/>
              </a:tabLst>
            </a:pPr>
            <a:r>
              <a:rPr lang="en-GB" sz="1900" b="1" u="none" strike="noStrike">
                <a:solidFill>
                  <a:srgbClr val="FFFF00"/>
                </a:solidFill>
                <a:effectLst/>
                <a:uFillTx/>
                <a:latin typeface="Calibri"/>
                <a:ea typeface="Calibri"/>
              </a:rPr>
              <a:t>80%</a:t>
            </a:r>
            <a:endParaRPr lang="es-ES" sz="1900" b="0" u="none" strike="noStrike">
              <a:solidFill>
                <a:srgbClr val="FFFFFF"/>
              </a:solidFill>
              <a:effectLst/>
              <a:uFillTx/>
              <a:latin typeface="Arial"/>
            </a:endParaRPr>
          </a:p>
        </p:txBody>
      </p:sp>
      <p:sp>
        <p:nvSpPr>
          <p:cNvPr id="130" name="Google Shape;164;g9c522aaa2e_0_10"/>
          <p:cNvSpPr/>
          <p:nvPr/>
        </p:nvSpPr>
        <p:spPr>
          <a:xfrm>
            <a:off x="684360" y="1653480"/>
            <a:ext cx="10306800" cy="875160"/>
          </a:xfrm>
          <a:prstGeom prst="rect">
            <a:avLst/>
          </a:prstGeom>
          <a:noFill/>
          <a:ln w="0">
            <a:noFill/>
          </a:ln>
        </p:spPr>
        <p:style>
          <a:lnRef idx="0"/>
          <a:fillRef idx="0"/>
          <a:effectRef idx="0"/>
          <a:fontRef idx="minor"/>
        </p:style>
        <p:txBody>
          <a:bodyPr lIns="90000" tIns="91440" rIns="90000" bIns="91440" anchor="t">
            <a:noAutofit/>
          </a:bodyPr>
          <a:p>
            <a:pPr>
              <a:lnSpc>
                <a:spcPct val="100000"/>
              </a:lnSpc>
              <a:tabLst>
                <a:tab pos="0" algn="l"/>
              </a:tabLst>
            </a:pPr>
            <a:r>
              <a:rPr lang="en-GB" sz="1700" b="0" u="none" strike="noStrike">
                <a:solidFill>
                  <a:schemeClr val="lt1"/>
                </a:solidFill>
                <a:effectLst/>
                <a:uFillTx/>
                <a:latin typeface="Calibri"/>
                <a:ea typeface="Calibri"/>
              </a:rPr>
              <a:t>En un concurso de la tele tenemos varios participantes. Se trata de acertar preguntas. Cuantas más aciertes, más dinero ganas. Veamos cómo lo hacen los participantes:</a:t>
            </a:r>
            <a:endParaRPr lang="es-ES" sz="1700" b="0" u="none" strike="noStrike">
              <a:solidFill>
                <a:srgbClr val="FFFFFF"/>
              </a:solidFill>
              <a:effectLst/>
              <a:uFillTx/>
              <a:latin typeface="Arial"/>
            </a:endParaRPr>
          </a:p>
        </p:txBody>
      </p:sp>
      <p:sp>
        <p:nvSpPr>
          <p:cNvPr id="131" name="Google Shape;165;g9c522aaa2e_0_10"/>
          <p:cNvSpPr/>
          <p:nvPr/>
        </p:nvSpPr>
        <p:spPr>
          <a:xfrm>
            <a:off x="684360" y="6090120"/>
            <a:ext cx="10306800" cy="675720"/>
          </a:xfrm>
          <a:prstGeom prst="rect">
            <a:avLst/>
          </a:prstGeom>
          <a:noFill/>
          <a:ln w="0">
            <a:noFill/>
          </a:ln>
        </p:spPr>
        <p:style>
          <a:lnRef idx="0"/>
          <a:fillRef idx="0"/>
          <a:effectRef idx="0"/>
          <a:fontRef idx="minor"/>
        </p:style>
        <p:txBody>
          <a:bodyPr lIns="90000" tIns="91440" rIns="90000" bIns="91440" anchor="t">
            <a:noAutofit/>
          </a:bodyPr>
          <a:p>
            <a:pPr algn="ctr">
              <a:lnSpc>
                <a:spcPct val="100000"/>
              </a:lnSpc>
              <a:tabLst>
                <a:tab pos="0" algn="l"/>
              </a:tabLst>
            </a:pPr>
            <a:r>
              <a:rPr lang="en-GB" sz="1400" b="0" u="none" strike="noStrike">
                <a:solidFill>
                  <a:schemeClr val="lt1"/>
                </a:solidFill>
                <a:effectLst/>
                <a:uFillTx/>
                <a:latin typeface="Calibri"/>
                <a:ea typeface="Calibri"/>
              </a:rPr>
              <a:t>¿Resultado? 7 concursantes trabajan mejor en equipo que de manera individual.</a:t>
            </a:r>
            <a:endParaRPr lang="es-ES" sz="1400" b="0" u="none" strike="noStrike">
              <a:solidFill>
                <a:srgbClr val="FFFFFF"/>
              </a:solidFill>
              <a:effectLst/>
              <a:uFillTx/>
              <a:latin typeface="Arial"/>
            </a:endParaRPr>
          </a:p>
          <a:p>
            <a:pPr algn="ctr">
              <a:lnSpc>
                <a:spcPct val="100000"/>
              </a:lnSpc>
              <a:tabLst>
                <a:tab pos="0" algn="l"/>
              </a:tabLst>
            </a:pPr>
            <a:r>
              <a:rPr lang="en-GB" sz="1400" b="0" u="none" strike="noStrike">
                <a:solidFill>
                  <a:schemeClr val="lt1"/>
                </a:solidFill>
                <a:effectLst/>
                <a:uFillTx/>
                <a:latin typeface="Calibri"/>
                <a:ea typeface="Calibri"/>
              </a:rPr>
              <a:t>Este mismo comportamiento lo podemos extrapolar a los ensemblings</a:t>
            </a:r>
            <a:endParaRPr lang="es-E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fade">
                                      <p:cBhvr additive="repl">
                                        <p:cTn id="7" dur="1000"/>
                                        <p:tgtEl>
                                          <p:spTgt spid="66"/>
                                        </p:tgtEl>
                                      </p:cBhvr>
                                    </p:animEffect>
                                  </p:childTnLst>
                                </p:cTn>
                              </p:par>
                              <p:par>
                                <p:cTn id="8" presetID="10" presetClass="entr" fill="hold" nodeType="withEffect">
                                  <p:stCondLst>
                                    <p:cond delay="0"/>
                                  </p:stCondLst>
                                  <p:childTnLst>
                                    <p:set>
                                      <p:cBhvr>
                                        <p:cTn id="9" dur="1" fill="hold">
                                          <p:stCondLst>
                                            <p:cond delay="0"/>
                                          </p:stCondLst>
                                        </p:cTn>
                                        <p:tgtEl>
                                          <p:spTgt spid="67"/>
                                        </p:tgtEl>
                                        <p:attrNameLst>
                                          <p:attrName>style.visibility</p:attrName>
                                        </p:attrNameLst>
                                      </p:cBhvr>
                                      <p:to>
                                        <p:strVal val="visible"/>
                                      </p:to>
                                    </p:set>
                                    <p:animEffect transition="in" filter="fade">
                                      <p:cBhvr additive="repl">
                                        <p:cTn id="10" dur="1000"/>
                                        <p:tgtEl>
                                          <p:spTgt spid="67"/>
                                        </p:tgtEl>
                                      </p:cBhvr>
                                    </p:animEffect>
                                  </p:childTnLst>
                                </p:cTn>
                              </p:par>
                              <p:par>
                                <p:cTn id="11" presetID="10" presetClass="entr" fill="hold" nodeType="withEffect">
                                  <p:stCondLst>
                                    <p:cond delay="0"/>
                                  </p:stCondLst>
                                  <p:childTnLst>
                                    <p:set>
                                      <p:cBhvr>
                                        <p:cTn id="12" dur="1" fill="hold">
                                          <p:stCondLst>
                                            <p:cond delay="0"/>
                                          </p:stCondLst>
                                        </p:cTn>
                                        <p:tgtEl>
                                          <p:spTgt spid="69"/>
                                        </p:tgtEl>
                                        <p:attrNameLst>
                                          <p:attrName>style.visibility</p:attrName>
                                        </p:attrNameLst>
                                      </p:cBhvr>
                                      <p:to>
                                        <p:strVal val="visible"/>
                                      </p:to>
                                    </p:set>
                                    <p:animEffect transition="in" filter="fade">
                                      <p:cBhvr additive="repl">
                                        <p:cTn id="13" dur="1000"/>
                                        <p:tgtEl>
                                          <p:spTgt spid="69"/>
                                        </p:tgtEl>
                                      </p:cBhvr>
                                    </p:animEffect>
                                  </p:childTnLst>
                                </p:cTn>
                              </p:par>
                              <p:par>
                                <p:cTn id="14" presetID="10" presetClass="entr" fill="hold" nodeType="withEffect">
                                  <p:stCondLst>
                                    <p:cond delay="0"/>
                                  </p:stCondLst>
                                  <p:childTnLst>
                                    <p:set>
                                      <p:cBhvr>
                                        <p:cTn id="15" dur="1" fill="hold">
                                          <p:stCondLst>
                                            <p:cond delay="0"/>
                                          </p:stCondLst>
                                        </p:cTn>
                                        <p:tgtEl>
                                          <p:spTgt spid="70"/>
                                        </p:tgtEl>
                                        <p:attrNameLst>
                                          <p:attrName>style.visibility</p:attrName>
                                        </p:attrNameLst>
                                      </p:cBhvr>
                                      <p:to>
                                        <p:strVal val="visible"/>
                                      </p:to>
                                    </p:set>
                                    <p:animEffect transition="in" filter="fade">
                                      <p:cBhvr additive="repl">
                                        <p:cTn id="16" dur="1000"/>
                                        <p:tgtEl>
                                          <p:spTgt spid="70"/>
                                        </p:tgtEl>
                                      </p:cBhvr>
                                    </p:animEffect>
                                  </p:childTnLst>
                                </p:cTn>
                              </p:par>
                              <p:par>
                                <p:cTn id="17" presetID="10" presetClass="entr" fill="hold" nodeType="withEffect">
                                  <p:stCondLst>
                                    <p:cond delay="0"/>
                                  </p:stCondLst>
                                  <p:childTnLst>
                                    <p:set>
                                      <p:cBhvr>
                                        <p:cTn id="18" dur="1" fill="hold">
                                          <p:stCondLst>
                                            <p:cond delay="0"/>
                                          </p:stCondLst>
                                        </p:cTn>
                                        <p:tgtEl>
                                          <p:spTgt spid="71"/>
                                        </p:tgtEl>
                                        <p:attrNameLst>
                                          <p:attrName>style.visibility</p:attrName>
                                        </p:attrNameLst>
                                      </p:cBhvr>
                                      <p:to>
                                        <p:strVal val="visible"/>
                                      </p:to>
                                    </p:set>
                                    <p:animEffect transition="in" filter="fade">
                                      <p:cBhvr additive="repl">
                                        <p:cTn id="19" dur="1000"/>
                                        <p:tgtEl>
                                          <p:spTgt spid="71"/>
                                        </p:tgtEl>
                                      </p:cBhvr>
                                    </p:animEffect>
                                  </p:childTnLst>
                                </p:cTn>
                              </p:par>
                              <p:par>
                                <p:cTn id="20" presetID="10" presetClass="entr" fill="hold" nodeType="withEffect">
                                  <p:stCondLst>
                                    <p:cond delay="0"/>
                                  </p:stCondLst>
                                  <p:childTnLst>
                                    <p:set>
                                      <p:cBhvr>
                                        <p:cTn id="21" dur="1" fill="hold">
                                          <p:stCondLst>
                                            <p:cond delay="0"/>
                                          </p:stCondLst>
                                        </p:cTn>
                                        <p:tgtEl>
                                          <p:spTgt spid="72"/>
                                        </p:tgtEl>
                                        <p:attrNameLst>
                                          <p:attrName>style.visibility</p:attrName>
                                        </p:attrNameLst>
                                      </p:cBhvr>
                                      <p:to>
                                        <p:strVal val="visible"/>
                                      </p:to>
                                    </p:set>
                                    <p:animEffect transition="in" filter="fade">
                                      <p:cBhvr additive="repl">
                                        <p:cTn id="22" dur="1000"/>
                                        <p:tgtEl>
                                          <p:spTgt spid="72"/>
                                        </p:tgtEl>
                                      </p:cBhvr>
                                    </p:animEffect>
                                  </p:childTnLst>
                                </p:cTn>
                              </p:par>
                              <p:par>
                                <p:cTn id="23" presetID="10" presetClass="entr" fill="hold" nodeType="withEffect">
                                  <p:stCondLst>
                                    <p:cond delay="0"/>
                                  </p:stCondLst>
                                  <p:childTnLst>
                                    <p:set>
                                      <p:cBhvr>
                                        <p:cTn id="24" dur="1" fill="hold">
                                          <p:stCondLst>
                                            <p:cond delay="0"/>
                                          </p:stCondLst>
                                        </p:cTn>
                                        <p:tgtEl>
                                          <p:spTgt spid="74"/>
                                        </p:tgtEl>
                                        <p:attrNameLst>
                                          <p:attrName>style.visibility</p:attrName>
                                        </p:attrNameLst>
                                      </p:cBhvr>
                                      <p:to>
                                        <p:strVal val="visible"/>
                                      </p:to>
                                    </p:set>
                                    <p:animEffect transition="in" filter="fade">
                                      <p:cBhvr additive="repl">
                                        <p:cTn id="25" dur="1000"/>
                                        <p:tgtEl>
                                          <p:spTgt spid="74"/>
                                        </p:tgtEl>
                                      </p:cBhvr>
                                    </p:animEffect>
                                  </p:childTnLst>
                                </p:cTn>
                              </p:par>
                              <p:par>
                                <p:cTn id="26" presetID="10" presetClass="entr" fill="hold" nodeType="withEffect">
                                  <p:stCondLst>
                                    <p:cond delay="0"/>
                                  </p:stCondLst>
                                  <p:childTnLst>
                                    <p:set>
                                      <p:cBhvr>
                                        <p:cTn id="27" dur="1" fill="hold">
                                          <p:stCondLst>
                                            <p:cond delay="0"/>
                                          </p:stCondLst>
                                        </p:cTn>
                                        <p:tgtEl>
                                          <p:spTgt spid="75"/>
                                        </p:tgtEl>
                                        <p:attrNameLst>
                                          <p:attrName>style.visibility</p:attrName>
                                        </p:attrNameLst>
                                      </p:cBhvr>
                                      <p:to>
                                        <p:strVal val="visible"/>
                                      </p:to>
                                    </p:set>
                                    <p:animEffect transition="in" filter="fade">
                                      <p:cBhvr additive="repl">
                                        <p:cTn id="28" dur="1000"/>
                                        <p:tgtEl>
                                          <p:spTgt spid="75"/>
                                        </p:tgtEl>
                                      </p:cBhvr>
                                    </p:animEffect>
                                  </p:childTnLst>
                                </p:cTn>
                              </p:par>
                              <p:par>
                                <p:cTn id="29" presetID="10" presetClass="entr" fill="hold" nodeType="withEffect">
                                  <p:stCondLst>
                                    <p:cond delay="0"/>
                                  </p:stCondLst>
                                  <p:childTnLst>
                                    <p:set>
                                      <p:cBhvr>
                                        <p:cTn id="30" dur="1" fill="hold">
                                          <p:stCondLst>
                                            <p:cond delay="0"/>
                                          </p:stCondLst>
                                        </p:cTn>
                                        <p:tgtEl>
                                          <p:spTgt spid="76"/>
                                        </p:tgtEl>
                                        <p:attrNameLst>
                                          <p:attrName>style.visibility</p:attrName>
                                        </p:attrNameLst>
                                      </p:cBhvr>
                                      <p:to>
                                        <p:strVal val="visible"/>
                                      </p:to>
                                    </p:set>
                                    <p:animEffect transition="in" filter="fade">
                                      <p:cBhvr additive="repl">
                                        <p:cTn id="31" dur="1000"/>
                                        <p:tgtEl>
                                          <p:spTgt spid="76"/>
                                        </p:tgtEl>
                                      </p:cBhvr>
                                    </p:animEffect>
                                  </p:childTnLst>
                                </p:cTn>
                              </p:par>
                              <p:par>
                                <p:cTn id="32" presetID="10" presetClass="entr" fill="hold" nodeType="withEffect">
                                  <p:stCondLst>
                                    <p:cond delay="0"/>
                                  </p:stCondLst>
                                  <p:childTnLst>
                                    <p:set>
                                      <p:cBhvr>
                                        <p:cTn id="33" dur="1" fill="hold">
                                          <p:stCondLst>
                                            <p:cond delay="0"/>
                                          </p:stCondLst>
                                        </p:cTn>
                                        <p:tgtEl>
                                          <p:spTgt spid="79"/>
                                        </p:tgtEl>
                                        <p:attrNameLst>
                                          <p:attrName>style.visibility</p:attrName>
                                        </p:attrNameLst>
                                      </p:cBhvr>
                                      <p:to>
                                        <p:strVal val="visible"/>
                                      </p:to>
                                    </p:set>
                                    <p:animEffect transition="in" filter="fade">
                                      <p:cBhvr additive="repl">
                                        <p:cTn id="34" dur="1000"/>
                                        <p:tgtEl>
                                          <p:spTgt spid="79"/>
                                        </p:tgtEl>
                                      </p:cBhvr>
                                    </p:animEffect>
                                  </p:childTnLst>
                                </p:cTn>
                              </p:par>
                              <p:par>
                                <p:cTn id="35" presetID="10" presetClass="entr" fill="hold" nodeType="withEffect">
                                  <p:stCondLst>
                                    <p:cond delay="0"/>
                                  </p:stCondLst>
                                  <p:childTnLst>
                                    <p:set>
                                      <p:cBhvr>
                                        <p:cTn id="36" dur="1" fill="hold">
                                          <p:stCondLst>
                                            <p:cond delay="0"/>
                                          </p:stCondLst>
                                        </p:cTn>
                                        <p:tgtEl>
                                          <p:spTgt spid="78"/>
                                        </p:tgtEl>
                                        <p:attrNameLst>
                                          <p:attrName>style.visibility</p:attrName>
                                        </p:attrNameLst>
                                      </p:cBhvr>
                                      <p:to>
                                        <p:strVal val="visible"/>
                                      </p:to>
                                    </p:set>
                                    <p:animEffect transition="in" filter="fade">
                                      <p:cBhvr additive="repl">
                                        <p:cTn id="37" dur="1000"/>
                                        <p:tgtEl>
                                          <p:spTgt spid="7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fill="hold" nodeType="clickEffect">
                                  <p:stCondLst>
                                    <p:cond delay="0"/>
                                  </p:stCondLst>
                                  <p:childTnLst>
                                    <p:set>
                                      <p:cBhvr>
                                        <p:cTn id="41" dur="1" fill="hold">
                                          <p:stCondLst>
                                            <p:cond delay="0"/>
                                          </p:stCondLst>
                                        </p:cTn>
                                        <p:tgtEl>
                                          <p:spTgt spid="62"/>
                                        </p:tgtEl>
                                        <p:attrNameLst>
                                          <p:attrName>style.visibility</p:attrName>
                                        </p:attrNameLst>
                                      </p:cBhvr>
                                      <p:to>
                                        <p:strVal val="visible"/>
                                      </p:to>
                                    </p:set>
                                    <p:animEffect transition="in" filter="fade">
                                      <p:cBhvr additive="repl">
                                        <p:cTn id="42" dur="1000"/>
                                        <p:tgtEl>
                                          <p:spTgt spid="6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fill="hold" nodeType="clickEffect">
                                  <p:stCondLst>
                                    <p:cond delay="0"/>
                                  </p:stCondLst>
                                  <p:childTnLst>
                                    <p:set>
                                      <p:cBhvr>
                                        <p:cTn id="46" dur="1" fill="hold">
                                          <p:stCondLst>
                                            <p:cond delay="0"/>
                                          </p:stCondLst>
                                        </p:cTn>
                                        <p:tgtEl>
                                          <p:spTgt spid="68"/>
                                        </p:tgtEl>
                                        <p:attrNameLst>
                                          <p:attrName>style.visibility</p:attrName>
                                        </p:attrNameLst>
                                      </p:cBhvr>
                                      <p:to>
                                        <p:strVal val="visible"/>
                                      </p:to>
                                    </p:set>
                                    <p:animEffect transition="in" filter="fade">
                                      <p:cBhvr additive="repl">
                                        <p:cTn id="47" dur="1000"/>
                                        <p:tgtEl>
                                          <p:spTgt spid="68"/>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fill="hold" nodeType="clickEffect">
                                  <p:stCondLst>
                                    <p:cond delay="0"/>
                                  </p:stCondLst>
                                  <p:childTnLst>
                                    <p:set>
                                      <p:cBhvr>
                                        <p:cTn id="51" dur="1" fill="hold">
                                          <p:stCondLst>
                                            <p:cond delay="0"/>
                                          </p:stCondLst>
                                        </p:cTn>
                                        <p:tgtEl>
                                          <p:spTgt spid="87"/>
                                        </p:tgtEl>
                                        <p:attrNameLst>
                                          <p:attrName>style.visibility</p:attrName>
                                        </p:attrNameLst>
                                      </p:cBhvr>
                                      <p:to>
                                        <p:strVal val="visible"/>
                                      </p:to>
                                    </p:set>
                                    <p:animEffect transition="in" filter="fade">
                                      <p:cBhvr additive="repl">
                                        <p:cTn id="52" dur="1000"/>
                                        <p:tgtEl>
                                          <p:spTgt spid="87"/>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fill="hold" nodeType="clickEffect">
                                  <p:stCondLst>
                                    <p:cond delay="0"/>
                                  </p:stCondLst>
                                  <p:childTnLst>
                                    <p:set>
                                      <p:cBhvr>
                                        <p:cTn id="56" dur="1" fill="hold">
                                          <p:stCondLst>
                                            <p:cond delay="0"/>
                                          </p:stCondLst>
                                        </p:cTn>
                                        <p:tgtEl>
                                          <p:spTgt spid="94"/>
                                        </p:tgtEl>
                                        <p:attrNameLst>
                                          <p:attrName>style.visibility</p:attrName>
                                        </p:attrNameLst>
                                      </p:cBhvr>
                                      <p:to>
                                        <p:strVal val="visible"/>
                                      </p:to>
                                    </p:set>
                                    <p:animEffect transition="in" filter="fade">
                                      <p:cBhvr additive="repl">
                                        <p:cTn id="57" dur="1000"/>
                                        <p:tgtEl>
                                          <p:spTgt spid="94"/>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fill="hold" nodeType="clickEffect">
                                  <p:stCondLst>
                                    <p:cond delay="0"/>
                                  </p:stCondLst>
                                  <p:childTnLst>
                                    <p:set>
                                      <p:cBhvr>
                                        <p:cTn id="61" dur="1" fill="hold">
                                          <p:stCondLst>
                                            <p:cond delay="0"/>
                                          </p:stCondLst>
                                        </p:cTn>
                                        <p:tgtEl>
                                          <p:spTgt spid="101"/>
                                        </p:tgtEl>
                                        <p:attrNameLst>
                                          <p:attrName>style.visibility</p:attrName>
                                        </p:attrNameLst>
                                      </p:cBhvr>
                                      <p:to>
                                        <p:strVal val="visible"/>
                                      </p:to>
                                    </p:set>
                                    <p:animEffect transition="in" filter="fade">
                                      <p:cBhvr additive="repl">
                                        <p:cTn id="62" dur="1000"/>
                                        <p:tgtEl>
                                          <p:spTgt spid="101"/>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fill="hold" nodeType="clickEffect">
                                  <p:stCondLst>
                                    <p:cond delay="0"/>
                                  </p:stCondLst>
                                  <p:childTnLst>
                                    <p:set>
                                      <p:cBhvr>
                                        <p:cTn id="66" dur="1" fill="hold">
                                          <p:stCondLst>
                                            <p:cond delay="0"/>
                                          </p:stCondLst>
                                        </p:cTn>
                                        <p:tgtEl>
                                          <p:spTgt spid="108"/>
                                        </p:tgtEl>
                                        <p:attrNameLst>
                                          <p:attrName>style.visibility</p:attrName>
                                        </p:attrNameLst>
                                      </p:cBhvr>
                                      <p:to>
                                        <p:strVal val="visible"/>
                                      </p:to>
                                    </p:set>
                                    <p:animEffect transition="in" filter="fade">
                                      <p:cBhvr additive="repl">
                                        <p:cTn id="67" dur="1000"/>
                                        <p:tgtEl>
                                          <p:spTgt spid="108"/>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fill="hold" nodeType="clickEffect">
                                  <p:stCondLst>
                                    <p:cond delay="0"/>
                                  </p:stCondLst>
                                  <p:childTnLst>
                                    <p:set>
                                      <p:cBhvr>
                                        <p:cTn id="71" dur="1" fill="hold">
                                          <p:stCondLst>
                                            <p:cond delay="0"/>
                                          </p:stCondLst>
                                        </p:cTn>
                                        <p:tgtEl>
                                          <p:spTgt spid="115"/>
                                        </p:tgtEl>
                                        <p:attrNameLst>
                                          <p:attrName>style.visibility</p:attrName>
                                        </p:attrNameLst>
                                      </p:cBhvr>
                                      <p:to>
                                        <p:strVal val="visible"/>
                                      </p:to>
                                    </p:set>
                                    <p:animEffect transition="in" filter="fade">
                                      <p:cBhvr additive="repl">
                                        <p:cTn id="72" dur="1000"/>
                                        <p:tgtEl>
                                          <p:spTgt spid="115"/>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fill="hold" nodeType="clickEffect">
                                  <p:stCondLst>
                                    <p:cond delay="0"/>
                                  </p:stCondLst>
                                  <p:childTnLst>
                                    <p:set>
                                      <p:cBhvr>
                                        <p:cTn id="76" dur="1" fill="hold">
                                          <p:stCondLst>
                                            <p:cond delay="0"/>
                                          </p:stCondLst>
                                        </p:cTn>
                                        <p:tgtEl>
                                          <p:spTgt spid="116"/>
                                        </p:tgtEl>
                                        <p:attrNameLst>
                                          <p:attrName>style.visibility</p:attrName>
                                        </p:attrNameLst>
                                      </p:cBhvr>
                                      <p:to>
                                        <p:strVal val="visible"/>
                                      </p:to>
                                    </p:set>
                                    <p:animEffect transition="in" filter="fade">
                                      <p:cBhvr additive="repl">
                                        <p:cTn id="77" dur="1000"/>
                                        <p:tgtEl>
                                          <p:spTgt spid="116"/>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fill="hold" nodeType="clickEffect">
                                  <p:stCondLst>
                                    <p:cond delay="0"/>
                                  </p:stCondLst>
                                  <p:childTnLst>
                                    <p:set>
                                      <p:cBhvr>
                                        <p:cTn id="81" dur="1" fill="hold">
                                          <p:stCondLst>
                                            <p:cond delay="0"/>
                                          </p:stCondLst>
                                        </p:cTn>
                                        <p:tgtEl>
                                          <p:spTgt spid="65"/>
                                        </p:tgtEl>
                                        <p:attrNameLst>
                                          <p:attrName>style.visibility</p:attrName>
                                        </p:attrNameLst>
                                      </p:cBhvr>
                                      <p:to>
                                        <p:strVal val="visible"/>
                                      </p:to>
                                    </p:set>
                                    <p:animEffect transition="in" filter="fade">
                                      <p:cBhvr additive="repl">
                                        <p:cTn id="82" dur="1000"/>
                                        <p:tgtEl>
                                          <p:spTgt spid="65"/>
                                        </p:tgtEl>
                                      </p:cBhvr>
                                    </p:animEffect>
                                  </p:childTnLst>
                                </p:cTn>
                              </p:par>
                              <p:par>
                                <p:cTn id="83" presetID="10" presetClass="entr" fill="hold" nodeType="withEffect">
                                  <p:stCondLst>
                                    <p:cond delay="0"/>
                                  </p:stCondLst>
                                  <p:childTnLst>
                                    <p:set>
                                      <p:cBhvr>
                                        <p:cTn id="84" dur="1" fill="hold">
                                          <p:stCondLst>
                                            <p:cond delay="0"/>
                                          </p:stCondLst>
                                        </p:cTn>
                                        <p:tgtEl>
                                          <p:spTgt spid="82"/>
                                        </p:tgtEl>
                                        <p:attrNameLst>
                                          <p:attrName>style.visibility</p:attrName>
                                        </p:attrNameLst>
                                      </p:cBhvr>
                                      <p:to>
                                        <p:strVal val="visible"/>
                                      </p:to>
                                    </p:set>
                                    <p:animEffect transition="in" filter="fade">
                                      <p:cBhvr additive="repl">
                                        <p:cTn id="85" dur="1000"/>
                                        <p:tgtEl>
                                          <p:spTgt spid="82"/>
                                        </p:tgtEl>
                                      </p:cBhvr>
                                    </p:animEffect>
                                  </p:childTnLst>
                                </p:cTn>
                              </p:par>
                              <p:par>
                                <p:cTn id="86" presetID="10" presetClass="entr" fill="hold" nodeType="withEffect">
                                  <p:stCondLst>
                                    <p:cond delay="0"/>
                                  </p:stCondLst>
                                  <p:childTnLst>
                                    <p:set>
                                      <p:cBhvr>
                                        <p:cTn id="87" dur="1" fill="hold">
                                          <p:stCondLst>
                                            <p:cond delay="0"/>
                                          </p:stCondLst>
                                        </p:cTn>
                                        <p:tgtEl>
                                          <p:spTgt spid="88"/>
                                        </p:tgtEl>
                                        <p:attrNameLst>
                                          <p:attrName>style.visibility</p:attrName>
                                        </p:attrNameLst>
                                      </p:cBhvr>
                                      <p:to>
                                        <p:strVal val="visible"/>
                                      </p:to>
                                    </p:set>
                                    <p:animEffect transition="in" filter="fade">
                                      <p:cBhvr additive="repl">
                                        <p:cTn id="88" dur="1000"/>
                                        <p:tgtEl>
                                          <p:spTgt spid="88"/>
                                        </p:tgtEl>
                                      </p:cBhvr>
                                    </p:animEffect>
                                  </p:childTnLst>
                                </p:cTn>
                              </p:par>
                              <p:par>
                                <p:cTn id="89" presetID="10" presetClass="entr" fill="hold" nodeType="withEffect">
                                  <p:stCondLst>
                                    <p:cond delay="0"/>
                                  </p:stCondLst>
                                  <p:childTnLst>
                                    <p:set>
                                      <p:cBhvr>
                                        <p:cTn id="90" dur="1" fill="hold">
                                          <p:stCondLst>
                                            <p:cond delay="0"/>
                                          </p:stCondLst>
                                        </p:cTn>
                                        <p:tgtEl>
                                          <p:spTgt spid="95"/>
                                        </p:tgtEl>
                                        <p:attrNameLst>
                                          <p:attrName>style.visibility</p:attrName>
                                        </p:attrNameLst>
                                      </p:cBhvr>
                                      <p:to>
                                        <p:strVal val="visible"/>
                                      </p:to>
                                    </p:set>
                                    <p:animEffect transition="in" filter="fade">
                                      <p:cBhvr additive="repl">
                                        <p:cTn id="91" dur="1000"/>
                                        <p:tgtEl>
                                          <p:spTgt spid="95"/>
                                        </p:tgtEl>
                                      </p:cBhvr>
                                    </p:animEffect>
                                  </p:childTnLst>
                                </p:cTn>
                              </p:par>
                              <p:par>
                                <p:cTn id="92" presetID="10" presetClass="entr" fill="hold" nodeType="withEffect">
                                  <p:stCondLst>
                                    <p:cond delay="0"/>
                                  </p:stCondLst>
                                  <p:childTnLst>
                                    <p:set>
                                      <p:cBhvr>
                                        <p:cTn id="93" dur="1" fill="hold">
                                          <p:stCondLst>
                                            <p:cond delay="0"/>
                                          </p:stCondLst>
                                        </p:cTn>
                                        <p:tgtEl>
                                          <p:spTgt spid="103"/>
                                        </p:tgtEl>
                                        <p:attrNameLst>
                                          <p:attrName>style.visibility</p:attrName>
                                        </p:attrNameLst>
                                      </p:cBhvr>
                                      <p:to>
                                        <p:strVal val="visible"/>
                                      </p:to>
                                    </p:set>
                                    <p:animEffect transition="in" filter="fade">
                                      <p:cBhvr additive="repl">
                                        <p:cTn id="94" dur="1000"/>
                                        <p:tgtEl>
                                          <p:spTgt spid="103"/>
                                        </p:tgtEl>
                                      </p:cBhvr>
                                    </p:animEffect>
                                  </p:childTnLst>
                                </p:cTn>
                              </p:par>
                              <p:par>
                                <p:cTn id="95" presetID="10" presetClass="entr" fill="hold" nodeType="withEffect">
                                  <p:stCondLst>
                                    <p:cond delay="0"/>
                                  </p:stCondLst>
                                  <p:childTnLst>
                                    <p:set>
                                      <p:cBhvr>
                                        <p:cTn id="96" dur="1" fill="hold">
                                          <p:stCondLst>
                                            <p:cond delay="0"/>
                                          </p:stCondLst>
                                        </p:cTn>
                                        <p:tgtEl>
                                          <p:spTgt spid="114"/>
                                        </p:tgtEl>
                                        <p:attrNameLst>
                                          <p:attrName>style.visibility</p:attrName>
                                        </p:attrNameLst>
                                      </p:cBhvr>
                                      <p:to>
                                        <p:strVal val="visible"/>
                                      </p:to>
                                    </p:set>
                                    <p:animEffect transition="in" filter="fade">
                                      <p:cBhvr additive="repl">
                                        <p:cTn id="97" dur="1000"/>
                                        <p:tgtEl>
                                          <p:spTgt spid="114"/>
                                        </p:tgtEl>
                                      </p:cBhvr>
                                    </p:animEffect>
                                  </p:childTnLst>
                                </p:cTn>
                              </p:par>
                              <p:par>
                                <p:cTn id="98" presetID="10" presetClass="entr" fill="hold" nodeType="withEffect">
                                  <p:stCondLst>
                                    <p:cond delay="0"/>
                                  </p:stCondLst>
                                  <p:childTnLst>
                                    <p:set>
                                      <p:cBhvr>
                                        <p:cTn id="99" dur="1" fill="hold">
                                          <p:stCondLst>
                                            <p:cond delay="0"/>
                                          </p:stCondLst>
                                        </p:cTn>
                                        <p:tgtEl>
                                          <p:spTgt spid="117"/>
                                        </p:tgtEl>
                                        <p:attrNameLst>
                                          <p:attrName>style.visibility</p:attrName>
                                        </p:attrNameLst>
                                      </p:cBhvr>
                                      <p:to>
                                        <p:strVal val="visible"/>
                                      </p:to>
                                    </p:set>
                                    <p:animEffect transition="in" filter="fade">
                                      <p:cBhvr additive="repl">
                                        <p:cTn id="100" dur="1000"/>
                                        <p:tgtEl>
                                          <p:spTgt spid="117"/>
                                        </p:tgtEl>
                                      </p:cBhvr>
                                    </p:animEffect>
                                  </p:childTnLst>
                                </p:cTn>
                              </p:par>
                            </p:childTnLst>
                          </p:cTn>
                        </p:par>
                      </p:childTnLst>
                    </p:cTn>
                  </p:par>
                  <p:par>
                    <p:cTn id="101" fill="hold">
                      <p:stCondLst>
                        <p:cond delay="indefinite"/>
                      </p:stCondLst>
                      <p:childTnLst>
                        <p:par>
                          <p:cTn id="102" fill="hold">
                            <p:stCondLst>
                              <p:cond delay="0"/>
                            </p:stCondLst>
                            <p:childTnLst>
                              <p:par>
                                <p:cTn id="103" presetID="10" presetClass="entr" fill="hold" nodeType="clickEffect">
                                  <p:stCondLst>
                                    <p:cond delay="0"/>
                                  </p:stCondLst>
                                  <p:childTnLst>
                                    <p:set>
                                      <p:cBhvr>
                                        <p:cTn id="104" dur="1" fill="hold">
                                          <p:stCondLst>
                                            <p:cond delay="0"/>
                                          </p:stCondLst>
                                        </p:cTn>
                                        <p:tgtEl>
                                          <p:spTgt spid="63"/>
                                        </p:tgtEl>
                                        <p:attrNameLst>
                                          <p:attrName>style.visibility</p:attrName>
                                        </p:attrNameLst>
                                      </p:cBhvr>
                                      <p:to>
                                        <p:strVal val="visible"/>
                                      </p:to>
                                    </p:set>
                                    <p:animEffect transition="in" filter="fade">
                                      <p:cBhvr additive="repl">
                                        <p:cTn id="105" dur="1000"/>
                                        <p:tgtEl>
                                          <p:spTgt spid="63"/>
                                        </p:tgtEl>
                                      </p:cBhvr>
                                    </p:animEffect>
                                  </p:childTnLst>
                                </p:cTn>
                              </p:par>
                              <p:par>
                                <p:cTn id="106" presetID="10" presetClass="entr" fill="hold" nodeType="withEffect">
                                  <p:stCondLst>
                                    <p:cond delay="0"/>
                                  </p:stCondLst>
                                  <p:childTnLst>
                                    <p:set>
                                      <p:cBhvr>
                                        <p:cTn id="107" dur="1" fill="hold">
                                          <p:stCondLst>
                                            <p:cond delay="0"/>
                                          </p:stCondLst>
                                        </p:cTn>
                                        <p:tgtEl>
                                          <p:spTgt spid="64"/>
                                        </p:tgtEl>
                                        <p:attrNameLst>
                                          <p:attrName>style.visibility</p:attrName>
                                        </p:attrNameLst>
                                      </p:cBhvr>
                                      <p:to>
                                        <p:strVal val="visible"/>
                                      </p:to>
                                    </p:set>
                                    <p:animEffect transition="in" filter="fade">
                                      <p:cBhvr additive="repl">
                                        <p:cTn id="108" dur="1000"/>
                                        <p:tgtEl>
                                          <p:spTgt spid="64"/>
                                        </p:tgtEl>
                                      </p:cBhvr>
                                    </p:animEffect>
                                  </p:childTnLst>
                                </p:cTn>
                              </p:par>
                              <p:par>
                                <p:cTn id="109" presetID="10" presetClass="entr" fill="hold" nodeType="withEffect">
                                  <p:stCondLst>
                                    <p:cond delay="0"/>
                                  </p:stCondLst>
                                  <p:childTnLst>
                                    <p:set>
                                      <p:cBhvr>
                                        <p:cTn id="110" dur="1" fill="hold">
                                          <p:stCondLst>
                                            <p:cond delay="0"/>
                                          </p:stCondLst>
                                        </p:cTn>
                                        <p:tgtEl>
                                          <p:spTgt spid="73"/>
                                        </p:tgtEl>
                                        <p:attrNameLst>
                                          <p:attrName>style.visibility</p:attrName>
                                        </p:attrNameLst>
                                      </p:cBhvr>
                                      <p:to>
                                        <p:strVal val="visible"/>
                                      </p:to>
                                    </p:set>
                                    <p:animEffect transition="in" filter="fade">
                                      <p:cBhvr additive="repl">
                                        <p:cTn id="111" dur="1000"/>
                                        <p:tgtEl>
                                          <p:spTgt spid="73"/>
                                        </p:tgtEl>
                                      </p:cBhvr>
                                    </p:animEffect>
                                  </p:childTnLst>
                                </p:cTn>
                              </p:par>
                              <p:par>
                                <p:cTn id="112" presetID="10" presetClass="entr" fill="hold" nodeType="withEffect">
                                  <p:stCondLst>
                                    <p:cond delay="0"/>
                                  </p:stCondLst>
                                  <p:childTnLst>
                                    <p:set>
                                      <p:cBhvr>
                                        <p:cTn id="113" dur="1" fill="hold">
                                          <p:stCondLst>
                                            <p:cond delay="0"/>
                                          </p:stCondLst>
                                        </p:cTn>
                                        <p:tgtEl>
                                          <p:spTgt spid="77"/>
                                        </p:tgtEl>
                                        <p:attrNameLst>
                                          <p:attrName>style.visibility</p:attrName>
                                        </p:attrNameLst>
                                      </p:cBhvr>
                                      <p:to>
                                        <p:strVal val="visible"/>
                                      </p:to>
                                    </p:set>
                                    <p:animEffect transition="in" filter="fade">
                                      <p:cBhvr additive="repl">
                                        <p:cTn id="114" dur="1000"/>
                                        <p:tgtEl>
                                          <p:spTgt spid="77"/>
                                        </p:tgtEl>
                                      </p:cBhvr>
                                    </p:animEffect>
                                  </p:childTnLst>
                                </p:cTn>
                              </p:par>
                              <p:par>
                                <p:cTn id="115" presetID="10" presetClass="entr" fill="hold" nodeType="withEffect">
                                  <p:stCondLst>
                                    <p:cond delay="0"/>
                                  </p:stCondLst>
                                  <p:childTnLst>
                                    <p:set>
                                      <p:cBhvr>
                                        <p:cTn id="116" dur="1" fill="hold">
                                          <p:stCondLst>
                                            <p:cond delay="0"/>
                                          </p:stCondLst>
                                        </p:cTn>
                                        <p:tgtEl>
                                          <p:spTgt spid="80"/>
                                        </p:tgtEl>
                                        <p:attrNameLst>
                                          <p:attrName>style.visibility</p:attrName>
                                        </p:attrNameLst>
                                      </p:cBhvr>
                                      <p:to>
                                        <p:strVal val="visible"/>
                                      </p:to>
                                    </p:set>
                                    <p:animEffect transition="in" filter="fade">
                                      <p:cBhvr additive="repl">
                                        <p:cTn id="117" dur="1000"/>
                                        <p:tgtEl>
                                          <p:spTgt spid="80"/>
                                        </p:tgtEl>
                                      </p:cBhvr>
                                    </p:animEffect>
                                  </p:childTnLst>
                                </p:cTn>
                              </p:par>
                              <p:par>
                                <p:cTn id="118" presetID="10" presetClass="entr" fill="hold" nodeType="withEffect">
                                  <p:stCondLst>
                                    <p:cond delay="0"/>
                                  </p:stCondLst>
                                  <p:childTnLst>
                                    <p:set>
                                      <p:cBhvr>
                                        <p:cTn id="119" dur="1" fill="hold">
                                          <p:stCondLst>
                                            <p:cond delay="0"/>
                                          </p:stCondLst>
                                        </p:cTn>
                                        <p:tgtEl>
                                          <p:spTgt spid="81"/>
                                        </p:tgtEl>
                                        <p:attrNameLst>
                                          <p:attrName>style.visibility</p:attrName>
                                        </p:attrNameLst>
                                      </p:cBhvr>
                                      <p:to>
                                        <p:strVal val="visible"/>
                                      </p:to>
                                    </p:set>
                                    <p:animEffect transition="in" filter="fade">
                                      <p:cBhvr additive="repl">
                                        <p:cTn id="120" dur="1000"/>
                                        <p:tgtEl>
                                          <p:spTgt spid="81"/>
                                        </p:tgtEl>
                                      </p:cBhvr>
                                    </p:animEffect>
                                  </p:childTnLst>
                                </p:cTn>
                              </p:par>
                              <p:par>
                                <p:cTn id="121" presetID="10" presetClass="entr" fill="hold" nodeType="withEffect">
                                  <p:stCondLst>
                                    <p:cond delay="0"/>
                                  </p:stCondLst>
                                  <p:childTnLst>
                                    <p:set>
                                      <p:cBhvr>
                                        <p:cTn id="122" dur="1" fill="hold">
                                          <p:stCondLst>
                                            <p:cond delay="0"/>
                                          </p:stCondLst>
                                        </p:cTn>
                                        <p:tgtEl>
                                          <p:spTgt spid="83"/>
                                        </p:tgtEl>
                                        <p:attrNameLst>
                                          <p:attrName>style.visibility</p:attrName>
                                        </p:attrNameLst>
                                      </p:cBhvr>
                                      <p:to>
                                        <p:strVal val="visible"/>
                                      </p:to>
                                    </p:set>
                                    <p:animEffect transition="in" filter="fade">
                                      <p:cBhvr additive="repl">
                                        <p:cTn id="123" dur="1000"/>
                                        <p:tgtEl>
                                          <p:spTgt spid="83"/>
                                        </p:tgtEl>
                                      </p:cBhvr>
                                    </p:animEffect>
                                  </p:childTnLst>
                                </p:cTn>
                              </p:par>
                              <p:par>
                                <p:cTn id="124" presetID="10" presetClass="entr" fill="hold" nodeType="withEffect">
                                  <p:stCondLst>
                                    <p:cond delay="0"/>
                                  </p:stCondLst>
                                  <p:childTnLst>
                                    <p:set>
                                      <p:cBhvr>
                                        <p:cTn id="125" dur="1" fill="hold">
                                          <p:stCondLst>
                                            <p:cond delay="0"/>
                                          </p:stCondLst>
                                        </p:cTn>
                                        <p:tgtEl>
                                          <p:spTgt spid="84"/>
                                        </p:tgtEl>
                                        <p:attrNameLst>
                                          <p:attrName>style.visibility</p:attrName>
                                        </p:attrNameLst>
                                      </p:cBhvr>
                                      <p:to>
                                        <p:strVal val="visible"/>
                                      </p:to>
                                    </p:set>
                                    <p:animEffect transition="in" filter="fade">
                                      <p:cBhvr additive="repl">
                                        <p:cTn id="126" dur="1000"/>
                                        <p:tgtEl>
                                          <p:spTgt spid="84"/>
                                        </p:tgtEl>
                                      </p:cBhvr>
                                    </p:animEffect>
                                  </p:childTnLst>
                                </p:cTn>
                              </p:par>
                              <p:par>
                                <p:cTn id="127" presetID="10" presetClass="entr" fill="hold" nodeType="withEffect">
                                  <p:stCondLst>
                                    <p:cond delay="0"/>
                                  </p:stCondLst>
                                  <p:childTnLst>
                                    <p:set>
                                      <p:cBhvr>
                                        <p:cTn id="128" dur="1" fill="hold">
                                          <p:stCondLst>
                                            <p:cond delay="0"/>
                                          </p:stCondLst>
                                        </p:cTn>
                                        <p:tgtEl>
                                          <p:spTgt spid="85"/>
                                        </p:tgtEl>
                                        <p:attrNameLst>
                                          <p:attrName>style.visibility</p:attrName>
                                        </p:attrNameLst>
                                      </p:cBhvr>
                                      <p:to>
                                        <p:strVal val="visible"/>
                                      </p:to>
                                    </p:set>
                                    <p:animEffect transition="in" filter="fade">
                                      <p:cBhvr additive="repl">
                                        <p:cTn id="129" dur="1000"/>
                                        <p:tgtEl>
                                          <p:spTgt spid="85"/>
                                        </p:tgtEl>
                                      </p:cBhvr>
                                    </p:animEffect>
                                  </p:childTnLst>
                                </p:cTn>
                              </p:par>
                              <p:par>
                                <p:cTn id="130" presetID="10" presetClass="entr" fill="hold" nodeType="withEffect">
                                  <p:stCondLst>
                                    <p:cond delay="0"/>
                                  </p:stCondLst>
                                  <p:childTnLst>
                                    <p:set>
                                      <p:cBhvr>
                                        <p:cTn id="131" dur="1" fill="hold">
                                          <p:stCondLst>
                                            <p:cond delay="0"/>
                                          </p:stCondLst>
                                        </p:cTn>
                                        <p:tgtEl>
                                          <p:spTgt spid="86"/>
                                        </p:tgtEl>
                                        <p:attrNameLst>
                                          <p:attrName>style.visibility</p:attrName>
                                        </p:attrNameLst>
                                      </p:cBhvr>
                                      <p:to>
                                        <p:strVal val="visible"/>
                                      </p:to>
                                    </p:set>
                                    <p:animEffect transition="in" filter="fade">
                                      <p:cBhvr additive="repl">
                                        <p:cTn id="132" dur="1000"/>
                                        <p:tgtEl>
                                          <p:spTgt spid="86"/>
                                        </p:tgtEl>
                                      </p:cBhvr>
                                    </p:animEffect>
                                  </p:childTnLst>
                                </p:cTn>
                              </p:par>
                              <p:par>
                                <p:cTn id="133" presetID="10" presetClass="entr" fill="hold" nodeType="withEffect">
                                  <p:stCondLst>
                                    <p:cond delay="0"/>
                                  </p:stCondLst>
                                  <p:childTnLst>
                                    <p:set>
                                      <p:cBhvr>
                                        <p:cTn id="134" dur="1" fill="hold">
                                          <p:stCondLst>
                                            <p:cond delay="0"/>
                                          </p:stCondLst>
                                        </p:cTn>
                                        <p:tgtEl>
                                          <p:spTgt spid="89"/>
                                        </p:tgtEl>
                                        <p:attrNameLst>
                                          <p:attrName>style.visibility</p:attrName>
                                        </p:attrNameLst>
                                      </p:cBhvr>
                                      <p:to>
                                        <p:strVal val="visible"/>
                                      </p:to>
                                    </p:set>
                                    <p:animEffect transition="in" filter="fade">
                                      <p:cBhvr additive="repl">
                                        <p:cTn id="135" dur="1000"/>
                                        <p:tgtEl>
                                          <p:spTgt spid="89"/>
                                        </p:tgtEl>
                                      </p:cBhvr>
                                    </p:animEffect>
                                  </p:childTnLst>
                                </p:cTn>
                              </p:par>
                              <p:par>
                                <p:cTn id="136" presetID="10" presetClass="entr" fill="hold" nodeType="withEffect">
                                  <p:stCondLst>
                                    <p:cond delay="0"/>
                                  </p:stCondLst>
                                  <p:childTnLst>
                                    <p:set>
                                      <p:cBhvr>
                                        <p:cTn id="137" dur="1" fill="hold">
                                          <p:stCondLst>
                                            <p:cond delay="0"/>
                                          </p:stCondLst>
                                        </p:cTn>
                                        <p:tgtEl>
                                          <p:spTgt spid="90"/>
                                        </p:tgtEl>
                                        <p:attrNameLst>
                                          <p:attrName>style.visibility</p:attrName>
                                        </p:attrNameLst>
                                      </p:cBhvr>
                                      <p:to>
                                        <p:strVal val="visible"/>
                                      </p:to>
                                    </p:set>
                                    <p:animEffect transition="in" filter="fade">
                                      <p:cBhvr additive="repl">
                                        <p:cTn id="138" dur="1000"/>
                                        <p:tgtEl>
                                          <p:spTgt spid="90"/>
                                        </p:tgtEl>
                                      </p:cBhvr>
                                    </p:animEffect>
                                  </p:childTnLst>
                                </p:cTn>
                              </p:par>
                              <p:par>
                                <p:cTn id="139" presetID="10" presetClass="entr" fill="hold" nodeType="withEffect">
                                  <p:stCondLst>
                                    <p:cond delay="0"/>
                                  </p:stCondLst>
                                  <p:childTnLst>
                                    <p:set>
                                      <p:cBhvr>
                                        <p:cTn id="140" dur="1" fill="hold">
                                          <p:stCondLst>
                                            <p:cond delay="0"/>
                                          </p:stCondLst>
                                        </p:cTn>
                                        <p:tgtEl>
                                          <p:spTgt spid="91"/>
                                        </p:tgtEl>
                                        <p:attrNameLst>
                                          <p:attrName>style.visibility</p:attrName>
                                        </p:attrNameLst>
                                      </p:cBhvr>
                                      <p:to>
                                        <p:strVal val="visible"/>
                                      </p:to>
                                    </p:set>
                                    <p:animEffect transition="in" filter="fade">
                                      <p:cBhvr additive="repl">
                                        <p:cTn id="141" dur="1000"/>
                                        <p:tgtEl>
                                          <p:spTgt spid="91"/>
                                        </p:tgtEl>
                                      </p:cBhvr>
                                    </p:animEffect>
                                  </p:childTnLst>
                                </p:cTn>
                              </p:par>
                              <p:par>
                                <p:cTn id="142" presetID="10" presetClass="entr" fill="hold" nodeType="withEffect">
                                  <p:stCondLst>
                                    <p:cond delay="0"/>
                                  </p:stCondLst>
                                  <p:childTnLst>
                                    <p:set>
                                      <p:cBhvr>
                                        <p:cTn id="143" dur="1" fill="hold">
                                          <p:stCondLst>
                                            <p:cond delay="0"/>
                                          </p:stCondLst>
                                        </p:cTn>
                                        <p:tgtEl>
                                          <p:spTgt spid="92"/>
                                        </p:tgtEl>
                                        <p:attrNameLst>
                                          <p:attrName>style.visibility</p:attrName>
                                        </p:attrNameLst>
                                      </p:cBhvr>
                                      <p:to>
                                        <p:strVal val="visible"/>
                                      </p:to>
                                    </p:set>
                                    <p:animEffect transition="in" filter="fade">
                                      <p:cBhvr additive="repl">
                                        <p:cTn id="144" dur="1000"/>
                                        <p:tgtEl>
                                          <p:spTgt spid="92"/>
                                        </p:tgtEl>
                                      </p:cBhvr>
                                    </p:animEffect>
                                  </p:childTnLst>
                                </p:cTn>
                              </p:par>
                              <p:par>
                                <p:cTn id="145" presetID="10" presetClass="entr" fill="hold" nodeType="withEffect">
                                  <p:stCondLst>
                                    <p:cond delay="0"/>
                                  </p:stCondLst>
                                  <p:childTnLst>
                                    <p:set>
                                      <p:cBhvr>
                                        <p:cTn id="146" dur="1" fill="hold">
                                          <p:stCondLst>
                                            <p:cond delay="0"/>
                                          </p:stCondLst>
                                        </p:cTn>
                                        <p:tgtEl>
                                          <p:spTgt spid="93"/>
                                        </p:tgtEl>
                                        <p:attrNameLst>
                                          <p:attrName>style.visibility</p:attrName>
                                        </p:attrNameLst>
                                      </p:cBhvr>
                                      <p:to>
                                        <p:strVal val="visible"/>
                                      </p:to>
                                    </p:set>
                                    <p:animEffect transition="in" filter="fade">
                                      <p:cBhvr additive="repl">
                                        <p:cTn id="147" dur="1000"/>
                                        <p:tgtEl>
                                          <p:spTgt spid="93"/>
                                        </p:tgtEl>
                                      </p:cBhvr>
                                    </p:animEffect>
                                  </p:childTnLst>
                                </p:cTn>
                              </p:par>
                              <p:par>
                                <p:cTn id="148" presetID="10" presetClass="entr" fill="hold" nodeType="withEffect">
                                  <p:stCondLst>
                                    <p:cond delay="0"/>
                                  </p:stCondLst>
                                  <p:childTnLst>
                                    <p:set>
                                      <p:cBhvr>
                                        <p:cTn id="149" dur="1" fill="hold">
                                          <p:stCondLst>
                                            <p:cond delay="0"/>
                                          </p:stCondLst>
                                        </p:cTn>
                                        <p:tgtEl>
                                          <p:spTgt spid="96"/>
                                        </p:tgtEl>
                                        <p:attrNameLst>
                                          <p:attrName>style.visibility</p:attrName>
                                        </p:attrNameLst>
                                      </p:cBhvr>
                                      <p:to>
                                        <p:strVal val="visible"/>
                                      </p:to>
                                    </p:set>
                                    <p:animEffect transition="in" filter="fade">
                                      <p:cBhvr additive="repl">
                                        <p:cTn id="150" dur="1000"/>
                                        <p:tgtEl>
                                          <p:spTgt spid="96"/>
                                        </p:tgtEl>
                                      </p:cBhvr>
                                    </p:animEffect>
                                  </p:childTnLst>
                                </p:cTn>
                              </p:par>
                              <p:par>
                                <p:cTn id="151" presetID="10" presetClass="entr" fill="hold" nodeType="withEffect">
                                  <p:stCondLst>
                                    <p:cond delay="0"/>
                                  </p:stCondLst>
                                  <p:childTnLst>
                                    <p:set>
                                      <p:cBhvr>
                                        <p:cTn id="152" dur="1" fill="hold">
                                          <p:stCondLst>
                                            <p:cond delay="0"/>
                                          </p:stCondLst>
                                        </p:cTn>
                                        <p:tgtEl>
                                          <p:spTgt spid="97"/>
                                        </p:tgtEl>
                                        <p:attrNameLst>
                                          <p:attrName>style.visibility</p:attrName>
                                        </p:attrNameLst>
                                      </p:cBhvr>
                                      <p:to>
                                        <p:strVal val="visible"/>
                                      </p:to>
                                    </p:set>
                                    <p:animEffect transition="in" filter="fade">
                                      <p:cBhvr additive="repl">
                                        <p:cTn id="153" dur="1000"/>
                                        <p:tgtEl>
                                          <p:spTgt spid="97"/>
                                        </p:tgtEl>
                                      </p:cBhvr>
                                    </p:animEffect>
                                  </p:childTnLst>
                                </p:cTn>
                              </p:par>
                              <p:par>
                                <p:cTn id="154" presetID="10" presetClass="entr" fill="hold" nodeType="withEffect">
                                  <p:stCondLst>
                                    <p:cond delay="0"/>
                                  </p:stCondLst>
                                  <p:childTnLst>
                                    <p:set>
                                      <p:cBhvr>
                                        <p:cTn id="155" dur="1" fill="hold">
                                          <p:stCondLst>
                                            <p:cond delay="0"/>
                                          </p:stCondLst>
                                        </p:cTn>
                                        <p:tgtEl>
                                          <p:spTgt spid="98"/>
                                        </p:tgtEl>
                                        <p:attrNameLst>
                                          <p:attrName>style.visibility</p:attrName>
                                        </p:attrNameLst>
                                      </p:cBhvr>
                                      <p:to>
                                        <p:strVal val="visible"/>
                                      </p:to>
                                    </p:set>
                                    <p:animEffect transition="in" filter="fade">
                                      <p:cBhvr additive="repl">
                                        <p:cTn id="156" dur="1000"/>
                                        <p:tgtEl>
                                          <p:spTgt spid="98"/>
                                        </p:tgtEl>
                                      </p:cBhvr>
                                    </p:animEffect>
                                  </p:childTnLst>
                                </p:cTn>
                              </p:par>
                              <p:par>
                                <p:cTn id="157" presetID="10" presetClass="entr" fill="hold" nodeType="withEffect">
                                  <p:stCondLst>
                                    <p:cond delay="0"/>
                                  </p:stCondLst>
                                  <p:childTnLst>
                                    <p:set>
                                      <p:cBhvr>
                                        <p:cTn id="158" dur="1" fill="hold">
                                          <p:stCondLst>
                                            <p:cond delay="0"/>
                                          </p:stCondLst>
                                        </p:cTn>
                                        <p:tgtEl>
                                          <p:spTgt spid="99"/>
                                        </p:tgtEl>
                                        <p:attrNameLst>
                                          <p:attrName>style.visibility</p:attrName>
                                        </p:attrNameLst>
                                      </p:cBhvr>
                                      <p:to>
                                        <p:strVal val="visible"/>
                                      </p:to>
                                    </p:set>
                                    <p:animEffect transition="in" filter="fade">
                                      <p:cBhvr additive="repl">
                                        <p:cTn id="159" dur="1000"/>
                                        <p:tgtEl>
                                          <p:spTgt spid="99"/>
                                        </p:tgtEl>
                                      </p:cBhvr>
                                    </p:animEffect>
                                  </p:childTnLst>
                                </p:cTn>
                              </p:par>
                              <p:par>
                                <p:cTn id="160" presetID="10" presetClass="entr" fill="hold" nodeType="withEffect">
                                  <p:stCondLst>
                                    <p:cond delay="0"/>
                                  </p:stCondLst>
                                  <p:childTnLst>
                                    <p:set>
                                      <p:cBhvr>
                                        <p:cTn id="161" dur="1" fill="hold">
                                          <p:stCondLst>
                                            <p:cond delay="0"/>
                                          </p:stCondLst>
                                        </p:cTn>
                                        <p:tgtEl>
                                          <p:spTgt spid="100"/>
                                        </p:tgtEl>
                                        <p:attrNameLst>
                                          <p:attrName>style.visibility</p:attrName>
                                        </p:attrNameLst>
                                      </p:cBhvr>
                                      <p:to>
                                        <p:strVal val="visible"/>
                                      </p:to>
                                    </p:set>
                                    <p:animEffect transition="in" filter="fade">
                                      <p:cBhvr additive="repl">
                                        <p:cTn id="162" dur="1000"/>
                                        <p:tgtEl>
                                          <p:spTgt spid="100"/>
                                        </p:tgtEl>
                                      </p:cBhvr>
                                    </p:animEffect>
                                  </p:childTnLst>
                                </p:cTn>
                              </p:par>
                              <p:par>
                                <p:cTn id="163" presetID="10" presetClass="entr" fill="hold" nodeType="withEffect">
                                  <p:stCondLst>
                                    <p:cond delay="0"/>
                                  </p:stCondLst>
                                  <p:childTnLst>
                                    <p:set>
                                      <p:cBhvr>
                                        <p:cTn id="164" dur="1" fill="hold">
                                          <p:stCondLst>
                                            <p:cond delay="0"/>
                                          </p:stCondLst>
                                        </p:cTn>
                                        <p:tgtEl>
                                          <p:spTgt spid="102"/>
                                        </p:tgtEl>
                                        <p:attrNameLst>
                                          <p:attrName>style.visibility</p:attrName>
                                        </p:attrNameLst>
                                      </p:cBhvr>
                                      <p:to>
                                        <p:strVal val="visible"/>
                                      </p:to>
                                    </p:set>
                                    <p:animEffect transition="in" filter="fade">
                                      <p:cBhvr additive="repl">
                                        <p:cTn id="165" dur="1000"/>
                                        <p:tgtEl>
                                          <p:spTgt spid="102"/>
                                        </p:tgtEl>
                                      </p:cBhvr>
                                    </p:animEffect>
                                  </p:childTnLst>
                                </p:cTn>
                              </p:par>
                              <p:par>
                                <p:cTn id="166" presetID="10" presetClass="entr" fill="hold" nodeType="withEffect">
                                  <p:stCondLst>
                                    <p:cond delay="0"/>
                                  </p:stCondLst>
                                  <p:childTnLst>
                                    <p:set>
                                      <p:cBhvr>
                                        <p:cTn id="167" dur="1" fill="hold">
                                          <p:stCondLst>
                                            <p:cond delay="0"/>
                                          </p:stCondLst>
                                        </p:cTn>
                                        <p:tgtEl>
                                          <p:spTgt spid="104"/>
                                        </p:tgtEl>
                                        <p:attrNameLst>
                                          <p:attrName>style.visibility</p:attrName>
                                        </p:attrNameLst>
                                      </p:cBhvr>
                                      <p:to>
                                        <p:strVal val="visible"/>
                                      </p:to>
                                    </p:set>
                                    <p:animEffect transition="in" filter="fade">
                                      <p:cBhvr additive="repl">
                                        <p:cTn id="168" dur="1000"/>
                                        <p:tgtEl>
                                          <p:spTgt spid="104"/>
                                        </p:tgtEl>
                                      </p:cBhvr>
                                    </p:animEffect>
                                  </p:childTnLst>
                                </p:cTn>
                              </p:par>
                              <p:par>
                                <p:cTn id="169" presetID="10" presetClass="entr" fill="hold" nodeType="withEffect">
                                  <p:stCondLst>
                                    <p:cond delay="0"/>
                                  </p:stCondLst>
                                  <p:childTnLst>
                                    <p:set>
                                      <p:cBhvr>
                                        <p:cTn id="170" dur="1" fill="hold">
                                          <p:stCondLst>
                                            <p:cond delay="0"/>
                                          </p:stCondLst>
                                        </p:cTn>
                                        <p:tgtEl>
                                          <p:spTgt spid="105"/>
                                        </p:tgtEl>
                                        <p:attrNameLst>
                                          <p:attrName>style.visibility</p:attrName>
                                        </p:attrNameLst>
                                      </p:cBhvr>
                                      <p:to>
                                        <p:strVal val="visible"/>
                                      </p:to>
                                    </p:set>
                                    <p:animEffect transition="in" filter="fade">
                                      <p:cBhvr additive="repl">
                                        <p:cTn id="171" dur="1000"/>
                                        <p:tgtEl>
                                          <p:spTgt spid="105"/>
                                        </p:tgtEl>
                                      </p:cBhvr>
                                    </p:animEffect>
                                  </p:childTnLst>
                                </p:cTn>
                              </p:par>
                              <p:par>
                                <p:cTn id="172" presetID="10" presetClass="entr" fill="hold" nodeType="withEffect">
                                  <p:stCondLst>
                                    <p:cond delay="0"/>
                                  </p:stCondLst>
                                  <p:childTnLst>
                                    <p:set>
                                      <p:cBhvr>
                                        <p:cTn id="173" dur="1" fill="hold">
                                          <p:stCondLst>
                                            <p:cond delay="0"/>
                                          </p:stCondLst>
                                        </p:cTn>
                                        <p:tgtEl>
                                          <p:spTgt spid="106"/>
                                        </p:tgtEl>
                                        <p:attrNameLst>
                                          <p:attrName>style.visibility</p:attrName>
                                        </p:attrNameLst>
                                      </p:cBhvr>
                                      <p:to>
                                        <p:strVal val="visible"/>
                                      </p:to>
                                    </p:set>
                                    <p:animEffect transition="in" filter="fade">
                                      <p:cBhvr additive="repl">
                                        <p:cTn id="174" dur="1000"/>
                                        <p:tgtEl>
                                          <p:spTgt spid="106"/>
                                        </p:tgtEl>
                                      </p:cBhvr>
                                    </p:animEffect>
                                  </p:childTnLst>
                                </p:cTn>
                              </p:par>
                              <p:par>
                                <p:cTn id="175" presetID="10" presetClass="entr" fill="hold" nodeType="withEffect">
                                  <p:stCondLst>
                                    <p:cond delay="0"/>
                                  </p:stCondLst>
                                  <p:childTnLst>
                                    <p:set>
                                      <p:cBhvr>
                                        <p:cTn id="176" dur="1" fill="hold">
                                          <p:stCondLst>
                                            <p:cond delay="0"/>
                                          </p:stCondLst>
                                        </p:cTn>
                                        <p:tgtEl>
                                          <p:spTgt spid="107"/>
                                        </p:tgtEl>
                                        <p:attrNameLst>
                                          <p:attrName>style.visibility</p:attrName>
                                        </p:attrNameLst>
                                      </p:cBhvr>
                                      <p:to>
                                        <p:strVal val="visible"/>
                                      </p:to>
                                    </p:set>
                                    <p:animEffect transition="in" filter="fade">
                                      <p:cBhvr additive="repl">
                                        <p:cTn id="177" dur="1000"/>
                                        <p:tgtEl>
                                          <p:spTgt spid="107"/>
                                        </p:tgtEl>
                                      </p:cBhvr>
                                    </p:animEffect>
                                  </p:childTnLst>
                                </p:cTn>
                              </p:par>
                              <p:par>
                                <p:cTn id="178" presetID="10" presetClass="entr" fill="hold" nodeType="withEffect">
                                  <p:stCondLst>
                                    <p:cond delay="0"/>
                                  </p:stCondLst>
                                  <p:childTnLst>
                                    <p:set>
                                      <p:cBhvr>
                                        <p:cTn id="179" dur="1" fill="hold">
                                          <p:stCondLst>
                                            <p:cond delay="0"/>
                                          </p:stCondLst>
                                        </p:cTn>
                                        <p:tgtEl>
                                          <p:spTgt spid="109"/>
                                        </p:tgtEl>
                                        <p:attrNameLst>
                                          <p:attrName>style.visibility</p:attrName>
                                        </p:attrNameLst>
                                      </p:cBhvr>
                                      <p:to>
                                        <p:strVal val="visible"/>
                                      </p:to>
                                    </p:set>
                                    <p:animEffect transition="in" filter="fade">
                                      <p:cBhvr additive="repl">
                                        <p:cTn id="180" dur="1000"/>
                                        <p:tgtEl>
                                          <p:spTgt spid="109"/>
                                        </p:tgtEl>
                                      </p:cBhvr>
                                    </p:animEffect>
                                  </p:childTnLst>
                                </p:cTn>
                              </p:par>
                              <p:par>
                                <p:cTn id="181" presetID="10" presetClass="entr" fill="hold" nodeType="withEffect">
                                  <p:stCondLst>
                                    <p:cond delay="0"/>
                                  </p:stCondLst>
                                  <p:childTnLst>
                                    <p:set>
                                      <p:cBhvr>
                                        <p:cTn id="182" dur="1" fill="hold">
                                          <p:stCondLst>
                                            <p:cond delay="0"/>
                                          </p:stCondLst>
                                        </p:cTn>
                                        <p:tgtEl>
                                          <p:spTgt spid="110"/>
                                        </p:tgtEl>
                                        <p:attrNameLst>
                                          <p:attrName>style.visibility</p:attrName>
                                        </p:attrNameLst>
                                      </p:cBhvr>
                                      <p:to>
                                        <p:strVal val="visible"/>
                                      </p:to>
                                    </p:set>
                                    <p:animEffect transition="in" filter="fade">
                                      <p:cBhvr additive="repl">
                                        <p:cTn id="183" dur="1000"/>
                                        <p:tgtEl>
                                          <p:spTgt spid="110"/>
                                        </p:tgtEl>
                                      </p:cBhvr>
                                    </p:animEffect>
                                  </p:childTnLst>
                                </p:cTn>
                              </p:par>
                              <p:par>
                                <p:cTn id="184" presetID="10" presetClass="entr" fill="hold" nodeType="withEffect">
                                  <p:stCondLst>
                                    <p:cond delay="0"/>
                                  </p:stCondLst>
                                  <p:childTnLst>
                                    <p:set>
                                      <p:cBhvr>
                                        <p:cTn id="185" dur="1" fill="hold">
                                          <p:stCondLst>
                                            <p:cond delay="0"/>
                                          </p:stCondLst>
                                        </p:cTn>
                                        <p:tgtEl>
                                          <p:spTgt spid="111"/>
                                        </p:tgtEl>
                                        <p:attrNameLst>
                                          <p:attrName>style.visibility</p:attrName>
                                        </p:attrNameLst>
                                      </p:cBhvr>
                                      <p:to>
                                        <p:strVal val="visible"/>
                                      </p:to>
                                    </p:set>
                                    <p:animEffect transition="in" filter="fade">
                                      <p:cBhvr additive="repl">
                                        <p:cTn id="186" dur="1000"/>
                                        <p:tgtEl>
                                          <p:spTgt spid="111"/>
                                        </p:tgtEl>
                                      </p:cBhvr>
                                    </p:animEffect>
                                  </p:childTnLst>
                                </p:cTn>
                              </p:par>
                              <p:par>
                                <p:cTn id="187" presetID="10" presetClass="entr" fill="hold" nodeType="withEffect">
                                  <p:stCondLst>
                                    <p:cond delay="0"/>
                                  </p:stCondLst>
                                  <p:childTnLst>
                                    <p:set>
                                      <p:cBhvr>
                                        <p:cTn id="188" dur="1" fill="hold">
                                          <p:stCondLst>
                                            <p:cond delay="0"/>
                                          </p:stCondLst>
                                        </p:cTn>
                                        <p:tgtEl>
                                          <p:spTgt spid="112"/>
                                        </p:tgtEl>
                                        <p:attrNameLst>
                                          <p:attrName>style.visibility</p:attrName>
                                        </p:attrNameLst>
                                      </p:cBhvr>
                                      <p:to>
                                        <p:strVal val="visible"/>
                                      </p:to>
                                    </p:set>
                                    <p:animEffect transition="in" filter="fade">
                                      <p:cBhvr additive="repl">
                                        <p:cTn id="189" dur="1000"/>
                                        <p:tgtEl>
                                          <p:spTgt spid="112"/>
                                        </p:tgtEl>
                                      </p:cBhvr>
                                    </p:animEffect>
                                  </p:childTnLst>
                                </p:cTn>
                              </p:par>
                              <p:par>
                                <p:cTn id="190" presetID="10" presetClass="entr" fill="hold" nodeType="withEffect">
                                  <p:stCondLst>
                                    <p:cond delay="0"/>
                                  </p:stCondLst>
                                  <p:childTnLst>
                                    <p:set>
                                      <p:cBhvr>
                                        <p:cTn id="191" dur="1" fill="hold">
                                          <p:stCondLst>
                                            <p:cond delay="0"/>
                                          </p:stCondLst>
                                        </p:cTn>
                                        <p:tgtEl>
                                          <p:spTgt spid="113"/>
                                        </p:tgtEl>
                                        <p:attrNameLst>
                                          <p:attrName>style.visibility</p:attrName>
                                        </p:attrNameLst>
                                      </p:cBhvr>
                                      <p:to>
                                        <p:strVal val="visible"/>
                                      </p:to>
                                    </p:set>
                                    <p:animEffect transition="in" filter="fade">
                                      <p:cBhvr additive="repl">
                                        <p:cTn id="192" dur="1000"/>
                                        <p:tgtEl>
                                          <p:spTgt spid="113"/>
                                        </p:tgtEl>
                                      </p:cBhvr>
                                    </p:animEffect>
                                  </p:childTnLst>
                                </p:cTn>
                              </p:par>
                              <p:par>
                                <p:cTn id="193" presetID="10" presetClass="entr" fill="hold" nodeType="withEffect">
                                  <p:stCondLst>
                                    <p:cond delay="0"/>
                                  </p:stCondLst>
                                  <p:childTnLst>
                                    <p:set>
                                      <p:cBhvr>
                                        <p:cTn id="194" dur="1" fill="hold">
                                          <p:stCondLst>
                                            <p:cond delay="0"/>
                                          </p:stCondLst>
                                        </p:cTn>
                                        <p:tgtEl>
                                          <p:spTgt spid="119"/>
                                        </p:tgtEl>
                                        <p:attrNameLst>
                                          <p:attrName>style.visibility</p:attrName>
                                        </p:attrNameLst>
                                      </p:cBhvr>
                                      <p:to>
                                        <p:strVal val="visible"/>
                                      </p:to>
                                    </p:set>
                                    <p:animEffect transition="in" filter="fade">
                                      <p:cBhvr additive="repl">
                                        <p:cTn id="195" dur="1000"/>
                                        <p:tgtEl>
                                          <p:spTgt spid="119"/>
                                        </p:tgtEl>
                                      </p:cBhvr>
                                    </p:animEffect>
                                  </p:childTnLst>
                                </p:cTn>
                              </p:par>
                              <p:par>
                                <p:cTn id="196" presetID="10" presetClass="entr" fill="hold" nodeType="withEffect">
                                  <p:stCondLst>
                                    <p:cond delay="0"/>
                                  </p:stCondLst>
                                  <p:childTnLst>
                                    <p:set>
                                      <p:cBhvr>
                                        <p:cTn id="197" dur="1" fill="hold">
                                          <p:stCondLst>
                                            <p:cond delay="0"/>
                                          </p:stCondLst>
                                        </p:cTn>
                                        <p:tgtEl>
                                          <p:spTgt spid="120"/>
                                        </p:tgtEl>
                                        <p:attrNameLst>
                                          <p:attrName>style.visibility</p:attrName>
                                        </p:attrNameLst>
                                      </p:cBhvr>
                                      <p:to>
                                        <p:strVal val="visible"/>
                                      </p:to>
                                    </p:set>
                                    <p:animEffect transition="in" filter="fade">
                                      <p:cBhvr additive="repl">
                                        <p:cTn id="198" dur="1000"/>
                                        <p:tgtEl>
                                          <p:spTgt spid="120"/>
                                        </p:tgtEl>
                                      </p:cBhvr>
                                    </p:animEffect>
                                  </p:childTnLst>
                                </p:cTn>
                              </p:par>
                              <p:par>
                                <p:cTn id="199" presetID="10" presetClass="entr" fill="hold" nodeType="withEffect">
                                  <p:stCondLst>
                                    <p:cond delay="0"/>
                                  </p:stCondLst>
                                  <p:childTnLst>
                                    <p:set>
                                      <p:cBhvr>
                                        <p:cTn id="200" dur="1" fill="hold">
                                          <p:stCondLst>
                                            <p:cond delay="0"/>
                                          </p:stCondLst>
                                        </p:cTn>
                                        <p:tgtEl>
                                          <p:spTgt spid="121"/>
                                        </p:tgtEl>
                                        <p:attrNameLst>
                                          <p:attrName>style.visibility</p:attrName>
                                        </p:attrNameLst>
                                      </p:cBhvr>
                                      <p:to>
                                        <p:strVal val="visible"/>
                                      </p:to>
                                    </p:set>
                                    <p:animEffect transition="in" filter="fade">
                                      <p:cBhvr additive="repl">
                                        <p:cTn id="201" dur="1000"/>
                                        <p:tgtEl>
                                          <p:spTgt spid="121"/>
                                        </p:tgtEl>
                                      </p:cBhvr>
                                    </p:animEffect>
                                  </p:childTnLst>
                                </p:cTn>
                              </p:par>
                              <p:par>
                                <p:cTn id="202" presetID="10" presetClass="entr" fill="hold" nodeType="withEffect">
                                  <p:stCondLst>
                                    <p:cond delay="0"/>
                                  </p:stCondLst>
                                  <p:childTnLst>
                                    <p:set>
                                      <p:cBhvr>
                                        <p:cTn id="203" dur="1" fill="hold">
                                          <p:stCondLst>
                                            <p:cond delay="0"/>
                                          </p:stCondLst>
                                        </p:cTn>
                                        <p:tgtEl>
                                          <p:spTgt spid="122"/>
                                        </p:tgtEl>
                                        <p:attrNameLst>
                                          <p:attrName>style.visibility</p:attrName>
                                        </p:attrNameLst>
                                      </p:cBhvr>
                                      <p:to>
                                        <p:strVal val="visible"/>
                                      </p:to>
                                    </p:set>
                                    <p:animEffect transition="in" filter="fade">
                                      <p:cBhvr additive="repl">
                                        <p:cTn id="204" dur="1000"/>
                                        <p:tgtEl>
                                          <p:spTgt spid="122"/>
                                        </p:tgtEl>
                                      </p:cBhvr>
                                    </p:animEffect>
                                  </p:childTnLst>
                                </p:cTn>
                              </p:par>
                              <p:par>
                                <p:cTn id="205" presetID="10" presetClass="entr" fill="hold" nodeType="withEffect">
                                  <p:stCondLst>
                                    <p:cond delay="0"/>
                                  </p:stCondLst>
                                  <p:childTnLst>
                                    <p:set>
                                      <p:cBhvr>
                                        <p:cTn id="206" dur="1" fill="hold">
                                          <p:stCondLst>
                                            <p:cond delay="0"/>
                                          </p:stCondLst>
                                        </p:cTn>
                                        <p:tgtEl>
                                          <p:spTgt spid="118"/>
                                        </p:tgtEl>
                                        <p:attrNameLst>
                                          <p:attrName>style.visibility</p:attrName>
                                        </p:attrNameLst>
                                      </p:cBhvr>
                                      <p:to>
                                        <p:strVal val="visible"/>
                                      </p:to>
                                    </p:set>
                                    <p:animEffect transition="in" filter="fade">
                                      <p:cBhvr additive="repl">
                                        <p:cTn id="207" dur="1000"/>
                                        <p:tgtEl>
                                          <p:spTgt spid="118"/>
                                        </p:tgtEl>
                                      </p:cBhvr>
                                    </p:animEffect>
                                  </p:childTnLst>
                                </p:cTn>
                              </p:par>
                            </p:childTnLst>
                          </p:cTn>
                        </p:par>
                      </p:childTnLst>
                    </p:cTn>
                  </p:par>
                  <p:par>
                    <p:cTn id="208" fill="hold">
                      <p:stCondLst>
                        <p:cond delay="indefinite"/>
                      </p:stCondLst>
                      <p:childTnLst>
                        <p:par>
                          <p:cTn id="209" fill="hold">
                            <p:stCondLst>
                              <p:cond delay="0"/>
                            </p:stCondLst>
                            <p:childTnLst>
                              <p:par>
                                <p:cTn id="210" presetID="10" presetClass="entr" fill="hold" nodeType="clickEffect">
                                  <p:stCondLst>
                                    <p:cond delay="0"/>
                                  </p:stCondLst>
                                  <p:childTnLst>
                                    <p:set>
                                      <p:cBhvr>
                                        <p:cTn id="211" dur="1" fill="hold">
                                          <p:stCondLst>
                                            <p:cond delay="0"/>
                                          </p:stCondLst>
                                        </p:cTn>
                                        <p:tgtEl>
                                          <p:spTgt spid="123"/>
                                        </p:tgtEl>
                                        <p:attrNameLst>
                                          <p:attrName>style.visibility</p:attrName>
                                        </p:attrNameLst>
                                      </p:cBhvr>
                                      <p:to>
                                        <p:strVal val="visible"/>
                                      </p:to>
                                    </p:set>
                                    <p:animEffect transition="in" filter="fade">
                                      <p:cBhvr additive="repl">
                                        <p:cTn id="212" dur="1000"/>
                                        <p:tgtEl>
                                          <p:spTgt spid="123"/>
                                        </p:tgtEl>
                                      </p:cBhvr>
                                    </p:animEffect>
                                  </p:childTnLst>
                                </p:cTn>
                              </p:par>
                            </p:childTnLst>
                          </p:cTn>
                        </p:par>
                      </p:childTnLst>
                    </p:cTn>
                  </p:par>
                  <p:par>
                    <p:cTn id="213" fill="hold">
                      <p:stCondLst>
                        <p:cond delay="indefinite"/>
                      </p:stCondLst>
                      <p:childTnLst>
                        <p:par>
                          <p:cTn id="214" fill="hold">
                            <p:stCondLst>
                              <p:cond delay="0"/>
                            </p:stCondLst>
                            <p:childTnLst>
                              <p:par>
                                <p:cTn id="215" presetID="10" presetClass="entr" fill="hold" nodeType="clickEffect">
                                  <p:stCondLst>
                                    <p:cond delay="0"/>
                                  </p:stCondLst>
                                  <p:childTnLst>
                                    <p:set>
                                      <p:cBhvr>
                                        <p:cTn id="216" dur="1" fill="hold">
                                          <p:stCondLst>
                                            <p:cond delay="0"/>
                                          </p:stCondLst>
                                        </p:cTn>
                                        <p:tgtEl>
                                          <p:spTgt spid="124"/>
                                        </p:tgtEl>
                                        <p:attrNameLst>
                                          <p:attrName>style.visibility</p:attrName>
                                        </p:attrNameLst>
                                      </p:cBhvr>
                                      <p:to>
                                        <p:strVal val="visible"/>
                                      </p:to>
                                    </p:set>
                                    <p:animEffect transition="in" filter="fade">
                                      <p:cBhvr additive="repl">
                                        <p:cTn id="217" dur="1000"/>
                                        <p:tgtEl>
                                          <p:spTgt spid="124"/>
                                        </p:tgtEl>
                                      </p:cBhvr>
                                    </p:animEffect>
                                  </p:childTnLst>
                                </p:cTn>
                              </p:par>
                            </p:childTnLst>
                          </p:cTn>
                        </p:par>
                      </p:childTnLst>
                    </p:cTn>
                  </p:par>
                  <p:par>
                    <p:cTn id="218" fill="hold">
                      <p:stCondLst>
                        <p:cond delay="indefinite"/>
                      </p:stCondLst>
                      <p:childTnLst>
                        <p:par>
                          <p:cTn id="219" fill="hold">
                            <p:stCondLst>
                              <p:cond delay="0"/>
                            </p:stCondLst>
                            <p:childTnLst>
                              <p:par>
                                <p:cTn id="220" presetID="10" presetClass="entr" fill="hold" nodeType="clickEffect">
                                  <p:stCondLst>
                                    <p:cond delay="0"/>
                                  </p:stCondLst>
                                  <p:childTnLst>
                                    <p:set>
                                      <p:cBhvr>
                                        <p:cTn id="221" dur="1" fill="hold">
                                          <p:stCondLst>
                                            <p:cond delay="0"/>
                                          </p:stCondLst>
                                        </p:cTn>
                                        <p:tgtEl>
                                          <p:spTgt spid="125"/>
                                        </p:tgtEl>
                                        <p:attrNameLst>
                                          <p:attrName>style.visibility</p:attrName>
                                        </p:attrNameLst>
                                      </p:cBhvr>
                                      <p:to>
                                        <p:strVal val="visible"/>
                                      </p:to>
                                    </p:set>
                                    <p:animEffect transition="in" filter="fade">
                                      <p:cBhvr additive="repl">
                                        <p:cTn id="222" dur="1000"/>
                                        <p:tgtEl>
                                          <p:spTgt spid="125"/>
                                        </p:tgtEl>
                                      </p:cBhvr>
                                    </p:animEffect>
                                  </p:childTnLst>
                                </p:cTn>
                              </p:par>
                              <p:par>
                                <p:cTn id="223" presetID="10" presetClass="entr" fill="hold" nodeType="withEffect">
                                  <p:stCondLst>
                                    <p:cond delay="0"/>
                                  </p:stCondLst>
                                  <p:childTnLst>
                                    <p:set>
                                      <p:cBhvr>
                                        <p:cTn id="224" dur="1" fill="hold">
                                          <p:stCondLst>
                                            <p:cond delay="0"/>
                                          </p:stCondLst>
                                        </p:cTn>
                                        <p:tgtEl>
                                          <p:spTgt spid="126"/>
                                        </p:tgtEl>
                                        <p:attrNameLst>
                                          <p:attrName>style.visibility</p:attrName>
                                        </p:attrNameLst>
                                      </p:cBhvr>
                                      <p:to>
                                        <p:strVal val="visible"/>
                                      </p:to>
                                    </p:set>
                                    <p:animEffect transition="in" filter="fade">
                                      <p:cBhvr additive="repl">
                                        <p:cTn id="225" dur="1000"/>
                                        <p:tgtEl>
                                          <p:spTgt spid="126"/>
                                        </p:tgtEl>
                                      </p:cBhvr>
                                    </p:animEffect>
                                  </p:childTnLst>
                                </p:cTn>
                              </p:par>
                              <p:par>
                                <p:cTn id="226" presetID="10" presetClass="entr" fill="hold" nodeType="withEffect">
                                  <p:stCondLst>
                                    <p:cond delay="0"/>
                                  </p:stCondLst>
                                  <p:childTnLst>
                                    <p:set>
                                      <p:cBhvr>
                                        <p:cTn id="227" dur="1" fill="hold">
                                          <p:stCondLst>
                                            <p:cond delay="0"/>
                                          </p:stCondLst>
                                        </p:cTn>
                                        <p:tgtEl>
                                          <p:spTgt spid="128"/>
                                        </p:tgtEl>
                                        <p:attrNameLst>
                                          <p:attrName>style.visibility</p:attrName>
                                        </p:attrNameLst>
                                      </p:cBhvr>
                                      <p:to>
                                        <p:strVal val="visible"/>
                                      </p:to>
                                    </p:set>
                                    <p:animEffect transition="in" filter="fade">
                                      <p:cBhvr additive="repl">
                                        <p:cTn id="228" dur="1000"/>
                                        <p:tgtEl>
                                          <p:spTgt spid="128"/>
                                        </p:tgtEl>
                                      </p:cBhvr>
                                    </p:animEffect>
                                  </p:childTnLst>
                                </p:cTn>
                              </p:par>
                              <p:par>
                                <p:cTn id="229" presetID="10" presetClass="entr" fill="hold" nodeType="withEffect">
                                  <p:stCondLst>
                                    <p:cond delay="0"/>
                                  </p:stCondLst>
                                  <p:childTnLst>
                                    <p:set>
                                      <p:cBhvr>
                                        <p:cTn id="230" dur="1" fill="hold">
                                          <p:stCondLst>
                                            <p:cond delay="0"/>
                                          </p:stCondLst>
                                        </p:cTn>
                                        <p:tgtEl>
                                          <p:spTgt spid="127"/>
                                        </p:tgtEl>
                                        <p:attrNameLst>
                                          <p:attrName>style.visibility</p:attrName>
                                        </p:attrNameLst>
                                      </p:cBhvr>
                                      <p:to>
                                        <p:strVal val="visible"/>
                                      </p:to>
                                    </p:set>
                                    <p:animEffect transition="in" filter="fade">
                                      <p:cBhvr additive="repl">
                                        <p:cTn id="231" dur="1000"/>
                                        <p:tgtEl>
                                          <p:spTgt spid="127"/>
                                        </p:tgtEl>
                                      </p:cBhvr>
                                    </p:animEffect>
                                  </p:childTnLst>
                                </p:cTn>
                              </p:par>
                            </p:childTnLst>
                          </p:cTn>
                        </p:par>
                      </p:childTnLst>
                    </p:cTn>
                  </p:par>
                  <p:par>
                    <p:cTn id="232" fill="hold">
                      <p:stCondLst>
                        <p:cond delay="indefinite"/>
                      </p:stCondLst>
                      <p:childTnLst>
                        <p:par>
                          <p:cTn id="233" fill="hold">
                            <p:stCondLst>
                              <p:cond delay="0"/>
                            </p:stCondLst>
                            <p:childTnLst>
                              <p:par>
                                <p:cTn id="234" presetID="10" presetClass="entr" fill="hold" nodeType="clickEffect">
                                  <p:stCondLst>
                                    <p:cond delay="0"/>
                                  </p:stCondLst>
                                  <p:childTnLst>
                                    <p:set>
                                      <p:cBhvr>
                                        <p:cTn id="235" dur="1" fill="hold">
                                          <p:stCondLst>
                                            <p:cond delay="0"/>
                                          </p:stCondLst>
                                        </p:cTn>
                                        <p:tgtEl>
                                          <p:spTgt spid="129"/>
                                        </p:tgtEl>
                                        <p:attrNameLst>
                                          <p:attrName>style.visibility</p:attrName>
                                        </p:attrNameLst>
                                      </p:cBhvr>
                                      <p:to>
                                        <p:strVal val="visible"/>
                                      </p:to>
                                    </p:set>
                                    <p:animEffect transition="in" filter="fade">
                                      <p:cBhvr additive="repl">
                                        <p:cTn id="236" dur="1000"/>
                                        <p:tgtEl>
                                          <p:spTgt spid="129"/>
                                        </p:tgtEl>
                                      </p:cBhvr>
                                    </p:animEffect>
                                  </p:childTnLst>
                                </p:cTn>
                              </p:par>
                            </p:childTnLst>
                          </p:cTn>
                        </p:par>
                      </p:childTnLst>
                    </p:cTn>
                  </p:par>
                  <p:par>
                    <p:cTn id="237" fill="hold">
                      <p:stCondLst>
                        <p:cond delay="indefinite"/>
                      </p:stCondLst>
                      <p:childTnLst>
                        <p:par>
                          <p:cTn id="238" fill="hold">
                            <p:stCondLst>
                              <p:cond delay="0"/>
                            </p:stCondLst>
                            <p:childTnLst>
                              <p:par>
                                <p:cTn id="239" presetID="10" presetClass="entr" fill="hold" nodeType="clickEffect">
                                  <p:stCondLst>
                                    <p:cond delay="0"/>
                                  </p:stCondLst>
                                  <p:childTnLst>
                                    <p:set>
                                      <p:cBhvr>
                                        <p:cTn id="240" dur="1" fill="hold">
                                          <p:stCondLst>
                                            <p:cond delay="0"/>
                                          </p:stCondLst>
                                        </p:cTn>
                                        <p:tgtEl>
                                          <p:spTgt spid="131"/>
                                        </p:tgtEl>
                                        <p:attrNameLst>
                                          <p:attrName>style.visibility</p:attrName>
                                        </p:attrNameLst>
                                      </p:cBhvr>
                                      <p:to>
                                        <p:strVal val="visible"/>
                                      </p:to>
                                    </p:set>
                                    <p:animEffect transition="in" filter="fade">
                                      <p:cBhvr additive="repl">
                                        <p:cTn id="241" dur="1000"/>
                                        <p:tgtEl>
                                          <p:spTgt spid="1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PlaceHolder 1"/>
          <p:cNvSpPr>
            <a:spLocks noGrp="1"/>
          </p:cNvSpPr>
          <p:nvPr>
            <p:ph type="title"/>
          </p:nvPr>
        </p:nvSpPr>
        <p:spPr>
          <a:xfrm>
            <a:off x="684360" y="574920"/>
            <a:ext cx="7638120" cy="1077840"/>
          </a:xfrm>
          <a:prstGeom prst="rect">
            <a:avLst/>
          </a:prstGeom>
          <a:noFill/>
          <a:ln w="0">
            <a:noFill/>
          </a:ln>
        </p:spPr>
        <p:txBody>
          <a:bodyPr lIns="91440" tIns="45720" rIns="91440" bIns="45720" anchor="ctr">
            <a:noAutofit/>
          </a:bodyPr>
          <a:p>
            <a:pPr indent="0" algn="l">
              <a:lnSpc>
                <a:spcPct val="90000"/>
              </a:lnSpc>
              <a:buNone/>
              <a:tabLst>
                <a:tab pos="0" algn="l"/>
              </a:tabLst>
            </a:pPr>
            <a:r>
              <a:rPr lang="en-GB" sz="4400" b="0" u="none" strike="noStrike">
                <a:solidFill>
                  <a:srgbClr val="FF0000"/>
                </a:solidFill>
                <a:effectLst/>
                <a:uFillTx/>
                <a:latin typeface="Calibri"/>
                <a:ea typeface="Calibri"/>
              </a:rPr>
              <a:t>Definición</a:t>
            </a:r>
            <a:endParaRPr lang="es-ES" sz="4400" b="0" u="none" strike="noStrike">
              <a:solidFill>
                <a:srgbClr val="FFFFFF"/>
              </a:solidFill>
              <a:effectLst/>
              <a:uFillTx/>
              <a:latin typeface="Arial"/>
            </a:endParaRPr>
          </a:p>
        </p:txBody>
      </p:sp>
      <p:sp>
        <p:nvSpPr>
          <p:cNvPr id="133" name="Google Shape;172;ga1f93e0ce7_0_0"/>
          <p:cNvSpPr/>
          <p:nvPr/>
        </p:nvSpPr>
        <p:spPr>
          <a:xfrm>
            <a:off x="684360" y="1653480"/>
            <a:ext cx="10306800" cy="1775160"/>
          </a:xfrm>
          <a:prstGeom prst="rect">
            <a:avLst/>
          </a:prstGeom>
          <a:noFill/>
          <a:ln w="0">
            <a:noFill/>
          </a:ln>
        </p:spPr>
        <p:style>
          <a:lnRef idx="0"/>
          <a:fillRef idx="0"/>
          <a:effectRef idx="0"/>
          <a:fontRef idx="minor"/>
        </p:style>
        <p:txBody>
          <a:bodyPr lIns="90000" tIns="91440" rIns="90000" bIns="91440" anchor="ctr">
            <a:noAutofit/>
          </a:bodyPr>
          <a:p>
            <a:pPr>
              <a:lnSpc>
                <a:spcPct val="100000"/>
              </a:lnSpc>
              <a:tabLst>
                <a:tab pos="0" algn="l"/>
              </a:tabLst>
            </a:pPr>
            <a:r>
              <a:rPr lang="en-GB" sz="1700" b="0" u="none" strike="noStrike">
                <a:solidFill>
                  <a:schemeClr val="lt1"/>
                </a:solidFill>
                <a:effectLst/>
                <a:uFillTx/>
                <a:latin typeface="Calibri"/>
                <a:ea typeface="Calibri"/>
              </a:rPr>
              <a:t>Los modelos ensamblados (ensemble models) combinan las decisiones de múltiples modelos para mejorar su precisión y estabilidad.</a:t>
            </a:r>
            <a:endParaRPr lang="es-ES" sz="1700" b="0" u="none" strike="noStrike">
              <a:solidFill>
                <a:srgbClr val="FFFFFF"/>
              </a:solidFill>
              <a:effectLst/>
              <a:uFillTx/>
              <a:latin typeface="Arial"/>
            </a:endParaRPr>
          </a:p>
          <a:p>
            <a:pPr>
              <a:lnSpc>
                <a:spcPct val="100000"/>
              </a:lnSpc>
              <a:tabLst>
                <a:tab pos="0" algn="l"/>
              </a:tabLst>
            </a:pPr>
            <a:endParaRPr lang="es-ES" sz="1700" b="0" u="none" strike="noStrike">
              <a:solidFill>
                <a:srgbClr val="FFFFFF"/>
              </a:solidFill>
              <a:effectLst/>
              <a:uFillTx/>
              <a:latin typeface="Arial"/>
            </a:endParaRPr>
          </a:p>
          <a:p>
            <a:pPr>
              <a:lnSpc>
                <a:spcPct val="100000"/>
              </a:lnSpc>
              <a:tabLst>
                <a:tab pos="0" algn="l"/>
              </a:tabLst>
            </a:pPr>
            <a:r>
              <a:rPr lang="en-GB" sz="1700" b="0" u="none" strike="noStrike">
                <a:solidFill>
                  <a:schemeClr val="lt1"/>
                </a:solidFill>
                <a:effectLst/>
                <a:uFillTx/>
                <a:latin typeface="Calibri"/>
                <a:ea typeface="Calibri"/>
              </a:rPr>
              <a:t>Se trata de modelos que se comportan muy bien y reducen bastante el variance. Este tipo de modelos son los que se suelen utilizar para ganar competiciones de Kaggle</a:t>
            </a:r>
            <a:endParaRPr lang="es-ES" sz="1700" b="0" u="none" strike="noStrike">
              <a:solidFill>
                <a:srgbClr val="FFFFFF"/>
              </a:solidFill>
              <a:effectLst/>
              <a:uFillTx/>
              <a:latin typeface="Arial"/>
            </a:endParaRPr>
          </a:p>
        </p:txBody>
      </p:sp>
      <p:sp>
        <p:nvSpPr>
          <p:cNvPr id="134" name="Google Shape;173;ga1f93e0ce7_0_0"/>
          <p:cNvSpPr/>
          <p:nvPr/>
        </p:nvSpPr>
        <p:spPr>
          <a:xfrm>
            <a:off x="853920" y="3729960"/>
            <a:ext cx="3988800" cy="2381040"/>
          </a:xfrm>
          <a:prstGeom prst="rect">
            <a:avLst/>
          </a:prstGeom>
          <a:noFill/>
          <a:ln w="0">
            <a:noFill/>
          </a:ln>
        </p:spPr>
        <p:style>
          <a:lnRef idx="0"/>
          <a:fillRef idx="0"/>
          <a:effectRef idx="0"/>
          <a:fontRef idx="minor"/>
        </p:style>
        <p:txBody>
          <a:bodyPr lIns="90000" tIns="91440" rIns="90000" bIns="91440" anchor="t">
            <a:noAutofit/>
          </a:bodyPr>
          <a:p>
            <a:pPr>
              <a:lnSpc>
                <a:spcPct val="100000"/>
              </a:lnSpc>
              <a:tabLst>
                <a:tab pos="0" algn="l"/>
              </a:tabLst>
            </a:pPr>
            <a:r>
              <a:rPr lang="en-GB" sz="2100" b="0" u="none" strike="noStrike">
                <a:solidFill>
                  <a:schemeClr val="lt1"/>
                </a:solidFill>
                <a:effectLst/>
                <a:uFillTx/>
                <a:latin typeface="Calibri"/>
                <a:ea typeface="Calibri"/>
              </a:rPr>
              <a:t>Tipos de ensembles:</a:t>
            </a:r>
            <a:endParaRPr lang="es-ES" sz="2100" b="0" u="none" strike="noStrike">
              <a:solidFill>
                <a:srgbClr val="FFFFFF"/>
              </a:solidFill>
              <a:effectLst/>
              <a:uFillTx/>
              <a:latin typeface="Arial"/>
            </a:endParaRPr>
          </a:p>
          <a:p>
            <a:pPr marL="457200" indent="-361800">
              <a:lnSpc>
                <a:spcPct val="100000"/>
              </a:lnSpc>
              <a:buClr>
                <a:srgbClr val="FFFFFF"/>
              </a:buClr>
              <a:buFont typeface="Calibri"/>
              <a:buAutoNum type="arabicPeriod"/>
              <a:tabLst>
                <a:tab pos="0" algn="l"/>
              </a:tabLst>
            </a:pPr>
            <a:r>
              <a:rPr lang="en-GB" sz="2100" b="0" u="none" strike="noStrike">
                <a:solidFill>
                  <a:schemeClr val="lt1"/>
                </a:solidFill>
                <a:effectLst/>
                <a:uFillTx/>
                <a:latin typeface="Calibri"/>
                <a:ea typeface="Calibri"/>
              </a:rPr>
              <a:t>Bagging</a:t>
            </a:r>
            <a:endParaRPr lang="es-ES" sz="2100" b="0" u="none" strike="noStrike">
              <a:solidFill>
                <a:srgbClr val="FFFFFF"/>
              </a:solidFill>
              <a:effectLst/>
              <a:uFillTx/>
              <a:latin typeface="Arial"/>
            </a:endParaRPr>
          </a:p>
          <a:p>
            <a:pPr marL="914400" lvl="1" indent="-361800">
              <a:lnSpc>
                <a:spcPct val="100000"/>
              </a:lnSpc>
              <a:buClr>
                <a:srgbClr val="FFFFFF"/>
              </a:buClr>
              <a:buFont typeface="Calibri"/>
              <a:buAutoNum type="alphaLcPeriod"/>
              <a:tabLst>
                <a:tab pos="0" algn="l"/>
              </a:tabLst>
            </a:pPr>
            <a:r>
              <a:rPr lang="en-GB" sz="2100" b="0" u="none" strike="noStrike">
                <a:solidFill>
                  <a:schemeClr val="lt1"/>
                </a:solidFill>
                <a:effectLst/>
                <a:uFillTx/>
                <a:latin typeface="Calibri"/>
                <a:ea typeface="Calibri"/>
              </a:rPr>
              <a:t>Random Forest</a:t>
            </a:r>
            <a:endParaRPr lang="es-ES" sz="2100" b="0" u="none" strike="noStrike">
              <a:solidFill>
                <a:srgbClr val="FFFFFF"/>
              </a:solidFill>
              <a:effectLst/>
              <a:uFillTx/>
              <a:latin typeface="Arial"/>
            </a:endParaRPr>
          </a:p>
          <a:p>
            <a:pPr marL="457200" indent="-361800">
              <a:lnSpc>
                <a:spcPct val="100000"/>
              </a:lnSpc>
              <a:buClr>
                <a:srgbClr val="FFFFFF"/>
              </a:buClr>
              <a:buFont typeface="Calibri"/>
              <a:buAutoNum type="arabicPeriod"/>
              <a:tabLst>
                <a:tab pos="0" algn="l"/>
              </a:tabLst>
            </a:pPr>
            <a:r>
              <a:rPr lang="en-GB" sz="2100" b="0" u="none" strike="noStrike">
                <a:solidFill>
                  <a:schemeClr val="lt1"/>
                </a:solidFill>
                <a:effectLst/>
                <a:uFillTx/>
                <a:latin typeface="Calibri"/>
                <a:ea typeface="Calibri"/>
              </a:rPr>
              <a:t>Boosting</a:t>
            </a:r>
            <a:endParaRPr lang="es-ES" sz="2100" b="0" u="none" strike="noStrike">
              <a:solidFill>
                <a:srgbClr val="FFFFFF"/>
              </a:solidFill>
              <a:effectLst/>
              <a:uFillTx/>
              <a:latin typeface="Arial"/>
            </a:endParaRPr>
          </a:p>
          <a:p>
            <a:pPr marL="914400" lvl="1" indent="-361800">
              <a:lnSpc>
                <a:spcPct val="100000"/>
              </a:lnSpc>
              <a:buClr>
                <a:srgbClr val="FFFFFF"/>
              </a:buClr>
              <a:buFont typeface="Calibri"/>
              <a:buAutoNum type="alphaLcPeriod"/>
              <a:tabLst>
                <a:tab pos="0" algn="l"/>
              </a:tabLst>
            </a:pPr>
            <a:r>
              <a:rPr lang="en-GB" sz="2100" b="0" u="none" strike="noStrike">
                <a:solidFill>
                  <a:schemeClr val="lt1"/>
                </a:solidFill>
                <a:effectLst/>
                <a:uFillTx/>
                <a:latin typeface="Calibri"/>
                <a:ea typeface="Arial"/>
              </a:rPr>
              <a:t>AdaBoost</a:t>
            </a:r>
            <a:endParaRPr lang="es-ES" sz="2100" b="0" u="none" strike="noStrike">
              <a:solidFill>
                <a:srgbClr val="FFFFFF"/>
              </a:solidFill>
              <a:effectLst/>
              <a:uFillTx/>
              <a:latin typeface="Arial"/>
            </a:endParaRPr>
          </a:p>
          <a:p>
            <a:pPr marL="914400" lvl="1" indent="-361800">
              <a:lnSpc>
                <a:spcPct val="100000"/>
              </a:lnSpc>
              <a:buClr>
                <a:srgbClr val="FFFFFF"/>
              </a:buClr>
              <a:buFont typeface="Calibri"/>
              <a:buAutoNum type="alphaLcPeriod"/>
              <a:tabLst>
                <a:tab pos="0" algn="l"/>
              </a:tabLst>
            </a:pPr>
            <a:r>
              <a:rPr lang="en-GB" sz="2100" b="0" u="none" strike="noStrike">
                <a:solidFill>
                  <a:schemeClr val="lt1"/>
                </a:solidFill>
                <a:effectLst/>
                <a:uFillTx/>
                <a:latin typeface="Calibri"/>
                <a:ea typeface="Arial"/>
              </a:rPr>
              <a:t>GradientBoost</a:t>
            </a:r>
            <a:endParaRPr lang="es-ES" sz="2100" b="0" u="none" strike="noStrike">
              <a:solidFill>
                <a:srgbClr val="FFFFFF"/>
              </a:solidFill>
              <a:effectLst/>
              <a:uFillTx/>
              <a:latin typeface="Arial"/>
            </a:endParaRPr>
          </a:p>
          <a:p>
            <a:pPr marL="914400" lvl="1" indent="-361800">
              <a:lnSpc>
                <a:spcPct val="100000"/>
              </a:lnSpc>
              <a:buClr>
                <a:srgbClr val="FFFFFF"/>
              </a:buClr>
              <a:buFont typeface="Calibri"/>
              <a:buAutoNum type="alphaLcPeriod"/>
              <a:tabLst>
                <a:tab pos="0" algn="l"/>
              </a:tabLst>
            </a:pPr>
            <a:r>
              <a:rPr lang="en-GB" sz="2100" b="0" u="none" strike="noStrike">
                <a:solidFill>
                  <a:schemeClr val="lt1"/>
                </a:solidFill>
                <a:effectLst/>
                <a:uFillTx/>
                <a:latin typeface="Calibri"/>
                <a:ea typeface="Arial"/>
              </a:rPr>
              <a:t>XGBoost</a:t>
            </a:r>
            <a:endParaRPr lang="es-ES" sz="2100" b="0" u="none" strike="noStrike">
              <a:solidFill>
                <a:srgbClr val="FFFFFF"/>
              </a:solidFill>
              <a:effectLst/>
              <a:uFillTx/>
              <a:latin typeface="Arial"/>
            </a:endParaRPr>
          </a:p>
        </p:txBody>
      </p:sp>
      <p:pic>
        <p:nvPicPr>
          <p:cNvPr id="135" name="Google Shape;174;ga1f93e0ce7_0_0"/>
          <p:cNvPicPr/>
          <p:nvPr/>
        </p:nvPicPr>
        <p:blipFill>
          <a:blip r:embed="rId1"/>
          <a:stretch/>
        </p:blipFill>
        <p:spPr>
          <a:xfrm>
            <a:off x="5173200" y="3581280"/>
            <a:ext cx="5537880" cy="312336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PlaceHolder 1"/>
          <p:cNvSpPr>
            <a:spLocks noGrp="1"/>
          </p:cNvSpPr>
          <p:nvPr>
            <p:ph type="title"/>
          </p:nvPr>
        </p:nvSpPr>
        <p:spPr>
          <a:xfrm>
            <a:off x="684360" y="574920"/>
            <a:ext cx="7638120" cy="1077840"/>
          </a:xfrm>
          <a:prstGeom prst="rect">
            <a:avLst/>
          </a:prstGeom>
          <a:noFill/>
          <a:ln w="0">
            <a:noFill/>
          </a:ln>
        </p:spPr>
        <p:txBody>
          <a:bodyPr lIns="91440" tIns="45720" rIns="91440" bIns="45720" anchor="ctr">
            <a:noAutofit/>
          </a:bodyPr>
          <a:p>
            <a:pPr indent="0" algn="l">
              <a:lnSpc>
                <a:spcPct val="90000"/>
              </a:lnSpc>
              <a:buNone/>
              <a:tabLst>
                <a:tab pos="0" algn="l"/>
              </a:tabLst>
            </a:pPr>
            <a:r>
              <a:rPr lang="en-GB" sz="4400" b="0" u="none" strike="noStrike">
                <a:solidFill>
                  <a:srgbClr val="FF0000"/>
                </a:solidFill>
                <a:effectLst/>
                <a:uFillTx/>
                <a:latin typeface="Calibri"/>
                <a:ea typeface="Calibri"/>
              </a:rPr>
              <a:t>Tipos de Ensembles</a:t>
            </a:r>
            <a:endParaRPr lang="es-ES" sz="4400" b="0" u="none" strike="noStrike">
              <a:solidFill>
                <a:srgbClr val="FFFFFF"/>
              </a:solidFill>
              <a:effectLst/>
              <a:uFillTx/>
              <a:latin typeface="Arial"/>
            </a:endParaRPr>
          </a:p>
        </p:txBody>
      </p:sp>
      <p:sp>
        <p:nvSpPr>
          <p:cNvPr id="137" name="CuadroTexto 2"/>
          <p:cNvSpPr/>
          <p:nvPr/>
        </p:nvSpPr>
        <p:spPr>
          <a:xfrm>
            <a:off x="2991600" y="1953000"/>
            <a:ext cx="2680200" cy="608040"/>
          </a:xfrm>
          <a:prstGeom prst="rect">
            <a:avLst/>
          </a:prstGeom>
          <a:noFill/>
          <a:ln w="0">
            <a:noFill/>
          </a:ln>
        </p:spPr>
        <p:style>
          <a:lnRef idx="0"/>
          <a:fillRef idx="0"/>
          <a:effectRef idx="0"/>
          <a:fontRef idx="minor"/>
        </p:style>
        <p:txBody>
          <a:bodyPr lIns="90000" tIns="45000" rIns="90000" bIns="45000" anchor="t">
            <a:spAutoFit/>
          </a:bodyPr>
          <a:p>
            <a:pPr algn="ctr">
              <a:lnSpc>
                <a:spcPct val="100000"/>
              </a:lnSpc>
            </a:pPr>
            <a:r>
              <a:rPr lang="es-ES" sz="1200" b="1" u="none" strike="noStrike">
                <a:solidFill>
                  <a:schemeClr val="lt1"/>
                </a:solidFill>
                <a:effectLst/>
                <a:uFillTx/>
                <a:latin typeface="Arial"/>
                <a:ea typeface="Arial"/>
              </a:rPr>
              <a:t>Votación</a:t>
            </a:r>
            <a:endParaRPr lang="es-ES" sz="1200" b="0" u="none" strike="noStrike">
              <a:solidFill>
                <a:srgbClr val="FFFFFF"/>
              </a:solidFill>
              <a:effectLst/>
              <a:uFillTx/>
              <a:latin typeface="Arial"/>
            </a:endParaRPr>
          </a:p>
          <a:p>
            <a:pPr algn="ctr">
              <a:lnSpc>
                <a:spcPct val="100000"/>
              </a:lnSpc>
            </a:pPr>
            <a:r>
              <a:rPr lang="es-ES" sz="1100" b="0" i="1" u="none" strike="noStrike">
                <a:solidFill>
                  <a:schemeClr val="lt1"/>
                </a:solidFill>
                <a:effectLst/>
                <a:uFillTx/>
                <a:latin typeface="Arial"/>
                <a:ea typeface="Arial"/>
              </a:rPr>
              <a:t>Varios modelos trabajan en paralelo y se agregan sus outputs</a:t>
            </a:r>
            <a:endParaRPr lang="es-ES" sz="1100" b="0" u="none" strike="noStrike">
              <a:solidFill>
                <a:srgbClr val="FFFFFF"/>
              </a:solidFill>
              <a:effectLst/>
              <a:uFillTx/>
              <a:latin typeface="Arial"/>
            </a:endParaRPr>
          </a:p>
        </p:txBody>
      </p:sp>
      <p:sp>
        <p:nvSpPr>
          <p:cNvPr id="138" name="CuadroTexto 12"/>
          <p:cNvSpPr/>
          <p:nvPr/>
        </p:nvSpPr>
        <p:spPr>
          <a:xfrm>
            <a:off x="1180800" y="2996640"/>
            <a:ext cx="3150720" cy="775800"/>
          </a:xfrm>
          <a:prstGeom prst="rect">
            <a:avLst/>
          </a:prstGeom>
          <a:noFill/>
          <a:ln w="0">
            <a:noFill/>
          </a:ln>
        </p:spPr>
        <p:style>
          <a:lnRef idx="0"/>
          <a:fillRef idx="0"/>
          <a:effectRef idx="0"/>
          <a:fontRef idx="minor"/>
        </p:style>
        <p:txBody>
          <a:bodyPr lIns="90000" tIns="45000" rIns="90000" bIns="45000" anchor="t">
            <a:spAutoFit/>
          </a:bodyPr>
          <a:p>
            <a:pPr algn="ctr">
              <a:lnSpc>
                <a:spcPct val="100000"/>
              </a:lnSpc>
            </a:pPr>
            <a:r>
              <a:rPr lang="es-ES" sz="1200" b="1" u="none" strike="noStrike">
                <a:solidFill>
                  <a:schemeClr val="lt1"/>
                </a:solidFill>
                <a:effectLst/>
                <a:uFillTx/>
                <a:latin typeface="Arial"/>
                <a:ea typeface="Arial"/>
              </a:rPr>
              <a:t>Mismos modelos</a:t>
            </a:r>
            <a:endParaRPr lang="es-ES" sz="1200" b="0" u="none" strike="noStrike">
              <a:solidFill>
                <a:srgbClr val="FFFFFF"/>
              </a:solidFill>
              <a:effectLst/>
              <a:uFillTx/>
              <a:latin typeface="Arial"/>
            </a:endParaRPr>
          </a:p>
          <a:p>
            <a:pPr algn="ctr">
              <a:lnSpc>
                <a:spcPct val="100000"/>
              </a:lnSpc>
            </a:pPr>
            <a:r>
              <a:rPr lang="es-ES" sz="1100" b="0" i="1" u="none" strike="noStrike">
                <a:solidFill>
                  <a:schemeClr val="lt1"/>
                </a:solidFill>
                <a:effectLst/>
                <a:uFillTx/>
                <a:latin typeface="Arial"/>
                <a:ea typeface="Arial"/>
              </a:rPr>
              <a:t>Cada modelo del sistema de votación es del mismo tipo (DecissionTree, LogisticRegression…)</a:t>
            </a:r>
            <a:endParaRPr lang="es-ES" sz="1100" b="0" u="none" strike="noStrike">
              <a:solidFill>
                <a:srgbClr val="FFFFFF"/>
              </a:solidFill>
              <a:effectLst/>
              <a:uFillTx/>
              <a:latin typeface="Arial"/>
            </a:endParaRPr>
          </a:p>
        </p:txBody>
      </p:sp>
      <p:sp>
        <p:nvSpPr>
          <p:cNvPr id="139" name="CuadroTexto 13"/>
          <p:cNvSpPr/>
          <p:nvPr/>
        </p:nvSpPr>
        <p:spPr>
          <a:xfrm>
            <a:off x="4332240" y="3016080"/>
            <a:ext cx="3150720" cy="608040"/>
          </a:xfrm>
          <a:prstGeom prst="rect">
            <a:avLst/>
          </a:prstGeom>
          <a:noFill/>
          <a:ln w="0">
            <a:noFill/>
          </a:ln>
        </p:spPr>
        <p:style>
          <a:lnRef idx="0"/>
          <a:fillRef idx="0"/>
          <a:effectRef idx="0"/>
          <a:fontRef idx="minor"/>
        </p:style>
        <p:txBody>
          <a:bodyPr lIns="90000" tIns="45000" rIns="90000" bIns="45000" anchor="t">
            <a:spAutoFit/>
          </a:bodyPr>
          <a:p>
            <a:pPr algn="ctr">
              <a:lnSpc>
                <a:spcPct val="100000"/>
              </a:lnSpc>
            </a:pPr>
            <a:r>
              <a:rPr lang="es-ES" sz="1200" b="1" u="none" strike="noStrike">
                <a:solidFill>
                  <a:schemeClr val="lt1"/>
                </a:solidFill>
                <a:effectLst/>
                <a:uFillTx/>
                <a:latin typeface="Arial"/>
                <a:ea typeface="Arial"/>
              </a:rPr>
              <a:t>Distintos modelos (Voting)</a:t>
            </a:r>
            <a:endParaRPr lang="es-ES" sz="1200" b="0" u="none" strike="noStrike">
              <a:solidFill>
                <a:srgbClr val="FFFFFF"/>
              </a:solidFill>
              <a:effectLst/>
              <a:uFillTx/>
              <a:latin typeface="Arial"/>
            </a:endParaRPr>
          </a:p>
          <a:p>
            <a:pPr algn="ctr">
              <a:lnSpc>
                <a:spcPct val="100000"/>
              </a:lnSpc>
            </a:pPr>
            <a:r>
              <a:rPr lang="es-ES" sz="1100" b="0" i="1" u="none" strike="noStrike">
                <a:solidFill>
                  <a:schemeClr val="lt1"/>
                </a:solidFill>
                <a:effectLst/>
                <a:uFillTx/>
                <a:latin typeface="Arial"/>
                <a:ea typeface="Arial"/>
              </a:rPr>
              <a:t>Se combinan modelos de varios tipos para conformar el sistema de votaciones</a:t>
            </a:r>
            <a:endParaRPr lang="es-ES" sz="1100" b="0" u="none" strike="noStrike">
              <a:solidFill>
                <a:srgbClr val="FFFFFF"/>
              </a:solidFill>
              <a:effectLst/>
              <a:uFillTx/>
              <a:latin typeface="Arial"/>
            </a:endParaRPr>
          </a:p>
        </p:txBody>
      </p:sp>
      <p:sp>
        <p:nvSpPr>
          <p:cNvPr id="140" name="CuadroTexto 14"/>
          <p:cNvSpPr/>
          <p:nvPr/>
        </p:nvSpPr>
        <p:spPr>
          <a:xfrm>
            <a:off x="190800" y="4532760"/>
            <a:ext cx="2565000" cy="775800"/>
          </a:xfrm>
          <a:prstGeom prst="rect">
            <a:avLst/>
          </a:prstGeom>
          <a:noFill/>
          <a:ln w="0">
            <a:noFill/>
          </a:ln>
        </p:spPr>
        <p:style>
          <a:lnRef idx="0"/>
          <a:fillRef idx="0"/>
          <a:effectRef idx="0"/>
          <a:fontRef idx="minor"/>
        </p:style>
        <p:txBody>
          <a:bodyPr lIns="90000" tIns="45000" rIns="90000" bIns="45000" anchor="t">
            <a:spAutoFit/>
          </a:bodyPr>
          <a:p>
            <a:pPr algn="ctr">
              <a:lnSpc>
                <a:spcPct val="100000"/>
              </a:lnSpc>
            </a:pPr>
            <a:r>
              <a:rPr lang="es-ES" sz="1200" b="1" u="none" strike="noStrike">
                <a:solidFill>
                  <a:schemeClr val="lt1"/>
                </a:solidFill>
                <a:effectLst/>
                <a:uFillTx/>
                <a:latin typeface="Arial"/>
                <a:ea typeface="Arial"/>
              </a:rPr>
              <a:t>Bagging</a:t>
            </a:r>
            <a:endParaRPr lang="es-ES" sz="1200" b="0" u="none" strike="noStrike">
              <a:solidFill>
                <a:srgbClr val="FFFFFF"/>
              </a:solidFill>
              <a:effectLst/>
              <a:uFillTx/>
              <a:latin typeface="Arial"/>
            </a:endParaRPr>
          </a:p>
          <a:p>
            <a:pPr algn="ctr">
              <a:lnSpc>
                <a:spcPct val="100000"/>
              </a:lnSpc>
            </a:pPr>
            <a:r>
              <a:rPr lang="es-ES" sz="1100" b="0" i="1" u="none" strike="noStrike">
                <a:solidFill>
                  <a:schemeClr val="lt1"/>
                </a:solidFill>
                <a:effectLst/>
                <a:uFillTx/>
                <a:latin typeface="Arial"/>
                <a:ea typeface="Arial"/>
              </a:rPr>
              <a:t>El muestreo para los modelos del ensemble se realiza mediante reemplazamiento (bootstrapping)</a:t>
            </a:r>
            <a:endParaRPr lang="es-ES" sz="1100" b="0" u="none" strike="noStrike">
              <a:solidFill>
                <a:srgbClr val="FFFFFF"/>
              </a:solidFill>
              <a:effectLst/>
              <a:uFillTx/>
              <a:latin typeface="Arial"/>
            </a:endParaRPr>
          </a:p>
        </p:txBody>
      </p:sp>
      <p:sp>
        <p:nvSpPr>
          <p:cNvPr id="141" name="CuadroTexto 15"/>
          <p:cNvSpPr/>
          <p:nvPr/>
        </p:nvSpPr>
        <p:spPr>
          <a:xfrm>
            <a:off x="2756520" y="4519800"/>
            <a:ext cx="2565000" cy="775800"/>
          </a:xfrm>
          <a:prstGeom prst="rect">
            <a:avLst/>
          </a:prstGeom>
          <a:noFill/>
          <a:ln w="0">
            <a:noFill/>
          </a:ln>
        </p:spPr>
        <p:style>
          <a:lnRef idx="0"/>
          <a:fillRef idx="0"/>
          <a:effectRef idx="0"/>
          <a:fontRef idx="minor"/>
        </p:style>
        <p:txBody>
          <a:bodyPr lIns="90000" tIns="45000" rIns="90000" bIns="45000" anchor="t">
            <a:spAutoFit/>
          </a:bodyPr>
          <a:p>
            <a:pPr algn="ctr">
              <a:lnSpc>
                <a:spcPct val="100000"/>
              </a:lnSpc>
            </a:pPr>
            <a:r>
              <a:rPr lang="es-ES" sz="1200" b="1" u="none" strike="noStrike">
                <a:solidFill>
                  <a:schemeClr val="lt1"/>
                </a:solidFill>
                <a:effectLst/>
                <a:uFillTx/>
                <a:latin typeface="Arial"/>
                <a:ea typeface="Arial"/>
              </a:rPr>
              <a:t>Pasting</a:t>
            </a:r>
            <a:endParaRPr lang="es-ES" sz="1200" b="0" u="none" strike="noStrike">
              <a:solidFill>
                <a:srgbClr val="FFFFFF"/>
              </a:solidFill>
              <a:effectLst/>
              <a:uFillTx/>
              <a:latin typeface="Arial"/>
            </a:endParaRPr>
          </a:p>
          <a:p>
            <a:pPr algn="ctr">
              <a:lnSpc>
                <a:spcPct val="100000"/>
              </a:lnSpc>
            </a:pPr>
            <a:r>
              <a:rPr lang="es-ES" sz="1100" b="0" i="1" u="none" strike="noStrike">
                <a:solidFill>
                  <a:schemeClr val="lt1"/>
                </a:solidFill>
                <a:effectLst/>
                <a:uFillTx/>
                <a:latin typeface="Arial"/>
                <a:ea typeface="Arial"/>
              </a:rPr>
              <a:t>El muestreo para los modelos del ensemble se realiza SIN mediante reemplazamiento</a:t>
            </a:r>
            <a:endParaRPr lang="es-ES" sz="1100" b="0" u="none" strike="noStrike">
              <a:solidFill>
                <a:srgbClr val="FFFFFF"/>
              </a:solidFill>
              <a:effectLst/>
              <a:uFillTx/>
              <a:latin typeface="Arial"/>
            </a:endParaRPr>
          </a:p>
        </p:txBody>
      </p:sp>
      <p:sp>
        <p:nvSpPr>
          <p:cNvPr id="142" name="CuadroTexto 16"/>
          <p:cNvSpPr/>
          <p:nvPr/>
        </p:nvSpPr>
        <p:spPr>
          <a:xfrm>
            <a:off x="8353080" y="1997640"/>
            <a:ext cx="2680200" cy="775800"/>
          </a:xfrm>
          <a:prstGeom prst="rect">
            <a:avLst/>
          </a:prstGeom>
          <a:noFill/>
          <a:ln w="0">
            <a:noFill/>
          </a:ln>
        </p:spPr>
        <p:style>
          <a:lnRef idx="0"/>
          <a:fillRef idx="0"/>
          <a:effectRef idx="0"/>
          <a:fontRef idx="minor"/>
        </p:style>
        <p:txBody>
          <a:bodyPr lIns="90000" tIns="45000" rIns="90000" bIns="45000" anchor="t">
            <a:spAutoFit/>
          </a:bodyPr>
          <a:p>
            <a:pPr algn="ctr">
              <a:lnSpc>
                <a:spcPct val="100000"/>
              </a:lnSpc>
            </a:pPr>
            <a:r>
              <a:rPr lang="es-ES" sz="1200" b="1" u="none" strike="noStrike">
                <a:solidFill>
                  <a:schemeClr val="lt1"/>
                </a:solidFill>
                <a:effectLst/>
                <a:uFillTx/>
                <a:latin typeface="Arial"/>
                <a:ea typeface="Arial"/>
              </a:rPr>
              <a:t>Secuenciales o Boosting</a:t>
            </a:r>
            <a:endParaRPr lang="es-ES" sz="1200" b="0" u="none" strike="noStrike">
              <a:solidFill>
                <a:srgbClr val="FFFFFF"/>
              </a:solidFill>
              <a:effectLst/>
              <a:uFillTx/>
              <a:latin typeface="Arial"/>
            </a:endParaRPr>
          </a:p>
          <a:p>
            <a:pPr algn="ctr">
              <a:lnSpc>
                <a:spcPct val="100000"/>
              </a:lnSpc>
            </a:pPr>
            <a:r>
              <a:rPr lang="es-ES" sz="1100" b="0" i="1" u="none" strike="noStrike">
                <a:solidFill>
                  <a:schemeClr val="lt1"/>
                </a:solidFill>
                <a:effectLst/>
                <a:uFillTx/>
                <a:latin typeface="Arial"/>
                <a:ea typeface="Arial"/>
              </a:rPr>
              <a:t>El output del primer modelo sirve de input para el siguiente, que corregirá los errores del anterior.</a:t>
            </a:r>
            <a:endParaRPr lang="es-ES" sz="1100" b="0" u="none" strike="noStrike">
              <a:solidFill>
                <a:srgbClr val="FFFFFF"/>
              </a:solidFill>
              <a:effectLst/>
              <a:uFillTx/>
              <a:latin typeface="Arial"/>
            </a:endParaRPr>
          </a:p>
        </p:txBody>
      </p:sp>
      <p:cxnSp>
        <p:nvCxnSpPr>
          <p:cNvPr id="143" name="Conector recto de flecha 4"/>
          <p:cNvCxnSpPr/>
          <p:nvPr/>
        </p:nvCxnSpPr>
        <p:spPr>
          <a:xfrm flipH="1">
            <a:off x="2991600" y="2613600"/>
            <a:ext cx="906120" cy="253080"/>
          </a:xfrm>
          <a:prstGeom prst="straightConnector1">
            <a:avLst/>
          </a:prstGeom>
          <a:ln w="28575">
            <a:solidFill>
              <a:srgbClr val="F2F2F2"/>
            </a:solidFill>
            <a:round/>
            <a:tailEnd len="med" type="triangle" w="med"/>
          </a:ln>
        </p:spPr>
      </p:cxnSp>
      <p:cxnSp>
        <p:nvCxnSpPr>
          <p:cNvPr id="144" name="Conector recto de flecha 19"/>
          <p:cNvCxnSpPr/>
          <p:nvPr/>
        </p:nvCxnSpPr>
        <p:spPr>
          <a:xfrm>
            <a:off x="5070240" y="2613600"/>
            <a:ext cx="602640" cy="298440"/>
          </a:xfrm>
          <a:prstGeom prst="straightConnector1">
            <a:avLst/>
          </a:prstGeom>
          <a:ln w="28575">
            <a:solidFill>
              <a:srgbClr val="F2F2F2"/>
            </a:solidFill>
            <a:round/>
            <a:tailEnd len="med" type="triangle" w="med"/>
          </a:ln>
        </p:spPr>
      </p:cxnSp>
      <p:cxnSp>
        <p:nvCxnSpPr>
          <p:cNvPr id="145" name="Conector recto de flecha 21"/>
          <p:cNvCxnSpPr/>
          <p:nvPr/>
        </p:nvCxnSpPr>
        <p:spPr>
          <a:xfrm>
            <a:off x="3295080" y="3859200"/>
            <a:ext cx="602640" cy="556200"/>
          </a:xfrm>
          <a:prstGeom prst="straightConnector1">
            <a:avLst/>
          </a:prstGeom>
          <a:ln w="28575">
            <a:solidFill>
              <a:srgbClr val="F2F2F2"/>
            </a:solidFill>
            <a:round/>
            <a:tailEnd len="med" type="triangle" w="med"/>
          </a:ln>
        </p:spPr>
      </p:cxnSp>
      <p:cxnSp>
        <p:nvCxnSpPr>
          <p:cNvPr id="146" name="Conector recto de flecha 23"/>
          <p:cNvCxnSpPr/>
          <p:nvPr/>
        </p:nvCxnSpPr>
        <p:spPr>
          <a:xfrm flipH="1">
            <a:off x="1473480" y="3821040"/>
            <a:ext cx="594000" cy="568800"/>
          </a:xfrm>
          <a:prstGeom prst="straightConnector1">
            <a:avLst/>
          </a:prstGeom>
          <a:ln w="28575">
            <a:solidFill>
              <a:srgbClr val="F2F2F2"/>
            </a:solidFill>
            <a:round/>
            <a:tailEnd len="med" type="triangle" w="med"/>
          </a:ln>
        </p:spPr>
      </p:cxnSp>
      <p:sp>
        <p:nvSpPr>
          <p:cNvPr id="147" name="CuadroTexto 25"/>
          <p:cNvSpPr/>
          <p:nvPr/>
        </p:nvSpPr>
        <p:spPr>
          <a:xfrm>
            <a:off x="6256440" y="5821560"/>
            <a:ext cx="5113080" cy="455400"/>
          </a:xfrm>
          <a:prstGeom prst="rect">
            <a:avLst/>
          </a:prstGeom>
          <a:noFill/>
          <a:ln w="0">
            <a:noFill/>
          </a:ln>
        </p:spPr>
        <p:style>
          <a:lnRef idx="0"/>
          <a:fillRef idx="0"/>
          <a:effectRef idx="0"/>
          <a:fontRef idx="minor"/>
        </p:style>
        <p:txBody>
          <a:bodyPr lIns="90000" tIns="45000" rIns="90000" bIns="45000" anchor="t">
            <a:spAutoFit/>
          </a:bodyPr>
          <a:p>
            <a:pPr algn="r">
              <a:lnSpc>
                <a:spcPct val="100000"/>
              </a:lnSpc>
            </a:pPr>
            <a:r>
              <a:rPr lang="es-ES" sz="1200" b="0" u="sng" strike="noStrike">
                <a:solidFill>
                  <a:schemeClr val="lt1"/>
                </a:solidFill>
                <a:effectLst/>
                <a:uFillTx/>
                <a:latin typeface="Arial"/>
                <a:ea typeface="Arial"/>
              </a:rPr>
              <a:t>Para todos los modelos vistos en esta presentación tenemos las versiones de clasificación y regresión en sklearn</a:t>
            </a:r>
            <a:endParaRPr lang="es-E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PlaceHolder 1"/>
          <p:cNvSpPr>
            <a:spLocks noGrp="1"/>
          </p:cNvSpPr>
          <p:nvPr>
            <p:ph type="title"/>
          </p:nvPr>
        </p:nvSpPr>
        <p:spPr>
          <a:xfrm>
            <a:off x="2276640" y="2330280"/>
            <a:ext cx="7638120" cy="2197080"/>
          </a:xfrm>
          <a:prstGeom prst="rect">
            <a:avLst/>
          </a:prstGeom>
          <a:noFill/>
          <a:ln w="0">
            <a:noFill/>
          </a:ln>
        </p:spPr>
        <p:txBody>
          <a:bodyPr lIns="91440" tIns="45720" rIns="91440" bIns="45720" anchor="ctr">
            <a:noAutofit/>
          </a:bodyPr>
          <a:p>
            <a:pPr indent="0" algn="ctr">
              <a:lnSpc>
                <a:spcPct val="90000"/>
              </a:lnSpc>
              <a:buNone/>
              <a:tabLst>
                <a:tab pos="0" algn="l"/>
              </a:tabLst>
            </a:pPr>
            <a:r>
              <a:rPr lang="en-GB" sz="4400" b="0" u="none" strike="noStrike">
                <a:solidFill>
                  <a:srgbClr val="FF0000"/>
                </a:solidFill>
                <a:effectLst/>
                <a:uFillTx/>
                <a:latin typeface="Calibri"/>
                <a:ea typeface="Calibri"/>
              </a:rPr>
              <a:t>Votación</a:t>
            </a:r>
            <a:endParaRPr lang="es-ES" sz="4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PlaceHolder 1"/>
          <p:cNvSpPr>
            <a:spLocks noGrp="1"/>
          </p:cNvSpPr>
          <p:nvPr>
            <p:ph type="title"/>
          </p:nvPr>
        </p:nvSpPr>
        <p:spPr>
          <a:xfrm>
            <a:off x="684360" y="574920"/>
            <a:ext cx="7638120" cy="1077840"/>
          </a:xfrm>
          <a:prstGeom prst="rect">
            <a:avLst/>
          </a:prstGeom>
          <a:noFill/>
          <a:ln w="0">
            <a:noFill/>
          </a:ln>
        </p:spPr>
        <p:txBody>
          <a:bodyPr lIns="91440" tIns="45720" rIns="91440" bIns="45720" anchor="ctr">
            <a:noAutofit/>
          </a:bodyPr>
          <a:p>
            <a:pPr indent="0" algn="l">
              <a:lnSpc>
                <a:spcPct val="90000"/>
              </a:lnSpc>
              <a:buNone/>
              <a:tabLst>
                <a:tab pos="0" algn="l"/>
              </a:tabLst>
            </a:pPr>
            <a:r>
              <a:rPr lang="en-GB" sz="4400" b="0" u="none" strike="noStrike">
                <a:solidFill>
                  <a:srgbClr val="FF0000"/>
                </a:solidFill>
                <a:effectLst/>
                <a:uFillTx/>
                <a:latin typeface="Calibri"/>
                <a:ea typeface="Calibri"/>
              </a:rPr>
              <a:t>Algoritmos de votación</a:t>
            </a:r>
            <a:endParaRPr lang="es-ES" sz="4400" b="0" u="none" strike="noStrike">
              <a:solidFill>
                <a:srgbClr val="FFFFFF"/>
              </a:solidFill>
              <a:effectLst/>
              <a:uFillTx/>
              <a:latin typeface="Arial"/>
            </a:endParaRPr>
          </a:p>
        </p:txBody>
      </p:sp>
      <p:sp>
        <p:nvSpPr>
          <p:cNvPr id="150" name="CuadroTexto 2"/>
          <p:cNvSpPr/>
          <p:nvPr/>
        </p:nvSpPr>
        <p:spPr>
          <a:xfrm>
            <a:off x="2991600" y="1953000"/>
            <a:ext cx="2680200" cy="608040"/>
          </a:xfrm>
          <a:prstGeom prst="rect">
            <a:avLst/>
          </a:prstGeom>
          <a:noFill/>
          <a:ln w="0">
            <a:noFill/>
          </a:ln>
        </p:spPr>
        <p:style>
          <a:lnRef idx="0"/>
          <a:fillRef idx="0"/>
          <a:effectRef idx="0"/>
          <a:fontRef idx="minor"/>
        </p:style>
        <p:txBody>
          <a:bodyPr lIns="90000" tIns="45000" rIns="90000" bIns="45000" anchor="t">
            <a:spAutoFit/>
          </a:bodyPr>
          <a:p>
            <a:pPr algn="ctr">
              <a:lnSpc>
                <a:spcPct val="100000"/>
              </a:lnSpc>
            </a:pPr>
            <a:r>
              <a:rPr lang="es-ES" sz="1200" b="1" u="none" strike="noStrike">
                <a:solidFill>
                  <a:schemeClr val="lt1"/>
                </a:solidFill>
                <a:effectLst/>
                <a:uFillTx/>
                <a:latin typeface="Arial"/>
                <a:ea typeface="Arial"/>
              </a:rPr>
              <a:t>Votación</a:t>
            </a:r>
            <a:endParaRPr lang="es-ES" sz="1200" b="0" u="none" strike="noStrike">
              <a:solidFill>
                <a:srgbClr val="FFFFFF"/>
              </a:solidFill>
              <a:effectLst/>
              <a:uFillTx/>
              <a:latin typeface="Arial"/>
            </a:endParaRPr>
          </a:p>
          <a:p>
            <a:pPr algn="ctr">
              <a:lnSpc>
                <a:spcPct val="100000"/>
              </a:lnSpc>
            </a:pPr>
            <a:r>
              <a:rPr lang="es-ES" sz="1100" b="0" i="1" u="none" strike="noStrike">
                <a:solidFill>
                  <a:schemeClr val="lt1"/>
                </a:solidFill>
                <a:effectLst/>
                <a:uFillTx/>
                <a:latin typeface="Arial"/>
                <a:ea typeface="Arial"/>
              </a:rPr>
              <a:t>Varios modelos trabajan en paralelo y se agregan sus outputs</a:t>
            </a:r>
            <a:endParaRPr lang="es-ES" sz="1100" b="0" u="none" strike="noStrike">
              <a:solidFill>
                <a:srgbClr val="FFFFFF"/>
              </a:solidFill>
              <a:effectLst/>
              <a:uFillTx/>
              <a:latin typeface="Arial"/>
            </a:endParaRPr>
          </a:p>
        </p:txBody>
      </p:sp>
      <p:sp>
        <p:nvSpPr>
          <p:cNvPr id="151" name="CuadroTexto 12"/>
          <p:cNvSpPr/>
          <p:nvPr/>
        </p:nvSpPr>
        <p:spPr>
          <a:xfrm>
            <a:off x="1180800" y="2996640"/>
            <a:ext cx="3150720" cy="775800"/>
          </a:xfrm>
          <a:prstGeom prst="rect">
            <a:avLst/>
          </a:prstGeom>
          <a:noFill/>
          <a:ln w="0">
            <a:noFill/>
          </a:ln>
        </p:spPr>
        <p:style>
          <a:lnRef idx="0"/>
          <a:fillRef idx="0"/>
          <a:effectRef idx="0"/>
          <a:fontRef idx="minor"/>
        </p:style>
        <p:txBody>
          <a:bodyPr lIns="90000" tIns="45000" rIns="90000" bIns="45000" anchor="t">
            <a:spAutoFit/>
          </a:bodyPr>
          <a:p>
            <a:pPr algn="ctr">
              <a:lnSpc>
                <a:spcPct val="100000"/>
              </a:lnSpc>
            </a:pPr>
            <a:r>
              <a:rPr lang="es-ES" sz="1200" b="1" u="none" strike="noStrike">
                <a:solidFill>
                  <a:schemeClr val="lt1"/>
                </a:solidFill>
                <a:effectLst/>
                <a:uFillTx/>
                <a:latin typeface="Arial"/>
                <a:ea typeface="Arial"/>
              </a:rPr>
              <a:t>Mismos modelos</a:t>
            </a:r>
            <a:endParaRPr lang="es-ES" sz="1200" b="0" u="none" strike="noStrike">
              <a:solidFill>
                <a:srgbClr val="FFFFFF"/>
              </a:solidFill>
              <a:effectLst/>
              <a:uFillTx/>
              <a:latin typeface="Arial"/>
            </a:endParaRPr>
          </a:p>
          <a:p>
            <a:pPr algn="ctr">
              <a:lnSpc>
                <a:spcPct val="100000"/>
              </a:lnSpc>
            </a:pPr>
            <a:r>
              <a:rPr lang="es-ES" sz="1100" b="0" i="1" u="none" strike="noStrike">
                <a:solidFill>
                  <a:schemeClr val="lt1"/>
                </a:solidFill>
                <a:effectLst/>
                <a:uFillTx/>
                <a:latin typeface="Arial"/>
                <a:ea typeface="Arial"/>
              </a:rPr>
              <a:t>Cada modelo del sistema de votación es del mismo tipo (DecissionTree, LogisticRegression…)</a:t>
            </a:r>
            <a:endParaRPr lang="es-ES" sz="1100" b="0" u="none" strike="noStrike">
              <a:solidFill>
                <a:srgbClr val="FFFFFF"/>
              </a:solidFill>
              <a:effectLst/>
              <a:uFillTx/>
              <a:latin typeface="Arial"/>
            </a:endParaRPr>
          </a:p>
        </p:txBody>
      </p:sp>
      <p:sp>
        <p:nvSpPr>
          <p:cNvPr id="152" name="CuadroTexto 13"/>
          <p:cNvSpPr/>
          <p:nvPr/>
        </p:nvSpPr>
        <p:spPr>
          <a:xfrm>
            <a:off x="4332240" y="3016080"/>
            <a:ext cx="3150720" cy="608040"/>
          </a:xfrm>
          <a:prstGeom prst="rect">
            <a:avLst/>
          </a:prstGeom>
          <a:noFill/>
          <a:ln w="0">
            <a:noFill/>
          </a:ln>
        </p:spPr>
        <p:style>
          <a:lnRef idx="0"/>
          <a:fillRef idx="0"/>
          <a:effectRef idx="0"/>
          <a:fontRef idx="minor"/>
        </p:style>
        <p:txBody>
          <a:bodyPr lIns="90000" tIns="45000" rIns="90000" bIns="45000" anchor="t">
            <a:spAutoFit/>
          </a:bodyPr>
          <a:p>
            <a:pPr algn="ctr">
              <a:lnSpc>
                <a:spcPct val="100000"/>
              </a:lnSpc>
            </a:pPr>
            <a:r>
              <a:rPr lang="es-ES" sz="1200" b="1" u="none" strike="noStrike">
                <a:solidFill>
                  <a:schemeClr val="lt1"/>
                </a:solidFill>
                <a:effectLst/>
                <a:uFillTx/>
                <a:latin typeface="Arial"/>
                <a:ea typeface="Arial"/>
              </a:rPr>
              <a:t>Distintos modelos (Voting)</a:t>
            </a:r>
            <a:endParaRPr lang="es-ES" sz="1200" b="0" u="none" strike="noStrike">
              <a:solidFill>
                <a:srgbClr val="FFFFFF"/>
              </a:solidFill>
              <a:effectLst/>
              <a:uFillTx/>
              <a:latin typeface="Arial"/>
            </a:endParaRPr>
          </a:p>
          <a:p>
            <a:pPr algn="ctr">
              <a:lnSpc>
                <a:spcPct val="100000"/>
              </a:lnSpc>
            </a:pPr>
            <a:r>
              <a:rPr lang="es-ES" sz="1100" b="0" i="1" u="none" strike="noStrike">
                <a:solidFill>
                  <a:schemeClr val="lt1"/>
                </a:solidFill>
                <a:effectLst/>
                <a:uFillTx/>
                <a:latin typeface="Arial"/>
                <a:ea typeface="Arial"/>
              </a:rPr>
              <a:t>Se combinan modelos de varios tipos para conformar el sistema de votaciones</a:t>
            </a:r>
            <a:endParaRPr lang="es-ES" sz="1100" b="0" u="none" strike="noStrike">
              <a:solidFill>
                <a:srgbClr val="FFFFFF"/>
              </a:solidFill>
              <a:effectLst/>
              <a:uFillTx/>
              <a:latin typeface="Arial"/>
            </a:endParaRPr>
          </a:p>
        </p:txBody>
      </p:sp>
      <p:sp>
        <p:nvSpPr>
          <p:cNvPr id="153" name="CuadroTexto 14"/>
          <p:cNvSpPr/>
          <p:nvPr/>
        </p:nvSpPr>
        <p:spPr>
          <a:xfrm>
            <a:off x="190800" y="4532760"/>
            <a:ext cx="2565000" cy="775800"/>
          </a:xfrm>
          <a:prstGeom prst="rect">
            <a:avLst/>
          </a:prstGeom>
          <a:noFill/>
          <a:ln w="0">
            <a:noFill/>
          </a:ln>
        </p:spPr>
        <p:style>
          <a:lnRef idx="0"/>
          <a:fillRef idx="0"/>
          <a:effectRef idx="0"/>
          <a:fontRef idx="minor"/>
        </p:style>
        <p:txBody>
          <a:bodyPr lIns="90000" tIns="45000" rIns="90000" bIns="45000" anchor="t">
            <a:spAutoFit/>
          </a:bodyPr>
          <a:p>
            <a:pPr algn="ctr">
              <a:lnSpc>
                <a:spcPct val="100000"/>
              </a:lnSpc>
            </a:pPr>
            <a:r>
              <a:rPr lang="es-ES" sz="1200" b="1" u="none" strike="noStrike">
                <a:solidFill>
                  <a:schemeClr val="lt1"/>
                </a:solidFill>
                <a:effectLst/>
                <a:uFillTx/>
                <a:latin typeface="Arial"/>
                <a:ea typeface="Arial"/>
              </a:rPr>
              <a:t>Bagging</a:t>
            </a:r>
            <a:endParaRPr lang="es-ES" sz="1200" b="0" u="none" strike="noStrike">
              <a:solidFill>
                <a:srgbClr val="FFFFFF"/>
              </a:solidFill>
              <a:effectLst/>
              <a:uFillTx/>
              <a:latin typeface="Arial"/>
            </a:endParaRPr>
          </a:p>
          <a:p>
            <a:pPr algn="ctr">
              <a:lnSpc>
                <a:spcPct val="100000"/>
              </a:lnSpc>
            </a:pPr>
            <a:r>
              <a:rPr lang="es-ES" sz="1100" b="0" i="1" u="none" strike="noStrike">
                <a:solidFill>
                  <a:schemeClr val="lt1"/>
                </a:solidFill>
                <a:effectLst/>
                <a:uFillTx/>
                <a:latin typeface="Arial"/>
                <a:ea typeface="Arial"/>
              </a:rPr>
              <a:t>El muestreo para los modelos del ensemble se realiza mediante reemplazamiento</a:t>
            </a:r>
            <a:endParaRPr lang="es-ES" sz="1100" b="0" u="none" strike="noStrike">
              <a:solidFill>
                <a:srgbClr val="FFFFFF"/>
              </a:solidFill>
              <a:effectLst/>
              <a:uFillTx/>
              <a:latin typeface="Arial"/>
            </a:endParaRPr>
          </a:p>
        </p:txBody>
      </p:sp>
      <p:sp>
        <p:nvSpPr>
          <p:cNvPr id="154" name="CuadroTexto 15"/>
          <p:cNvSpPr/>
          <p:nvPr/>
        </p:nvSpPr>
        <p:spPr>
          <a:xfrm>
            <a:off x="2756520" y="4519800"/>
            <a:ext cx="2565000" cy="775800"/>
          </a:xfrm>
          <a:prstGeom prst="rect">
            <a:avLst/>
          </a:prstGeom>
          <a:noFill/>
          <a:ln w="0">
            <a:noFill/>
          </a:ln>
        </p:spPr>
        <p:style>
          <a:lnRef idx="0"/>
          <a:fillRef idx="0"/>
          <a:effectRef idx="0"/>
          <a:fontRef idx="minor"/>
        </p:style>
        <p:txBody>
          <a:bodyPr lIns="90000" tIns="45000" rIns="90000" bIns="45000" anchor="t">
            <a:spAutoFit/>
          </a:bodyPr>
          <a:p>
            <a:pPr algn="ctr">
              <a:lnSpc>
                <a:spcPct val="100000"/>
              </a:lnSpc>
            </a:pPr>
            <a:r>
              <a:rPr lang="es-ES" sz="1200" b="1" u="none" strike="noStrike">
                <a:solidFill>
                  <a:schemeClr val="lt1"/>
                </a:solidFill>
                <a:effectLst/>
                <a:uFillTx/>
                <a:latin typeface="Arial"/>
                <a:ea typeface="Arial"/>
              </a:rPr>
              <a:t>Pasting</a:t>
            </a:r>
            <a:endParaRPr lang="es-ES" sz="1200" b="0" u="none" strike="noStrike">
              <a:solidFill>
                <a:srgbClr val="FFFFFF"/>
              </a:solidFill>
              <a:effectLst/>
              <a:uFillTx/>
              <a:latin typeface="Arial"/>
            </a:endParaRPr>
          </a:p>
          <a:p>
            <a:pPr algn="ctr">
              <a:lnSpc>
                <a:spcPct val="100000"/>
              </a:lnSpc>
            </a:pPr>
            <a:r>
              <a:rPr lang="es-ES" sz="1100" b="0" i="1" u="none" strike="noStrike">
                <a:solidFill>
                  <a:schemeClr val="lt1"/>
                </a:solidFill>
                <a:effectLst/>
                <a:uFillTx/>
                <a:latin typeface="Arial"/>
                <a:ea typeface="Arial"/>
              </a:rPr>
              <a:t>El muestreo para los modelos del ensemble se realiza SIN mediante reemplazamiento</a:t>
            </a:r>
            <a:endParaRPr lang="es-ES" sz="1100" b="0" u="none" strike="noStrike">
              <a:solidFill>
                <a:srgbClr val="FFFFFF"/>
              </a:solidFill>
              <a:effectLst/>
              <a:uFillTx/>
              <a:latin typeface="Arial"/>
            </a:endParaRPr>
          </a:p>
        </p:txBody>
      </p:sp>
      <p:cxnSp>
        <p:nvCxnSpPr>
          <p:cNvPr id="155" name="Conector recto de flecha 4"/>
          <p:cNvCxnSpPr/>
          <p:nvPr/>
        </p:nvCxnSpPr>
        <p:spPr>
          <a:xfrm flipH="1">
            <a:off x="2991600" y="2613600"/>
            <a:ext cx="906120" cy="253080"/>
          </a:xfrm>
          <a:prstGeom prst="straightConnector1">
            <a:avLst/>
          </a:prstGeom>
          <a:ln w="28575">
            <a:solidFill>
              <a:srgbClr val="F2F2F2"/>
            </a:solidFill>
            <a:round/>
            <a:tailEnd len="med" type="triangle" w="med"/>
          </a:ln>
        </p:spPr>
      </p:cxnSp>
      <p:cxnSp>
        <p:nvCxnSpPr>
          <p:cNvPr id="156" name="Conector recto de flecha 19"/>
          <p:cNvCxnSpPr/>
          <p:nvPr/>
        </p:nvCxnSpPr>
        <p:spPr>
          <a:xfrm>
            <a:off x="5070240" y="2613600"/>
            <a:ext cx="602640" cy="298440"/>
          </a:xfrm>
          <a:prstGeom prst="straightConnector1">
            <a:avLst/>
          </a:prstGeom>
          <a:ln w="28575">
            <a:solidFill>
              <a:srgbClr val="F2F2F2"/>
            </a:solidFill>
            <a:round/>
            <a:tailEnd len="med" type="triangle" w="med"/>
          </a:ln>
        </p:spPr>
      </p:cxnSp>
      <p:cxnSp>
        <p:nvCxnSpPr>
          <p:cNvPr id="157" name="Conector recto de flecha 21"/>
          <p:cNvCxnSpPr/>
          <p:nvPr/>
        </p:nvCxnSpPr>
        <p:spPr>
          <a:xfrm>
            <a:off x="3295080" y="3859200"/>
            <a:ext cx="602640" cy="556200"/>
          </a:xfrm>
          <a:prstGeom prst="straightConnector1">
            <a:avLst/>
          </a:prstGeom>
          <a:ln w="28575">
            <a:solidFill>
              <a:srgbClr val="F2F2F2"/>
            </a:solidFill>
            <a:round/>
            <a:tailEnd len="med" type="triangle" w="med"/>
          </a:ln>
        </p:spPr>
      </p:cxnSp>
      <p:cxnSp>
        <p:nvCxnSpPr>
          <p:cNvPr id="158" name="Conector recto de flecha 23"/>
          <p:cNvCxnSpPr/>
          <p:nvPr/>
        </p:nvCxnSpPr>
        <p:spPr>
          <a:xfrm flipH="1">
            <a:off x="1473480" y="3821040"/>
            <a:ext cx="594000" cy="568800"/>
          </a:xfrm>
          <a:prstGeom prst="straightConnector1">
            <a:avLst/>
          </a:prstGeom>
          <a:ln w="28575">
            <a:solidFill>
              <a:srgbClr val="F2F2F2"/>
            </a:solidFill>
            <a:round/>
            <a:tailEnd len="med" type="triangle" w="med"/>
          </a:ln>
        </p:spPr>
      </p:cxnSp>
      <p:sp>
        <p:nvSpPr>
          <p:cNvPr id="159" name="Google Shape;199;ga1f93e0ce7_0_93"/>
          <p:cNvSpPr/>
          <p:nvPr/>
        </p:nvSpPr>
        <p:spPr>
          <a:xfrm>
            <a:off x="7981200" y="1653480"/>
            <a:ext cx="3010320" cy="3867840"/>
          </a:xfrm>
          <a:prstGeom prst="rect">
            <a:avLst/>
          </a:prstGeom>
          <a:noFill/>
          <a:ln w="0">
            <a:noFill/>
          </a:ln>
        </p:spPr>
        <p:style>
          <a:lnRef idx="0"/>
          <a:fillRef idx="0"/>
          <a:effectRef idx="0"/>
          <a:fontRef idx="minor"/>
        </p:style>
        <p:txBody>
          <a:bodyPr lIns="90000" tIns="91440" rIns="90000" bIns="91440" anchor="t">
            <a:noAutofit/>
          </a:bodyPr>
          <a:p>
            <a:pPr algn="ctr">
              <a:lnSpc>
                <a:spcPct val="100000"/>
              </a:lnSpc>
              <a:tabLst>
                <a:tab pos="0" algn="l"/>
              </a:tabLst>
            </a:pPr>
            <a:r>
              <a:rPr lang="es-ES" sz="1600" b="1" u="sng" strike="noStrike">
                <a:solidFill>
                  <a:schemeClr val="lt1"/>
                </a:solidFill>
                <a:effectLst/>
                <a:uFillTx/>
                <a:latin typeface="Calibri"/>
                <a:ea typeface="Calibri"/>
              </a:rPr>
              <a:t>Sklearn</a:t>
            </a:r>
            <a:endParaRPr lang="es-ES" sz="1600" b="0" u="none" strike="noStrike">
              <a:solidFill>
                <a:srgbClr val="FFFFFF"/>
              </a:solidFill>
              <a:effectLst/>
              <a:uFillTx/>
              <a:latin typeface="Arial"/>
            </a:endParaRPr>
          </a:p>
          <a:p>
            <a:pPr algn="ctr">
              <a:lnSpc>
                <a:spcPct val="100000"/>
              </a:lnSpc>
              <a:tabLst>
                <a:tab pos="0" algn="l"/>
              </a:tabLst>
            </a:pPr>
            <a:r>
              <a:rPr lang="es-ES" sz="1600" b="0" i="1" u="none" strike="noStrike">
                <a:solidFill>
                  <a:schemeClr val="lt1"/>
                </a:solidFill>
                <a:effectLst/>
                <a:uFillTx/>
                <a:latin typeface="Calibri"/>
                <a:ea typeface="Calibri"/>
              </a:rPr>
              <a:t>Voting</a:t>
            </a:r>
            <a:endParaRPr lang="es-ES" sz="1600" b="0" u="none" strike="noStrike">
              <a:solidFill>
                <a:srgbClr val="FFFFFF"/>
              </a:solidFill>
              <a:effectLst/>
              <a:uFillTx/>
              <a:latin typeface="Arial"/>
            </a:endParaRPr>
          </a:p>
          <a:p>
            <a:pPr algn="ctr">
              <a:lnSpc>
                <a:spcPct val="100000"/>
              </a:lnSpc>
              <a:tabLst>
                <a:tab pos="0" algn="l"/>
              </a:tabLst>
            </a:pPr>
            <a:r>
              <a:rPr lang="es-ES" sz="1200" b="0" u="none" strike="noStrike">
                <a:solidFill>
                  <a:schemeClr val="lt1"/>
                </a:solidFill>
                <a:effectLst/>
                <a:uFillTx/>
                <a:latin typeface="Calibri"/>
                <a:ea typeface="Calibri"/>
              </a:rPr>
              <a:t>VotingClassifier</a:t>
            </a:r>
            <a:endParaRPr lang="es-ES" sz="1200" b="0" u="none" strike="noStrike">
              <a:solidFill>
                <a:srgbClr val="FFFFFF"/>
              </a:solidFill>
              <a:effectLst/>
              <a:uFillTx/>
              <a:latin typeface="Arial"/>
            </a:endParaRPr>
          </a:p>
          <a:p>
            <a:pPr algn="ctr">
              <a:lnSpc>
                <a:spcPct val="100000"/>
              </a:lnSpc>
              <a:tabLst>
                <a:tab pos="0" algn="l"/>
              </a:tabLst>
            </a:pPr>
            <a:r>
              <a:rPr lang="es-ES" sz="1200" b="0" u="none" strike="noStrike">
                <a:solidFill>
                  <a:schemeClr val="lt1"/>
                </a:solidFill>
                <a:effectLst/>
                <a:uFillTx/>
                <a:latin typeface="Calibri"/>
                <a:ea typeface="Calibri"/>
              </a:rPr>
              <a:t>VotingRegressor</a:t>
            </a:r>
            <a:endParaRPr lang="es-ES" sz="1200" b="0" u="none" strike="noStrike">
              <a:solidFill>
                <a:srgbClr val="FFFFFF"/>
              </a:solidFill>
              <a:effectLst/>
              <a:uFillTx/>
              <a:latin typeface="Arial"/>
            </a:endParaRPr>
          </a:p>
          <a:p>
            <a:pPr algn="ctr">
              <a:lnSpc>
                <a:spcPct val="100000"/>
              </a:lnSpc>
              <a:tabLst>
                <a:tab pos="0" algn="l"/>
              </a:tabLst>
            </a:pPr>
            <a:endParaRPr lang="es-ES" sz="1200" b="0" u="none" strike="noStrike">
              <a:solidFill>
                <a:srgbClr val="FFFFFF"/>
              </a:solidFill>
              <a:effectLst/>
              <a:uFillTx/>
              <a:latin typeface="Arial"/>
            </a:endParaRPr>
          </a:p>
          <a:p>
            <a:pPr algn="ctr">
              <a:lnSpc>
                <a:spcPct val="100000"/>
              </a:lnSpc>
              <a:tabLst>
                <a:tab pos="0" algn="l"/>
              </a:tabLst>
            </a:pPr>
            <a:endParaRPr lang="es-ES" sz="1200" b="0" u="none" strike="noStrike">
              <a:solidFill>
                <a:srgbClr val="FFFFFF"/>
              </a:solidFill>
              <a:effectLst/>
              <a:uFillTx/>
              <a:latin typeface="Arial"/>
            </a:endParaRPr>
          </a:p>
          <a:p>
            <a:pPr algn="ctr">
              <a:lnSpc>
                <a:spcPct val="100000"/>
              </a:lnSpc>
              <a:tabLst>
                <a:tab pos="0" algn="l"/>
              </a:tabLst>
            </a:pPr>
            <a:r>
              <a:rPr lang="es-ES" sz="1600" b="0" i="1" u="none" strike="noStrike">
                <a:solidFill>
                  <a:schemeClr val="lt1"/>
                </a:solidFill>
                <a:effectLst/>
                <a:uFillTx/>
                <a:latin typeface="Calibri"/>
                <a:ea typeface="Calibri"/>
              </a:rPr>
              <a:t>Bagging</a:t>
            </a:r>
            <a:endParaRPr lang="es-ES" sz="1600" b="0" u="none" strike="noStrike">
              <a:solidFill>
                <a:srgbClr val="FFFFFF"/>
              </a:solidFill>
              <a:effectLst/>
              <a:uFillTx/>
              <a:latin typeface="Arial"/>
            </a:endParaRPr>
          </a:p>
          <a:p>
            <a:pPr algn="ctr">
              <a:lnSpc>
                <a:spcPct val="100000"/>
              </a:lnSpc>
              <a:tabLst>
                <a:tab pos="0" algn="l"/>
              </a:tabLst>
            </a:pPr>
            <a:r>
              <a:rPr lang="es-ES" sz="1200" b="0" u="none" strike="noStrike">
                <a:solidFill>
                  <a:schemeClr val="lt1"/>
                </a:solidFill>
                <a:effectLst/>
                <a:uFillTx/>
                <a:latin typeface="Calibri"/>
                <a:ea typeface="Calibri"/>
              </a:rPr>
              <a:t>BaggingClassifier</a:t>
            </a:r>
            <a:endParaRPr lang="es-ES" sz="1200" b="0" u="none" strike="noStrike">
              <a:solidFill>
                <a:srgbClr val="FFFFFF"/>
              </a:solidFill>
              <a:effectLst/>
              <a:uFillTx/>
              <a:latin typeface="Arial"/>
            </a:endParaRPr>
          </a:p>
          <a:p>
            <a:pPr algn="ctr">
              <a:lnSpc>
                <a:spcPct val="100000"/>
              </a:lnSpc>
              <a:tabLst>
                <a:tab pos="0" algn="l"/>
              </a:tabLst>
            </a:pPr>
            <a:r>
              <a:rPr lang="es-ES" sz="1200" b="0" u="none" strike="noStrike">
                <a:solidFill>
                  <a:schemeClr val="lt1"/>
                </a:solidFill>
                <a:effectLst/>
                <a:uFillTx/>
                <a:latin typeface="Calibri"/>
                <a:ea typeface="Calibri"/>
              </a:rPr>
              <a:t>BaggingRegressor</a:t>
            </a:r>
            <a:endParaRPr lang="es-ES" sz="1200" b="0" u="none" strike="noStrike">
              <a:solidFill>
                <a:srgbClr val="FFFFFF"/>
              </a:solidFill>
              <a:effectLst/>
              <a:uFillTx/>
              <a:latin typeface="Arial"/>
            </a:endParaRPr>
          </a:p>
          <a:p>
            <a:pPr algn="ctr">
              <a:lnSpc>
                <a:spcPct val="100000"/>
              </a:lnSpc>
              <a:tabLst>
                <a:tab pos="0" algn="l"/>
              </a:tabLst>
            </a:pPr>
            <a:endParaRPr lang="es-ES" sz="1200" b="0" u="none" strike="noStrike">
              <a:solidFill>
                <a:srgbClr val="FFFFFF"/>
              </a:solidFill>
              <a:effectLst/>
              <a:uFillTx/>
              <a:latin typeface="Arial"/>
            </a:endParaRPr>
          </a:p>
          <a:p>
            <a:pPr algn="ctr">
              <a:lnSpc>
                <a:spcPct val="100000"/>
              </a:lnSpc>
              <a:tabLst>
                <a:tab pos="0" algn="l"/>
              </a:tabLst>
            </a:pPr>
            <a:r>
              <a:rPr lang="es-ES" sz="1200" b="0" u="none" strike="noStrike">
                <a:solidFill>
                  <a:schemeClr val="lt1"/>
                </a:solidFill>
                <a:effectLst/>
                <a:uFillTx/>
                <a:latin typeface="Calibri"/>
                <a:ea typeface="Calibri"/>
              </a:rPr>
              <a:t>RandomForestClassifier</a:t>
            </a:r>
            <a:endParaRPr lang="es-ES" sz="1200" b="0" u="none" strike="noStrike">
              <a:solidFill>
                <a:srgbClr val="FFFFFF"/>
              </a:solidFill>
              <a:effectLst/>
              <a:uFillTx/>
              <a:latin typeface="Arial"/>
            </a:endParaRPr>
          </a:p>
          <a:p>
            <a:pPr algn="ctr">
              <a:lnSpc>
                <a:spcPct val="100000"/>
              </a:lnSpc>
              <a:tabLst>
                <a:tab pos="0" algn="l"/>
              </a:tabLst>
            </a:pPr>
            <a:r>
              <a:rPr lang="es-ES" sz="1200" b="0" u="none" strike="noStrike">
                <a:solidFill>
                  <a:schemeClr val="lt1"/>
                </a:solidFill>
                <a:effectLst/>
                <a:uFillTx/>
                <a:latin typeface="Calibri"/>
                <a:ea typeface="Calibri"/>
              </a:rPr>
              <a:t>RandomForestRegressor</a:t>
            </a:r>
            <a:endParaRPr lang="es-ES" sz="1200" b="0" u="none" strike="noStrike">
              <a:solidFill>
                <a:srgbClr val="FFFFFF"/>
              </a:solidFill>
              <a:effectLst/>
              <a:uFillTx/>
              <a:latin typeface="Arial"/>
            </a:endParaRPr>
          </a:p>
          <a:p>
            <a:pPr algn="ctr">
              <a:lnSpc>
                <a:spcPct val="100000"/>
              </a:lnSpc>
              <a:tabLst>
                <a:tab pos="0" algn="l"/>
              </a:tabLst>
            </a:pPr>
            <a:endParaRPr lang="es-ES" sz="1200" b="0" u="none" strike="noStrike">
              <a:solidFill>
                <a:srgbClr val="FFFFFF"/>
              </a:solidFill>
              <a:effectLst/>
              <a:uFillTx/>
              <a:latin typeface="Arial"/>
            </a:endParaRPr>
          </a:p>
          <a:p>
            <a:pPr algn="ctr">
              <a:lnSpc>
                <a:spcPct val="100000"/>
              </a:lnSpc>
              <a:tabLst>
                <a:tab pos="0" algn="l"/>
              </a:tabLst>
            </a:pPr>
            <a:endParaRPr lang="es-ES" sz="1200" b="0" u="none" strike="noStrike">
              <a:solidFill>
                <a:srgbClr val="FFFFFF"/>
              </a:solidFill>
              <a:effectLst/>
              <a:uFillTx/>
              <a:latin typeface="Arial"/>
            </a:endParaRPr>
          </a:p>
          <a:p>
            <a:pPr algn="ctr">
              <a:lnSpc>
                <a:spcPct val="100000"/>
              </a:lnSpc>
              <a:tabLst>
                <a:tab pos="0" algn="l"/>
              </a:tabLst>
            </a:pPr>
            <a:r>
              <a:rPr lang="es-ES" sz="1600" b="0" i="1" u="none" strike="noStrike">
                <a:solidFill>
                  <a:schemeClr val="lt1"/>
                </a:solidFill>
                <a:effectLst/>
                <a:uFillTx/>
                <a:latin typeface="Calibri"/>
                <a:ea typeface="Calibri"/>
              </a:rPr>
              <a:t>Pasting</a:t>
            </a:r>
            <a:endParaRPr lang="es-ES" sz="1600" b="0" u="none" strike="noStrike">
              <a:solidFill>
                <a:srgbClr val="FFFFFF"/>
              </a:solidFill>
              <a:effectLst/>
              <a:uFillTx/>
              <a:latin typeface="Arial"/>
            </a:endParaRPr>
          </a:p>
          <a:p>
            <a:pPr algn="ctr">
              <a:lnSpc>
                <a:spcPct val="100000"/>
              </a:lnSpc>
              <a:tabLst>
                <a:tab pos="0" algn="l"/>
              </a:tabLst>
            </a:pPr>
            <a:r>
              <a:rPr lang="es-ES" sz="1200" b="0" u="none" strike="noStrike">
                <a:solidFill>
                  <a:schemeClr val="lt1"/>
                </a:solidFill>
                <a:effectLst/>
                <a:uFillTx/>
                <a:latin typeface="Calibri"/>
                <a:ea typeface="Calibri"/>
              </a:rPr>
              <a:t>BaggingClassifier</a:t>
            </a:r>
            <a:endParaRPr lang="es-ES" sz="1200" b="0" u="none" strike="noStrike">
              <a:solidFill>
                <a:srgbClr val="FFFFFF"/>
              </a:solidFill>
              <a:effectLst/>
              <a:uFillTx/>
              <a:latin typeface="Arial"/>
            </a:endParaRPr>
          </a:p>
          <a:p>
            <a:pPr algn="ctr">
              <a:lnSpc>
                <a:spcPct val="100000"/>
              </a:lnSpc>
              <a:tabLst>
                <a:tab pos="0" algn="l"/>
              </a:tabLst>
            </a:pPr>
            <a:r>
              <a:rPr lang="es-ES" sz="1200" b="0" u="none" strike="noStrike">
                <a:solidFill>
                  <a:schemeClr val="lt1"/>
                </a:solidFill>
                <a:effectLst/>
                <a:uFillTx/>
                <a:latin typeface="Calibri"/>
                <a:ea typeface="Calibri"/>
              </a:rPr>
              <a:t>BaggingRegressor</a:t>
            </a:r>
            <a:endParaRPr lang="es-ES" sz="1200" b="0" u="none" strike="noStrike">
              <a:solidFill>
                <a:srgbClr val="FFFFFF"/>
              </a:solidFill>
              <a:effectLst/>
              <a:uFillTx/>
              <a:latin typeface="Arial"/>
            </a:endParaRPr>
          </a:p>
          <a:p>
            <a:pPr algn="ctr">
              <a:lnSpc>
                <a:spcPct val="100000"/>
              </a:lnSpc>
              <a:tabLst>
                <a:tab pos="0" algn="l"/>
              </a:tabLst>
            </a:pPr>
            <a:endParaRPr lang="es-ES" sz="1200" b="0" u="none" strike="noStrike">
              <a:solidFill>
                <a:srgbClr val="FFFFFF"/>
              </a:solidFill>
              <a:effectLst/>
              <a:uFillTx/>
              <a:latin typeface="Arial"/>
            </a:endParaRPr>
          </a:p>
          <a:p>
            <a:pPr algn="ctr">
              <a:lnSpc>
                <a:spcPct val="100000"/>
              </a:lnSpc>
              <a:tabLst>
                <a:tab pos="0" algn="l"/>
              </a:tabLst>
            </a:pPr>
            <a:endParaRPr lang="es-ES" sz="1200" b="0" u="none" strike="noStrike">
              <a:solidFill>
                <a:srgbClr val="FFFFFF"/>
              </a:solidFill>
              <a:effectLst/>
              <a:uFillTx/>
              <a:latin typeface="Arial"/>
            </a:endParaRPr>
          </a:p>
          <a:p>
            <a:pPr algn="ctr">
              <a:lnSpc>
                <a:spcPct val="100000"/>
              </a:lnSpc>
              <a:tabLst>
                <a:tab pos="0" algn="l"/>
              </a:tabLst>
            </a:pPr>
            <a:endParaRPr lang="es-ES" sz="1200" b="0" u="none" strike="noStrike">
              <a:solidFill>
                <a:srgbClr val="FFFFFF"/>
              </a:solidFill>
              <a:effectLst/>
              <a:uFillTx/>
              <a:latin typeface="Arial"/>
            </a:endParaRPr>
          </a:p>
          <a:p>
            <a:pPr algn="ctr">
              <a:lnSpc>
                <a:spcPct val="100000"/>
              </a:lnSpc>
              <a:tabLst>
                <a:tab pos="0" algn="l"/>
              </a:tabLst>
            </a:pPr>
            <a:endParaRPr lang="es-E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PlaceHolder 1"/>
          <p:cNvSpPr>
            <a:spLocks noGrp="1"/>
          </p:cNvSpPr>
          <p:nvPr>
            <p:ph type="title"/>
          </p:nvPr>
        </p:nvSpPr>
        <p:spPr>
          <a:xfrm>
            <a:off x="418320" y="535680"/>
            <a:ext cx="8849520" cy="1077840"/>
          </a:xfrm>
          <a:prstGeom prst="rect">
            <a:avLst/>
          </a:prstGeom>
          <a:noFill/>
          <a:ln w="0">
            <a:noFill/>
          </a:ln>
        </p:spPr>
        <p:txBody>
          <a:bodyPr lIns="91440" tIns="45720" rIns="91440" bIns="45720" anchor="ctr">
            <a:noAutofit/>
          </a:bodyPr>
          <a:p>
            <a:pPr indent="0" algn="l">
              <a:lnSpc>
                <a:spcPct val="90000"/>
              </a:lnSpc>
              <a:buNone/>
              <a:tabLst>
                <a:tab pos="0" algn="l"/>
              </a:tabLst>
            </a:pPr>
            <a:r>
              <a:rPr lang="en-GB" sz="4400" b="0" u="none" strike="noStrike">
                <a:solidFill>
                  <a:srgbClr val="FF0000"/>
                </a:solidFill>
                <a:effectLst/>
                <a:uFillTx/>
                <a:latin typeface="Calibri"/>
                <a:ea typeface="Calibri"/>
              </a:rPr>
              <a:t>¿Cómo se realizan las predicciones?</a:t>
            </a:r>
            <a:endParaRPr lang="es-ES" sz="4400" b="0" u="none" strike="noStrike">
              <a:solidFill>
                <a:srgbClr val="FFFFFF"/>
              </a:solidFill>
              <a:effectLst/>
              <a:uFillTx/>
              <a:latin typeface="Arial"/>
            </a:endParaRPr>
          </a:p>
        </p:txBody>
      </p:sp>
      <p:sp>
        <p:nvSpPr>
          <p:cNvPr id="161" name="CuadroTexto 2"/>
          <p:cNvSpPr/>
          <p:nvPr/>
        </p:nvSpPr>
        <p:spPr>
          <a:xfrm>
            <a:off x="855720" y="1813320"/>
            <a:ext cx="2680200" cy="44028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s-ES" sz="1200" b="1" u="none" strike="noStrike">
                <a:solidFill>
                  <a:schemeClr val="lt1"/>
                </a:solidFill>
                <a:effectLst/>
                <a:uFillTx/>
                <a:latin typeface="Arial"/>
                <a:ea typeface="Arial"/>
              </a:rPr>
              <a:t>Clasificación – Hard voting</a:t>
            </a:r>
            <a:endParaRPr lang="es-ES" sz="1200" b="0" u="none" strike="noStrike">
              <a:solidFill>
                <a:srgbClr val="FFFFFF"/>
              </a:solidFill>
              <a:effectLst/>
              <a:uFillTx/>
              <a:latin typeface="Arial"/>
            </a:endParaRPr>
          </a:p>
          <a:p>
            <a:pPr>
              <a:lnSpc>
                <a:spcPct val="100000"/>
              </a:lnSpc>
            </a:pPr>
            <a:r>
              <a:rPr lang="es-ES" sz="1100" b="0" i="1" u="none" strike="noStrike">
                <a:solidFill>
                  <a:schemeClr val="lt1"/>
                </a:solidFill>
                <a:effectLst/>
                <a:uFillTx/>
                <a:latin typeface="Arial"/>
                <a:ea typeface="Arial"/>
              </a:rPr>
              <a:t>Se calcula la moda</a:t>
            </a:r>
            <a:endParaRPr lang="es-ES" sz="1100" b="0" u="none" strike="noStrike">
              <a:solidFill>
                <a:srgbClr val="FFFFFF"/>
              </a:solidFill>
              <a:effectLst/>
              <a:uFillTx/>
              <a:latin typeface="Arial"/>
            </a:endParaRPr>
          </a:p>
        </p:txBody>
      </p:sp>
      <p:sp>
        <p:nvSpPr>
          <p:cNvPr id="162" name="CuadroTexto 16"/>
          <p:cNvSpPr/>
          <p:nvPr/>
        </p:nvSpPr>
        <p:spPr>
          <a:xfrm>
            <a:off x="7113600" y="1780920"/>
            <a:ext cx="3039840" cy="60804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s-ES" sz="1200" b="1" u="none" strike="noStrike">
                <a:solidFill>
                  <a:schemeClr val="lt1"/>
                </a:solidFill>
                <a:effectLst/>
                <a:uFillTx/>
                <a:latin typeface="Arial"/>
                <a:ea typeface="Arial"/>
              </a:rPr>
              <a:t>Clasificación – Soft Voting</a:t>
            </a:r>
            <a:endParaRPr lang="es-ES" sz="1200" b="0" u="none" strike="noStrike">
              <a:solidFill>
                <a:srgbClr val="FFFFFF"/>
              </a:solidFill>
              <a:effectLst/>
              <a:uFillTx/>
              <a:latin typeface="Arial"/>
            </a:endParaRPr>
          </a:p>
          <a:p>
            <a:pPr>
              <a:lnSpc>
                <a:spcPct val="100000"/>
              </a:lnSpc>
            </a:pPr>
            <a:r>
              <a:rPr lang="es-ES" sz="1100" b="0" i="1" u="none" strike="noStrike">
                <a:solidFill>
                  <a:schemeClr val="lt1"/>
                </a:solidFill>
                <a:effectLst/>
                <a:uFillTx/>
                <a:latin typeface="Arial"/>
                <a:ea typeface="Arial"/>
              </a:rPr>
              <a:t>La clase que tenga la probabilidad más alta dentro de los outputs de todos los modelos</a:t>
            </a:r>
            <a:endParaRPr lang="es-ES" sz="1100" b="0" u="none" strike="noStrike">
              <a:solidFill>
                <a:srgbClr val="FFFFFF"/>
              </a:solidFill>
              <a:effectLst/>
              <a:uFillTx/>
              <a:latin typeface="Arial"/>
            </a:endParaRPr>
          </a:p>
        </p:txBody>
      </p:sp>
      <p:sp>
        <p:nvSpPr>
          <p:cNvPr id="163" name="CuadroTexto 18"/>
          <p:cNvSpPr/>
          <p:nvPr/>
        </p:nvSpPr>
        <p:spPr>
          <a:xfrm>
            <a:off x="4114080" y="4291560"/>
            <a:ext cx="2680200" cy="60804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s-ES" sz="1200" b="1" u="none" strike="noStrike">
                <a:solidFill>
                  <a:schemeClr val="lt1"/>
                </a:solidFill>
                <a:effectLst/>
                <a:uFillTx/>
                <a:latin typeface="Arial"/>
                <a:ea typeface="Arial"/>
              </a:rPr>
              <a:t>Regresión</a:t>
            </a:r>
            <a:endParaRPr lang="es-ES" sz="1200" b="0" u="none" strike="noStrike">
              <a:solidFill>
                <a:srgbClr val="FFFFFF"/>
              </a:solidFill>
              <a:effectLst/>
              <a:uFillTx/>
              <a:latin typeface="Arial"/>
            </a:endParaRPr>
          </a:p>
          <a:p>
            <a:pPr>
              <a:lnSpc>
                <a:spcPct val="100000"/>
              </a:lnSpc>
            </a:pPr>
            <a:r>
              <a:rPr lang="es-ES" sz="1100" b="0" i="1" u="none" strike="noStrike">
                <a:solidFill>
                  <a:schemeClr val="lt1"/>
                </a:solidFill>
                <a:effectLst/>
                <a:uFillTx/>
                <a:latin typeface="Arial"/>
                <a:ea typeface="Arial"/>
              </a:rPr>
              <a:t>Se calcula la media de todos los outputs</a:t>
            </a:r>
            <a:endParaRPr lang="es-ES" sz="1100" b="0" u="none" strike="noStrike">
              <a:solidFill>
                <a:srgbClr val="FFFFFF"/>
              </a:solidFill>
              <a:effectLst/>
              <a:uFillTx/>
              <a:latin typeface="Arial"/>
            </a:endParaRPr>
          </a:p>
        </p:txBody>
      </p:sp>
      <p:sp>
        <p:nvSpPr>
          <p:cNvPr id="164" name="Rectángulo 1"/>
          <p:cNvSpPr/>
          <p:nvPr/>
        </p:nvSpPr>
        <p:spPr>
          <a:xfrm>
            <a:off x="935640" y="2428920"/>
            <a:ext cx="727200" cy="255240"/>
          </a:xfrm>
          <a:prstGeom prst="rect">
            <a:avLst/>
          </a:prstGeom>
          <a:solidFill>
            <a:srgbClr val="FF0000"/>
          </a:solidFill>
          <a:ln>
            <a:solidFill>
              <a:srgbClr val="BC000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lgn="ctr">
              <a:lnSpc>
                <a:spcPct val="100000"/>
              </a:lnSpc>
            </a:pPr>
            <a:r>
              <a:rPr lang="es-ES" sz="1000" b="0" u="none" strike="noStrike">
                <a:solidFill>
                  <a:schemeClr val="lt1"/>
                </a:solidFill>
                <a:effectLst/>
                <a:uFillTx/>
                <a:latin typeface="Arial"/>
                <a:ea typeface="Arial"/>
              </a:rPr>
              <a:t>Modelo 1</a:t>
            </a:r>
            <a:endParaRPr lang="es-ES" sz="1000" b="0" u="none" strike="noStrike">
              <a:solidFill>
                <a:srgbClr val="FFFFFF"/>
              </a:solidFill>
              <a:effectLst/>
              <a:uFillTx/>
              <a:latin typeface="Arial"/>
            </a:endParaRPr>
          </a:p>
        </p:txBody>
      </p:sp>
      <p:sp>
        <p:nvSpPr>
          <p:cNvPr id="165" name="Rectángulo 20"/>
          <p:cNvSpPr/>
          <p:nvPr/>
        </p:nvSpPr>
        <p:spPr>
          <a:xfrm>
            <a:off x="1752480" y="2428920"/>
            <a:ext cx="727200" cy="255240"/>
          </a:xfrm>
          <a:prstGeom prst="rect">
            <a:avLst/>
          </a:prstGeom>
          <a:solidFill>
            <a:srgbClr val="FF0000"/>
          </a:solidFill>
          <a:ln>
            <a:solidFill>
              <a:srgbClr val="BC000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lgn="ctr">
              <a:lnSpc>
                <a:spcPct val="100000"/>
              </a:lnSpc>
            </a:pPr>
            <a:r>
              <a:rPr lang="es-ES" sz="1000" b="0" u="none" strike="noStrike">
                <a:solidFill>
                  <a:schemeClr val="lt1"/>
                </a:solidFill>
                <a:effectLst/>
                <a:uFillTx/>
                <a:latin typeface="Arial"/>
                <a:ea typeface="Arial"/>
              </a:rPr>
              <a:t>Modelo 2</a:t>
            </a:r>
            <a:endParaRPr lang="es-ES" sz="1000" b="0" u="none" strike="noStrike">
              <a:solidFill>
                <a:srgbClr val="FFFFFF"/>
              </a:solidFill>
              <a:effectLst/>
              <a:uFillTx/>
              <a:latin typeface="Arial"/>
            </a:endParaRPr>
          </a:p>
        </p:txBody>
      </p:sp>
      <p:sp>
        <p:nvSpPr>
          <p:cNvPr id="166" name="Rectángulo 22"/>
          <p:cNvSpPr/>
          <p:nvPr/>
        </p:nvSpPr>
        <p:spPr>
          <a:xfrm>
            <a:off x="2569320" y="2428920"/>
            <a:ext cx="727200" cy="255240"/>
          </a:xfrm>
          <a:prstGeom prst="rect">
            <a:avLst/>
          </a:prstGeom>
          <a:solidFill>
            <a:srgbClr val="FF0000"/>
          </a:solidFill>
          <a:ln>
            <a:solidFill>
              <a:srgbClr val="BC000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lgn="ctr">
              <a:lnSpc>
                <a:spcPct val="100000"/>
              </a:lnSpc>
            </a:pPr>
            <a:r>
              <a:rPr lang="es-ES" sz="1000" b="0" u="none" strike="noStrike">
                <a:solidFill>
                  <a:schemeClr val="lt1"/>
                </a:solidFill>
                <a:effectLst/>
                <a:uFillTx/>
                <a:latin typeface="Arial"/>
                <a:ea typeface="Arial"/>
              </a:rPr>
              <a:t>Modelo 3</a:t>
            </a:r>
            <a:endParaRPr lang="es-ES" sz="1000" b="0" u="none" strike="noStrike">
              <a:solidFill>
                <a:srgbClr val="FFFFFF"/>
              </a:solidFill>
              <a:effectLst/>
              <a:uFillTx/>
              <a:latin typeface="Arial"/>
            </a:endParaRPr>
          </a:p>
        </p:txBody>
      </p:sp>
      <p:sp>
        <p:nvSpPr>
          <p:cNvPr id="167" name="Rectángulo 24"/>
          <p:cNvSpPr/>
          <p:nvPr/>
        </p:nvSpPr>
        <p:spPr>
          <a:xfrm>
            <a:off x="3386160" y="2428920"/>
            <a:ext cx="727200" cy="255240"/>
          </a:xfrm>
          <a:prstGeom prst="rect">
            <a:avLst/>
          </a:prstGeom>
          <a:solidFill>
            <a:srgbClr val="FF0000"/>
          </a:solidFill>
          <a:ln>
            <a:solidFill>
              <a:srgbClr val="BC000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lgn="ctr">
              <a:lnSpc>
                <a:spcPct val="100000"/>
              </a:lnSpc>
            </a:pPr>
            <a:r>
              <a:rPr lang="es-ES" sz="1000" b="0" u="none" strike="noStrike">
                <a:solidFill>
                  <a:schemeClr val="lt1"/>
                </a:solidFill>
                <a:effectLst/>
                <a:uFillTx/>
                <a:latin typeface="Arial"/>
                <a:ea typeface="Arial"/>
              </a:rPr>
              <a:t>Modelo 4</a:t>
            </a:r>
            <a:endParaRPr lang="es-ES" sz="1000" b="0" u="none" strike="noStrike">
              <a:solidFill>
                <a:srgbClr val="FFFFFF"/>
              </a:solidFill>
              <a:effectLst/>
              <a:uFillTx/>
              <a:latin typeface="Arial"/>
            </a:endParaRPr>
          </a:p>
        </p:txBody>
      </p:sp>
      <p:cxnSp>
        <p:nvCxnSpPr>
          <p:cNvPr id="168" name="Conector recto de flecha 5"/>
          <p:cNvCxnSpPr/>
          <p:nvPr/>
        </p:nvCxnSpPr>
        <p:spPr>
          <a:xfrm>
            <a:off x="1299600" y="2754000"/>
            <a:ext cx="720" cy="234360"/>
          </a:xfrm>
          <a:prstGeom prst="straightConnector1">
            <a:avLst/>
          </a:prstGeom>
          <a:ln w="0">
            <a:solidFill>
              <a:srgbClr val="F90000"/>
            </a:solidFill>
            <a:tailEnd len="med" type="triangle" w="med"/>
          </a:ln>
        </p:spPr>
      </p:cxnSp>
      <p:sp>
        <p:nvSpPr>
          <p:cNvPr id="169" name="CuadroTexto 6"/>
          <p:cNvSpPr/>
          <p:nvPr/>
        </p:nvSpPr>
        <p:spPr>
          <a:xfrm>
            <a:off x="1020240" y="3032280"/>
            <a:ext cx="558720" cy="333000"/>
          </a:xfrm>
          <a:prstGeom prst="rect">
            <a:avLst/>
          </a:prstGeom>
          <a:noFill/>
          <a:ln w="0">
            <a:noFill/>
          </a:ln>
        </p:spPr>
        <p:style>
          <a:lnRef idx="0"/>
          <a:fillRef idx="0"/>
          <a:effectRef idx="0"/>
          <a:fontRef idx="minor"/>
        </p:style>
        <p:txBody>
          <a:bodyPr lIns="90000" tIns="45000" rIns="90000" bIns="45000" anchor="t">
            <a:spAutoFit/>
          </a:bodyPr>
          <a:p>
            <a:pPr algn="ctr">
              <a:lnSpc>
                <a:spcPct val="100000"/>
              </a:lnSpc>
            </a:pPr>
            <a:r>
              <a:rPr lang="es-ES" sz="800" b="0" u="none" strike="noStrike">
                <a:solidFill>
                  <a:schemeClr val="lt1"/>
                </a:solidFill>
                <a:effectLst/>
                <a:uFillTx/>
                <a:latin typeface="Arial"/>
                <a:ea typeface="Arial"/>
              </a:rPr>
              <a:t>Correo SPAM</a:t>
            </a:r>
            <a:endParaRPr lang="es-ES" sz="800" b="0" u="none" strike="noStrike">
              <a:solidFill>
                <a:srgbClr val="FFFFFF"/>
              </a:solidFill>
              <a:effectLst/>
              <a:uFillTx/>
              <a:latin typeface="Arial"/>
            </a:endParaRPr>
          </a:p>
        </p:txBody>
      </p:sp>
      <p:sp>
        <p:nvSpPr>
          <p:cNvPr id="170" name="CuadroTexto 25"/>
          <p:cNvSpPr/>
          <p:nvPr/>
        </p:nvSpPr>
        <p:spPr>
          <a:xfrm>
            <a:off x="1836720" y="3032280"/>
            <a:ext cx="558720" cy="333000"/>
          </a:xfrm>
          <a:prstGeom prst="rect">
            <a:avLst/>
          </a:prstGeom>
          <a:noFill/>
          <a:ln w="0">
            <a:noFill/>
          </a:ln>
        </p:spPr>
        <p:style>
          <a:lnRef idx="0"/>
          <a:fillRef idx="0"/>
          <a:effectRef idx="0"/>
          <a:fontRef idx="minor"/>
        </p:style>
        <p:txBody>
          <a:bodyPr lIns="90000" tIns="45000" rIns="90000" bIns="45000" anchor="t">
            <a:spAutoFit/>
          </a:bodyPr>
          <a:p>
            <a:pPr algn="ctr">
              <a:lnSpc>
                <a:spcPct val="100000"/>
              </a:lnSpc>
            </a:pPr>
            <a:r>
              <a:rPr lang="es-ES" sz="800" b="0" u="none" strike="noStrike">
                <a:solidFill>
                  <a:schemeClr val="lt1"/>
                </a:solidFill>
                <a:effectLst/>
                <a:uFillTx/>
                <a:latin typeface="Arial"/>
                <a:ea typeface="Arial"/>
              </a:rPr>
              <a:t>Correo SPAM</a:t>
            </a:r>
            <a:endParaRPr lang="es-ES" sz="800" b="0" u="none" strike="noStrike">
              <a:solidFill>
                <a:srgbClr val="FFFFFF"/>
              </a:solidFill>
              <a:effectLst/>
              <a:uFillTx/>
              <a:latin typeface="Arial"/>
            </a:endParaRPr>
          </a:p>
        </p:txBody>
      </p:sp>
      <p:sp>
        <p:nvSpPr>
          <p:cNvPr id="171" name="CuadroTexto 26"/>
          <p:cNvSpPr/>
          <p:nvPr/>
        </p:nvSpPr>
        <p:spPr>
          <a:xfrm>
            <a:off x="2653560" y="3035520"/>
            <a:ext cx="558720" cy="333000"/>
          </a:xfrm>
          <a:prstGeom prst="rect">
            <a:avLst/>
          </a:prstGeom>
          <a:noFill/>
          <a:ln w="0">
            <a:noFill/>
          </a:ln>
        </p:spPr>
        <p:style>
          <a:lnRef idx="0"/>
          <a:fillRef idx="0"/>
          <a:effectRef idx="0"/>
          <a:fontRef idx="minor"/>
        </p:style>
        <p:txBody>
          <a:bodyPr lIns="90000" tIns="45000" rIns="90000" bIns="45000" anchor="t">
            <a:spAutoFit/>
          </a:bodyPr>
          <a:p>
            <a:pPr algn="ctr">
              <a:lnSpc>
                <a:spcPct val="100000"/>
              </a:lnSpc>
            </a:pPr>
            <a:r>
              <a:rPr lang="es-ES" sz="800" b="0" u="none" strike="noStrike">
                <a:solidFill>
                  <a:schemeClr val="lt1"/>
                </a:solidFill>
                <a:effectLst/>
                <a:uFillTx/>
                <a:latin typeface="Arial"/>
                <a:ea typeface="Arial"/>
              </a:rPr>
              <a:t>Correo SPAM</a:t>
            </a:r>
            <a:endParaRPr lang="es-ES" sz="800" b="0" u="none" strike="noStrike">
              <a:solidFill>
                <a:srgbClr val="FFFFFF"/>
              </a:solidFill>
              <a:effectLst/>
              <a:uFillTx/>
              <a:latin typeface="Arial"/>
            </a:endParaRPr>
          </a:p>
        </p:txBody>
      </p:sp>
      <p:sp>
        <p:nvSpPr>
          <p:cNvPr id="172" name="CuadroTexto 27"/>
          <p:cNvSpPr/>
          <p:nvPr/>
        </p:nvSpPr>
        <p:spPr>
          <a:xfrm>
            <a:off x="3470400" y="3024360"/>
            <a:ext cx="558720" cy="454680"/>
          </a:xfrm>
          <a:prstGeom prst="rect">
            <a:avLst/>
          </a:prstGeom>
          <a:noFill/>
          <a:ln w="0">
            <a:noFill/>
          </a:ln>
        </p:spPr>
        <p:style>
          <a:lnRef idx="0"/>
          <a:fillRef idx="0"/>
          <a:effectRef idx="0"/>
          <a:fontRef idx="minor"/>
        </p:style>
        <p:txBody>
          <a:bodyPr lIns="90000" tIns="45000" rIns="90000" bIns="45000" anchor="t">
            <a:spAutoFit/>
          </a:bodyPr>
          <a:p>
            <a:pPr algn="ctr">
              <a:lnSpc>
                <a:spcPct val="100000"/>
              </a:lnSpc>
            </a:pPr>
            <a:r>
              <a:rPr lang="es-ES" sz="800" b="0" u="none" strike="noStrike">
                <a:solidFill>
                  <a:schemeClr val="lt1"/>
                </a:solidFill>
                <a:effectLst/>
                <a:uFillTx/>
                <a:latin typeface="Arial"/>
                <a:ea typeface="Arial"/>
              </a:rPr>
              <a:t>Correo NO SPAM</a:t>
            </a:r>
            <a:endParaRPr lang="es-ES" sz="800" b="0" u="none" strike="noStrike">
              <a:solidFill>
                <a:srgbClr val="FFFFFF"/>
              </a:solidFill>
              <a:effectLst/>
              <a:uFillTx/>
              <a:latin typeface="Arial"/>
            </a:endParaRPr>
          </a:p>
        </p:txBody>
      </p:sp>
      <p:cxnSp>
        <p:nvCxnSpPr>
          <p:cNvPr id="173" name="Conector recto de flecha 28"/>
          <p:cNvCxnSpPr/>
          <p:nvPr/>
        </p:nvCxnSpPr>
        <p:spPr>
          <a:xfrm>
            <a:off x="2116440" y="2754000"/>
            <a:ext cx="720" cy="243360"/>
          </a:xfrm>
          <a:prstGeom prst="straightConnector1">
            <a:avLst/>
          </a:prstGeom>
          <a:ln w="0">
            <a:solidFill>
              <a:srgbClr val="F90000"/>
            </a:solidFill>
            <a:tailEnd len="med" type="triangle" w="med"/>
          </a:ln>
        </p:spPr>
      </p:cxnSp>
      <p:cxnSp>
        <p:nvCxnSpPr>
          <p:cNvPr id="174" name="Conector recto de flecha 29"/>
          <p:cNvCxnSpPr/>
          <p:nvPr/>
        </p:nvCxnSpPr>
        <p:spPr>
          <a:xfrm>
            <a:off x="2932920" y="2754000"/>
            <a:ext cx="720" cy="243360"/>
          </a:xfrm>
          <a:prstGeom prst="straightConnector1">
            <a:avLst/>
          </a:prstGeom>
          <a:ln w="0">
            <a:solidFill>
              <a:srgbClr val="F90000"/>
            </a:solidFill>
            <a:tailEnd len="med" type="triangle" w="med"/>
          </a:ln>
        </p:spPr>
      </p:cxnSp>
      <p:cxnSp>
        <p:nvCxnSpPr>
          <p:cNvPr id="175" name="Conector recto de flecha 30"/>
          <p:cNvCxnSpPr/>
          <p:nvPr/>
        </p:nvCxnSpPr>
        <p:spPr>
          <a:xfrm>
            <a:off x="3749760" y="2754000"/>
            <a:ext cx="720" cy="252360"/>
          </a:xfrm>
          <a:prstGeom prst="straightConnector1">
            <a:avLst/>
          </a:prstGeom>
          <a:ln w="0">
            <a:solidFill>
              <a:srgbClr val="F90000"/>
            </a:solidFill>
            <a:tailEnd len="med" type="triangle" w="med"/>
          </a:ln>
        </p:spPr>
      </p:cxnSp>
      <p:sp>
        <p:nvSpPr>
          <p:cNvPr id="176" name="Abrir llave 8"/>
          <p:cNvSpPr/>
          <p:nvPr/>
        </p:nvSpPr>
        <p:spPr>
          <a:xfrm rot="16200000">
            <a:off x="2362680" y="2067480"/>
            <a:ext cx="292320" cy="3039840"/>
          </a:xfrm>
          <a:prstGeom prst="leftBrace">
            <a:avLst>
              <a:gd name="adj1" fmla="val 8333"/>
              <a:gd name="adj2" fmla="val 50000"/>
            </a:avLst>
          </a:prstGeom>
          <a:noFill/>
          <a:ln>
            <a:solidFill>
              <a:srgbClr val="F90000"/>
            </a:solidFill>
            <a:round/>
          </a:ln>
        </p:spPr>
        <p:style>
          <a:lnRef idx="1">
            <a:schemeClr val="accent1"/>
          </a:lnRef>
          <a:fillRef idx="0">
            <a:schemeClr val="accent1"/>
          </a:fillRef>
          <a:effectRef idx="0">
            <a:schemeClr val="accent1"/>
          </a:effectRef>
          <a:fontRef idx="minor"/>
        </p:style>
        <p:txBody>
          <a:bodyPr lIns="90000" tIns="45000" rIns="90000" bIns="45000" anchor="ctr">
            <a:noAutofit/>
          </a:bodyPr>
          <a:p>
            <a:endParaRPr lang="es-ES" sz="1400" b="0" u="none" strike="noStrike">
              <a:solidFill>
                <a:schemeClr val="dk1"/>
              </a:solidFill>
              <a:effectLst/>
              <a:uFillTx/>
              <a:latin typeface="Arial"/>
            </a:endParaRPr>
          </a:p>
        </p:txBody>
      </p:sp>
      <p:sp>
        <p:nvSpPr>
          <p:cNvPr id="177" name="CuadroTexto 31"/>
          <p:cNvSpPr/>
          <p:nvPr/>
        </p:nvSpPr>
        <p:spPr>
          <a:xfrm>
            <a:off x="1683720" y="3768120"/>
            <a:ext cx="1650600" cy="333000"/>
          </a:xfrm>
          <a:prstGeom prst="rect">
            <a:avLst/>
          </a:prstGeom>
          <a:noFill/>
          <a:ln w="0">
            <a:noFill/>
          </a:ln>
        </p:spPr>
        <p:style>
          <a:lnRef idx="0"/>
          <a:fillRef idx="0"/>
          <a:effectRef idx="0"/>
          <a:fontRef idx="minor"/>
        </p:style>
        <p:txBody>
          <a:bodyPr lIns="90000" tIns="45000" rIns="90000" bIns="45000" anchor="t">
            <a:spAutoFit/>
          </a:bodyPr>
          <a:p>
            <a:pPr algn="ctr">
              <a:lnSpc>
                <a:spcPct val="100000"/>
              </a:lnSpc>
            </a:pPr>
            <a:r>
              <a:rPr lang="es-ES" sz="800" b="0" u="none" strike="noStrike">
                <a:solidFill>
                  <a:schemeClr val="lt1"/>
                </a:solidFill>
                <a:effectLst/>
                <a:uFillTx/>
                <a:latin typeface="Arial"/>
                <a:ea typeface="Arial"/>
              </a:rPr>
              <a:t>Output final -&gt; Moda</a:t>
            </a:r>
            <a:endParaRPr lang="es-ES" sz="800" b="0" u="none" strike="noStrike">
              <a:solidFill>
                <a:srgbClr val="FFFFFF"/>
              </a:solidFill>
              <a:effectLst/>
              <a:uFillTx/>
              <a:latin typeface="Arial"/>
            </a:endParaRPr>
          </a:p>
          <a:p>
            <a:pPr algn="ctr">
              <a:lnSpc>
                <a:spcPct val="100000"/>
              </a:lnSpc>
            </a:pPr>
            <a:r>
              <a:rPr lang="es-ES" sz="800" b="0" u="none" strike="noStrike">
                <a:solidFill>
                  <a:schemeClr val="lt1"/>
                </a:solidFill>
                <a:effectLst/>
                <a:uFillTx/>
                <a:latin typeface="Arial"/>
                <a:ea typeface="Arial"/>
              </a:rPr>
              <a:t>Correo SPAM</a:t>
            </a:r>
            <a:endParaRPr lang="es-ES" sz="800" b="0" u="none" strike="noStrike">
              <a:solidFill>
                <a:srgbClr val="FFFFFF"/>
              </a:solidFill>
              <a:effectLst/>
              <a:uFillTx/>
              <a:latin typeface="Arial"/>
            </a:endParaRPr>
          </a:p>
        </p:txBody>
      </p:sp>
      <p:sp>
        <p:nvSpPr>
          <p:cNvPr id="178" name="Rectángulo 64"/>
          <p:cNvSpPr/>
          <p:nvPr/>
        </p:nvSpPr>
        <p:spPr>
          <a:xfrm>
            <a:off x="7202160" y="2518920"/>
            <a:ext cx="727200" cy="255240"/>
          </a:xfrm>
          <a:prstGeom prst="rect">
            <a:avLst/>
          </a:prstGeom>
          <a:solidFill>
            <a:srgbClr val="FF0000"/>
          </a:solidFill>
          <a:ln>
            <a:solidFill>
              <a:srgbClr val="BC000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lgn="ctr">
              <a:lnSpc>
                <a:spcPct val="100000"/>
              </a:lnSpc>
            </a:pPr>
            <a:r>
              <a:rPr lang="es-ES" sz="1000" b="0" u="none" strike="noStrike">
                <a:solidFill>
                  <a:schemeClr val="lt1"/>
                </a:solidFill>
                <a:effectLst/>
                <a:uFillTx/>
                <a:latin typeface="Arial"/>
                <a:ea typeface="Arial"/>
              </a:rPr>
              <a:t>Modelo 1</a:t>
            </a:r>
            <a:endParaRPr lang="es-ES" sz="1000" b="0" u="none" strike="noStrike">
              <a:solidFill>
                <a:srgbClr val="FFFFFF"/>
              </a:solidFill>
              <a:effectLst/>
              <a:uFillTx/>
              <a:latin typeface="Arial"/>
            </a:endParaRPr>
          </a:p>
        </p:txBody>
      </p:sp>
      <p:sp>
        <p:nvSpPr>
          <p:cNvPr id="179" name="Rectángulo 65"/>
          <p:cNvSpPr/>
          <p:nvPr/>
        </p:nvSpPr>
        <p:spPr>
          <a:xfrm>
            <a:off x="8019000" y="2518920"/>
            <a:ext cx="727200" cy="255240"/>
          </a:xfrm>
          <a:prstGeom prst="rect">
            <a:avLst/>
          </a:prstGeom>
          <a:solidFill>
            <a:srgbClr val="FF0000"/>
          </a:solidFill>
          <a:ln>
            <a:solidFill>
              <a:srgbClr val="BC000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lgn="ctr">
              <a:lnSpc>
                <a:spcPct val="100000"/>
              </a:lnSpc>
            </a:pPr>
            <a:r>
              <a:rPr lang="es-ES" sz="1000" b="0" u="none" strike="noStrike">
                <a:solidFill>
                  <a:schemeClr val="lt1"/>
                </a:solidFill>
                <a:effectLst/>
                <a:uFillTx/>
                <a:latin typeface="Arial"/>
                <a:ea typeface="Arial"/>
              </a:rPr>
              <a:t>Modelo 2</a:t>
            </a:r>
            <a:endParaRPr lang="es-ES" sz="1000" b="0" u="none" strike="noStrike">
              <a:solidFill>
                <a:srgbClr val="FFFFFF"/>
              </a:solidFill>
              <a:effectLst/>
              <a:uFillTx/>
              <a:latin typeface="Arial"/>
            </a:endParaRPr>
          </a:p>
        </p:txBody>
      </p:sp>
      <p:sp>
        <p:nvSpPr>
          <p:cNvPr id="180" name="Rectángulo 66"/>
          <p:cNvSpPr/>
          <p:nvPr/>
        </p:nvSpPr>
        <p:spPr>
          <a:xfrm>
            <a:off x="8835840" y="2518920"/>
            <a:ext cx="727200" cy="255240"/>
          </a:xfrm>
          <a:prstGeom prst="rect">
            <a:avLst/>
          </a:prstGeom>
          <a:solidFill>
            <a:srgbClr val="FF0000"/>
          </a:solidFill>
          <a:ln>
            <a:solidFill>
              <a:srgbClr val="BC000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lgn="ctr">
              <a:lnSpc>
                <a:spcPct val="100000"/>
              </a:lnSpc>
            </a:pPr>
            <a:r>
              <a:rPr lang="es-ES" sz="1000" b="0" u="none" strike="noStrike">
                <a:solidFill>
                  <a:schemeClr val="lt1"/>
                </a:solidFill>
                <a:effectLst/>
                <a:uFillTx/>
                <a:latin typeface="Arial"/>
                <a:ea typeface="Arial"/>
              </a:rPr>
              <a:t>Modelo 3</a:t>
            </a:r>
            <a:endParaRPr lang="es-ES" sz="1000" b="0" u="none" strike="noStrike">
              <a:solidFill>
                <a:srgbClr val="FFFFFF"/>
              </a:solidFill>
              <a:effectLst/>
              <a:uFillTx/>
              <a:latin typeface="Arial"/>
            </a:endParaRPr>
          </a:p>
        </p:txBody>
      </p:sp>
      <p:sp>
        <p:nvSpPr>
          <p:cNvPr id="181" name="Rectángulo 67"/>
          <p:cNvSpPr/>
          <p:nvPr/>
        </p:nvSpPr>
        <p:spPr>
          <a:xfrm>
            <a:off x="9652680" y="2518920"/>
            <a:ext cx="727200" cy="255240"/>
          </a:xfrm>
          <a:prstGeom prst="rect">
            <a:avLst/>
          </a:prstGeom>
          <a:solidFill>
            <a:srgbClr val="FF0000"/>
          </a:solidFill>
          <a:ln>
            <a:solidFill>
              <a:srgbClr val="BC000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lgn="ctr">
              <a:lnSpc>
                <a:spcPct val="100000"/>
              </a:lnSpc>
            </a:pPr>
            <a:r>
              <a:rPr lang="es-ES" sz="1000" b="0" u="none" strike="noStrike">
                <a:solidFill>
                  <a:schemeClr val="lt1"/>
                </a:solidFill>
                <a:effectLst/>
                <a:uFillTx/>
                <a:latin typeface="Arial"/>
                <a:ea typeface="Arial"/>
              </a:rPr>
              <a:t>Modelo 4</a:t>
            </a:r>
            <a:endParaRPr lang="es-ES" sz="1000" b="0" u="none" strike="noStrike">
              <a:solidFill>
                <a:srgbClr val="FFFFFF"/>
              </a:solidFill>
              <a:effectLst/>
              <a:uFillTx/>
              <a:latin typeface="Arial"/>
            </a:endParaRPr>
          </a:p>
        </p:txBody>
      </p:sp>
      <p:cxnSp>
        <p:nvCxnSpPr>
          <p:cNvPr id="182" name="Conector recto de flecha 68"/>
          <p:cNvCxnSpPr/>
          <p:nvPr/>
        </p:nvCxnSpPr>
        <p:spPr>
          <a:xfrm>
            <a:off x="7566120" y="2844360"/>
            <a:ext cx="720" cy="234360"/>
          </a:xfrm>
          <a:prstGeom prst="straightConnector1">
            <a:avLst/>
          </a:prstGeom>
          <a:ln w="0">
            <a:solidFill>
              <a:srgbClr val="F90000"/>
            </a:solidFill>
            <a:tailEnd len="med" type="triangle" w="med"/>
          </a:ln>
        </p:spPr>
      </p:cxnSp>
      <p:sp>
        <p:nvSpPr>
          <p:cNvPr id="183" name="CuadroTexto 69"/>
          <p:cNvSpPr/>
          <p:nvPr/>
        </p:nvSpPr>
        <p:spPr>
          <a:xfrm>
            <a:off x="7286760" y="3122280"/>
            <a:ext cx="558720" cy="211320"/>
          </a:xfrm>
          <a:prstGeom prst="rect">
            <a:avLst/>
          </a:prstGeom>
          <a:noFill/>
          <a:ln w="0">
            <a:noFill/>
          </a:ln>
        </p:spPr>
        <p:style>
          <a:lnRef idx="0"/>
          <a:fillRef idx="0"/>
          <a:effectRef idx="0"/>
          <a:fontRef idx="minor"/>
        </p:style>
        <p:txBody>
          <a:bodyPr lIns="90000" tIns="45000" rIns="90000" bIns="45000" anchor="t">
            <a:spAutoFit/>
          </a:bodyPr>
          <a:p>
            <a:pPr algn="ctr">
              <a:lnSpc>
                <a:spcPct val="100000"/>
              </a:lnSpc>
            </a:pPr>
            <a:r>
              <a:rPr lang="es-ES" sz="800" b="0" u="none" strike="noStrike">
                <a:solidFill>
                  <a:schemeClr val="lt1"/>
                </a:solidFill>
                <a:effectLst/>
                <a:uFillTx/>
                <a:latin typeface="Arial"/>
                <a:ea typeface="Arial"/>
              </a:rPr>
              <a:t>79%</a:t>
            </a:r>
            <a:endParaRPr lang="es-ES" sz="800" b="0" u="none" strike="noStrike">
              <a:solidFill>
                <a:srgbClr val="FFFFFF"/>
              </a:solidFill>
              <a:effectLst/>
              <a:uFillTx/>
              <a:latin typeface="Arial"/>
            </a:endParaRPr>
          </a:p>
        </p:txBody>
      </p:sp>
      <p:sp>
        <p:nvSpPr>
          <p:cNvPr id="184" name="CuadroTexto 70"/>
          <p:cNvSpPr/>
          <p:nvPr/>
        </p:nvSpPr>
        <p:spPr>
          <a:xfrm>
            <a:off x="8103240" y="3122280"/>
            <a:ext cx="558720" cy="211320"/>
          </a:xfrm>
          <a:prstGeom prst="rect">
            <a:avLst/>
          </a:prstGeom>
          <a:noFill/>
          <a:ln w="0">
            <a:noFill/>
          </a:ln>
        </p:spPr>
        <p:style>
          <a:lnRef idx="0"/>
          <a:fillRef idx="0"/>
          <a:effectRef idx="0"/>
          <a:fontRef idx="minor"/>
        </p:style>
        <p:txBody>
          <a:bodyPr lIns="90000" tIns="45000" rIns="90000" bIns="45000" anchor="t">
            <a:spAutoFit/>
          </a:bodyPr>
          <a:p>
            <a:pPr algn="ctr">
              <a:lnSpc>
                <a:spcPct val="100000"/>
              </a:lnSpc>
            </a:pPr>
            <a:r>
              <a:rPr lang="es-ES" sz="800" b="0" u="none" strike="noStrike">
                <a:solidFill>
                  <a:schemeClr val="lt1"/>
                </a:solidFill>
                <a:effectLst/>
                <a:uFillTx/>
                <a:latin typeface="Arial"/>
                <a:ea typeface="Arial"/>
              </a:rPr>
              <a:t>71%</a:t>
            </a:r>
            <a:endParaRPr lang="es-ES" sz="800" b="0" u="none" strike="noStrike">
              <a:solidFill>
                <a:srgbClr val="FFFFFF"/>
              </a:solidFill>
              <a:effectLst/>
              <a:uFillTx/>
              <a:latin typeface="Arial"/>
            </a:endParaRPr>
          </a:p>
        </p:txBody>
      </p:sp>
      <p:sp>
        <p:nvSpPr>
          <p:cNvPr id="185" name="CuadroTexto 71"/>
          <p:cNvSpPr/>
          <p:nvPr/>
        </p:nvSpPr>
        <p:spPr>
          <a:xfrm>
            <a:off x="8920080" y="3125880"/>
            <a:ext cx="558720" cy="211320"/>
          </a:xfrm>
          <a:prstGeom prst="rect">
            <a:avLst/>
          </a:prstGeom>
          <a:noFill/>
          <a:ln w="0">
            <a:noFill/>
          </a:ln>
        </p:spPr>
        <p:style>
          <a:lnRef idx="0"/>
          <a:fillRef idx="0"/>
          <a:effectRef idx="0"/>
          <a:fontRef idx="minor"/>
        </p:style>
        <p:txBody>
          <a:bodyPr lIns="90000" tIns="45000" rIns="90000" bIns="45000" anchor="t">
            <a:spAutoFit/>
          </a:bodyPr>
          <a:p>
            <a:pPr algn="ctr">
              <a:lnSpc>
                <a:spcPct val="100000"/>
              </a:lnSpc>
            </a:pPr>
            <a:r>
              <a:rPr lang="es-ES" sz="800" b="0" u="none" strike="noStrike">
                <a:solidFill>
                  <a:schemeClr val="lt1"/>
                </a:solidFill>
                <a:effectLst/>
                <a:uFillTx/>
                <a:latin typeface="Arial"/>
                <a:ea typeface="Arial"/>
              </a:rPr>
              <a:t>20%</a:t>
            </a:r>
            <a:endParaRPr lang="es-ES" sz="800" b="0" u="none" strike="noStrike">
              <a:solidFill>
                <a:srgbClr val="FFFFFF"/>
              </a:solidFill>
              <a:effectLst/>
              <a:uFillTx/>
              <a:latin typeface="Arial"/>
            </a:endParaRPr>
          </a:p>
        </p:txBody>
      </p:sp>
      <p:sp>
        <p:nvSpPr>
          <p:cNvPr id="186" name="CuadroTexto 72"/>
          <p:cNvSpPr/>
          <p:nvPr/>
        </p:nvSpPr>
        <p:spPr>
          <a:xfrm>
            <a:off x="9736920" y="3114720"/>
            <a:ext cx="558720" cy="211320"/>
          </a:xfrm>
          <a:prstGeom prst="rect">
            <a:avLst/>
          </a:prstGeom>
          <a:noFill/>
          <a:ln w="0">
            <a:noFill/>
          </a:ln>
        </p:spPr>
        <p:style>
          <a:lnRef idx="0"/>
          <a:fillRef idx="0"/>
          <a:effectRef idx="0"/>
          <a:fontRef idx="minor"/>
        </p:style>
        <p:txBody>
          <a:bodyPr lIns="90000" tIns="45000" rIns="90000" bIns="45000" anchor="t">
            <a:spAutoFit/>
          </a:bodyPr>
          <a:p>
            <a:pPr algn="ctr">
              <a:lnSpc>
                <a:spcPct val="100000"/>
              </a:lnSpc>
            </a:pPr>
            <a:r>
              <a:rPr lang="es-ES" sz="800" b="0" u="none" strike="noStrike">
                <a:solidFill>
                  <a:schemeClr val="lt1"/>
                </a:solidFill>
                <a:effectLst/>
                <a:uFillTx/>
                <a:latin typeface="Arial"/>
                <a:ea typeface="Arial"/>
              </a:rPr>
              <a:t>85%</a:t>
            </a:r>
            <a:endParaRPr lang="es-ES" sz="800" b="0" u="none" strike="noStrike">
              <a:solidFill>
                <a:srgbClr val="FFFFFF"/>
              </a:solidFill>
              <a:effectLst/>
              <a:uFillTx/>
              <a:latin typeface="Arial"/>
            </a:endParaRPr>
          </a:p>
        </p:txBody>
      </p:sp>
      <p:cxnSp>
        <p:nvCxnSpPr>
          <p:cNvPr id="187" name="Conector recto de flecha 73"/>
          <p:cNvCxnSpPr/>
          <p:nvPr/>
        </p:nvCxnSpPr>
        <p:spPr>
          <a:xfrm>
            <a:off x="8382960" y="2844360"/>
            <a:ext cx="720" cy="243360"/>
          </a:xfrm>
          <a:prstGeom prst="straightConnector1">
            <a:avLst/>
          </a:prstGeom>
          <a:ln w="0">
            <a:solidFill>
              <a:srgbClr val="F90000"/>
            </a:solidFill>
            <a:tailEnd len="med" type="triangle" w="med"/>
          </a:ln>
        </p:spPr>
      </p:cxnSp>
      <p:cxnSp>
        <p:nvCxnSpPr>
          <p:cNvPr id="188" name="Conector recto de flecha 74"/>
          <p:cNvCxnSpPr/>
          <p:nvPr/>
        </p:nvCxnSpPr>
        <p:spPr>
          <a:xfrm>
            <a:off x="9199440" y="2844360"/>
            <a:ext cx="720" cy="243360"/>
          </a:xfrm>
          <a:prstGeom prst="straightConnector1">
            <a:avLst/>
          </a:prstGeom>
          <a:ln w="0">
            <a:solidFill>
              <a:srgbClr val="F90000"/>
            </a:solidFill>
            <a:tailEnd len="med" type="triangle" w="med"/>
          </a:ln>
        </p:spPr>
      </p:cxnSp>
      <p:cxnSp>
        <p:nvCxnSpPr>
          <p:cNvPr id="189" name="Conector recto de flecha 75"/>
          <p:cNvCxnSpPr/>
          <p:nvPr/>
        </p:nvCxnSpPr>
        <p:spPr>
          <a:xfrm>
            <a:off x="10016280" y="2844360"/>
            <a:ext cx="720" cy="252000"/>
          </a:xfrm>
          <a:prstGeom prst="straightConnector1">
            <a:avLst/>
          </a:prstGeom>
          <a:ln w="0">
            <a:solidFill>
              <a:srgbClr val="F90000"/>
            </a:solidFill>
            <a:tailEnd len="med" type="triangle" w="med"/>
          </a:ln>
        </p:spPr>
      </p:cxnSp>
      <p:sp>
        <p:nvSpPr>
          <p:cNvPr id="190" name="Abrir llave 76"/>
          <p:cNvSpPr/>
          <p:nvPr/>
        </p:nvSpPr>
        <p:spPr>
          <a:xfrm rot="16200000">
            <a:off x="8629200" y="2355480"/>
            <a:ext cx="292320" cy="3039840"/>
          </a:xfrm>
          <a:prstGeom prst="leftBrace">
            <a:avLst>
              <a:gd name="adj1" fmla="val 8333"/>
              <a:gd name="adj2" fmla="val 50000"/>
            </a:avLst>
          </a:prstGeom>
          <a:noFill/>
          <a:ln>
            <a:solidFill>
              <a:srgbClr val="F90000"/>
            </a:solidFill>
            <a:round/>
          </a:ln>
        </p:spPr>
        <p:style>
          <a:lnRef idx="1">
            <a:schemeClr val="accent1"/>
          </a:lnRef>
          <a:fillRef idx="0">
            <a:schemeClr val="accent1"/>
          </a:fillRef>
          <a:effectRef idx="0">
            <a:schemeClr val="accent1"/>
          </a:effectRef>
          <a:fontRef idx="minor"/>
        </p:style>
        <p:txBody>
          <a:bodyPr lIns="90000" tIns="45000" rIns="90000" bIns="45000" anchor="ctr">
            <a:noAutofit/>
          </a:bodyPr>
          <a:p>
            <a:endParaRPr lang="es-ES" sz="1400" b="0" u="none" strike="noStrike">
              <a:solidFill>
                <a:schemeClr val="dk1"/>
              </a:solidFill>
              <a:effectLst/>
              <a:uFillTx/>
              <a:latin typeface="Arial"/>
            </a:endParaRPr>
          </a:p>
        </p:txBody>
      </p:sp>
      <p:sp>
        <p:nvSpPr>
          <p:cNvPr id="191" name="CuadroTexto 77"/>
          <p:cNvSpPr/>
          <p:nvPr/>
        </p:nvSpPr>
        <p:spPr>
          <a:xfrm>
            <a:off x="7950240" y="4055760"/>
            <a:ext cx="1650600" cy="333000"/>
          </a:xfrm>
          <a:prstGeom prst="rect">
            <a:avLst/>
          </a:prstGeom>
          <a:noFill/>
          <a:ln w="0">
            <a:noFill/>
          </a:ln>
        </p:spPr>
        <p:style>
          <a:lnRef idx="0"/>
          <a:fillRef idx="0"/>
          <a:effectRef idx="0"/>
          <a:fontRef idx="minor"/>
        </p:style>
        <p:txBody>
          <a:bodyPr lIns="90000" tIns="45000" rIns="90000" bIns="45000" anchor="t">
            <a:spAutoFit/>
          </a:bodyPr>
          <a:p>
            <a:pPr algn="ctr">
              <a:lnSpc>
                <a:spcPct val="100000"/>
              </a:lnSpc>
            </a:pPr>
            <a:r>
              <a:rPr lang="es-ES" sz="800" b="0" u="none" strike="noStrike">
                <a:solidFill>
                  <a:schemeClr val="lt1"/>
                </a:solidFill>
                <a:effectLst/>
                <a:uFillTx/>
                <a:latin typeface="Arial"/>
                <a:ea typeface="Arial"/>
              </a:rPr>
              <a:t>Output final -&gt; Max de la media</a:t>
            </a:r>
            <a:endParaRPr lang="es-ES" sz="800" b="0" u="none" strike="noStrike">
              <a:solidFill>
                <a:srgbClr val="FFFFFF"/>
              </a:solidFill>
              <a:effectLst/>
              <a:uFillTx/>
              <a:latin typeface="Arial"/>
            </a:endParaRPr>
          </a:p>
          <a:p>
            <a:pPr algn="ctr">
              <a:lnSpc>
                <a:spcPct val="100000"/>
              </a:lnSpc>
            </a:pPr>
            <a:r>
              <a:rPr lang="es-ES" sz="800" b="0" u="none" strike="noStrike">
                <a:solidFill>
                  <a:schemeClr val="lt1"/>
                </a:solidFill>
                <a:effectLst/>
                <a:uFillTx/>
                <a:latin typeface="Arial"/>
                <a:ea typeface="Arial"/>
              </a:rPr>
              <a:t>Correo SPAM</a:t>
            </a:r>
            <a:endParaRPr lang="es-ES" sz="800" b="0" u="none" strike="noStrike">
              <a:solidFill>
                <a:srgbClr val="FFFFFF"/>
              </a:solidFill>
              <a:effectLst/>
              <a:uFillTx/>
              <a:latin typeface="Arial"/>
            </a:endParaRPr>
          </a:p>
        </p:txBody>
      </p:sp>
      <p:sp>
        <p:nvSpPr>
          <p:cNvPr id="192" name="CuadroTexto 78"/>
          <p:cNvSpPr/>
          <p:nvPr/>
        </p:nvSpPr>
        <p:spPr>
          <a:xfrm>
            <a:off x="6727320" y="3139560"/>
            <a:ext cx="558720" cy="211320"/>
          </a:xfrm>
          <a:prstGeom prst="rect">
            <a:avLst/>
          </a:prstGeom>
          <a:noFill/>
          <a:ln w="0">
            <a:noFill/>
          </a:ln>
        </p:spPr>
        <p:style>
          <a:lnRef idx="0"/>
          <a:fillRef idx="0"/>
          <a:effectRef idx="0"/>
          <a:fontRef idx="minor"/>
        </p:style>
        <p:txBody>
          <a:bodyPr lIns="90000" tIns="45000" rIns="90000" bIns="45000" anchor="t">
            <a:spAutoFit/>
          </a:bodyPr>
          <a:p>
            <a:pPr algn="ctr">
              <a:lnSpc>
                <a:spcPct val="100000"/>
              </a:lnSpc>
            </a:pPr>
            <a:r>
              <a:rPr lang="es-ES" sz="800" b="0" u="none" strike="noStrike">
                <a:solidFill>
                  <a:schemeClr val="lt1"/>
                </a:solidFill>
                <a:effectLst/>
                <a:uFillTx/>
                <a:latin typeface="Arial"/>
                <a:ea typeface="Arial"/>
              </a:rPr>
              <a:t>SPAM</a:t>
            </a:r>
            <a:endParaRPr lang="es-ES" sz="800" b="0" u="none" strike="noStrike">
              <a:solidFill>
                <a:srgbClr val="FFFFFF"/>
              </a:solidFill>
              <a:effectLst/>
              <a:uFillTx/>
              <a:latin typeface="Arial"/>
            </a:endParaRPr>
          </a:p>
        </p:txBody>
      </p:sp>
      <p:sp>
        <p:nvSpPr>
          <p:cNvPr id="193" name="CuadroTexto 79"/>
          <p:cNvSpPr/>
          <p:nvPr/>
        </p:nvSpPr>
        <p:spPr>
          <a:xfrm>
            <a:off x="6625080" y="3382200"/>
            <a:ext cx="660600" cy="211320"/>
          </a:xfrm>
          <a:prstGeom prst="rect">
            <a:avLst/>
          </a:prstGeom>
          <a:noFill/>
          <a:ln w="0">
            <a:noFill/>
          </a:ln>
        </p:spPr>
        <p:style>
          <a:lnRef idx="0"/>
          <a:fillRef idx="0"/>
          <a:effectRef idx="0"/>
          <a:fontRef idx="minor"/>
        </p:style>
        <p:txBody>
          <a:bodyPr lIns="90000" tIns="45000" rIns="90000" bIns="45000" anchor="t">
            <a:spAutoFit/>
          </a:bodyPr>
          <a:p>
            <a:pPr algn="ctr">
              <a:lnSpc>
                <a:spcPct val="100000"/>
              </a:lnSpc>
            </a:pPr>
            <a:r>
              <a:rPr lang="es-ES" sz="800" b="0" u="none" strike="noStrike">
                <a:solidFill>
                  <a:schemeClr val="lt1"/>
                </a:solidFill>
                <a:effectLst/>
                <a:uFillTx/>
                <a:latin typeface="Arial"/>
                <a:ea typeface="Arial"/>
              </a:rPr>
              <a:t>NO SPAM</a:t>
            </a:r>
            <a:endParaRPr lang="es-ES" sz="800" b="0" u="none" strike="noStrike">
              <a:solidFill>
                <a:srgbClr val="FFFFFF"/>
              </a:solidFill>
              <a:effectLst/>
              <a:uFillTx/>
              <a:latin typeface="Arial"/>
            </a:endParaRPr>
          </a:p>
        </p:txBody>
      </p:sp>
      <p:sp>
        <p:nvSpPr>
          <p:cNvPr id="194" name="CuadroTexto 80"/>
          <p:cNvSpPr/>
          <p:nvPr/>
        </p:nvSpPr>
        <p:spPr>
          <a:xfrm>
            <a:off x="7302240" y="3382200"/>
            <a:ext cx="558720" cy="211320"/>
          </a:xfrm>
          <a:prstGeom prst="rect">
            <a:avLst/>
          </a:prstGeom>
          <a:noFill/>
          <a:ln w="0">
            <a:noFill/>
          </a:ln>
        </p:spPr>
        <p:style>
          <a:lnRef idx="0"/>
          <a:fillRef idx="0"/>
          <a:effectRef idx="0"/>
          <a:fontRef idx="minor"/>
        </p:style>
        <p:txBody>
          <a:bodyPr lIns="90000" tIns="45000" rIns="90000" bIns="45000" anchor="t">
            <a:spAutoFit/>
          </a:bodyPr>
          <a:p>
            <a:pPr algn="ctr">
              <a:lnSpc>
                <a:spcPct val="100000"/>
              </a:lnSpc>
            </a:pPr>
            <a:r>
              <a:rPr lang="es-ES" sz="800" b="0" u="none" strike="noStrike">
                <a:solidFill>
                  <a:schemeClr val="lt1"/>
                </a:solidFill>
                <a:effectLst/>
                <a:uFillTx/>
                <a:latin typeface="Arial"/>
                <a:ea typeface="Arial"/>
              </a:rPr>
              <a:t>21%</a:t>
            </a:r>
            <a:endParaRPr lang="es-ES" sz="800" b="0" u="none" strike="noStrike">
              <a:solidFill>
                <a:srgbClr val="FFFFFF"/>
              </a:solidFill>
              <a:effectLst/>
              <a:uFillTx/>
              <a:latin typeface="Arial"/>
            </a:endParaRPr>
          </a:p>
        </p:txBody>
      </p:sp>
      <p:sp>
        <p:nvSpPr>
          <p:cNvPr id="195" name="CuadroTexto 81"/>
          <p:cNvSpPr/>
          <p:nvPr/>
        </p:nvSpPr>
        <p:spPr>
          <a:xfrm>
            <a:off x="8915760" y="3382200"/>
            <a:ext cx="558720" cy="211320"/>
          </a:xfrm>
          <a:prstGeom prst="rect">
            <a:avLst/>
          </a:prstGeom>
          <a:noFill/>
          <a:ln w="0">
            <a:noFill/>
          </a:ln>
        </p:spPr>
        <p:style>
          <a:lnRef idx="0"/>
          <a:fillRef idx="0"/>
          <a:effectRef idx="0"/>
          <a:fontRef idx="minor"/>
        </p:style>
        <p:txBody>
          <a:bodyPr lIns="90000" tIns="45000" rIns="90000" bIns="45000" anchor="t">
            <a:spAutoFit/>
          </a:bodyPr>
          <a:p>
            <a:pPr algn="ctr">
              <a:lnSpc>
                <a:spcPct val="100000"/>
              </a:lnSpc>
            </a:pPr>
            <a:r>
              <a:rPr lang="es-ES" sz="800" b="0" u="none" strike="noStrike">
                <a:solidFill>
                  <a:schemeClr val="lt1"/>
                </a:solidFill>
                <a:effectLst/>
                <a:uFillTx/>
                <a:latin typeface="Arial"/>
                <a:ea typeface="Arial"/>
              </a:rPr>
              <a:t>80%</a:t>
            </a:r>
            <a:endParaRPr lang="es-ES" sz="800" b="0" u="none" strike="noStrike">
              <a:solidFill>
                <a:srgbClr val="FFFFFF"/>
              </a:solidFill>
              <a:effectLst/>
              <a:uFillTx/>
              <a:latin typeface="Arial"/>
            </a:endParaRPr>
          </a:p>
        </p:txBody>
      </p:sp>
      <p:sp>
        <p:nvSpPr>
          <p:cNvPr id="196" name="CuadroTexto 82"/>
          <p:cNvSpPr/>
          <p:nvPr/>
        </p:nvSpPr>
        <p:spPr>
          <a:xfrm>
            <a:off x="8105760" y="3372480"/>
            <a:ext cx="558720" cy="211320"/>
          </a:xfrm>
          <a:prstGeom prst="rect">
            <a:avLst/>
          </a:prstGeom>
          <a:noFill/>
          <a:ln w="0">
            <a:noFill/>
          </a:ln>
        </p:spPr>
        <p:style>
          <a:lnRef idx="0"/>
          <a:fillRef idx="0"/>
          <a:effectRef idx="0"/>
          <a:fontRef idx="minor"/>
        </p:style>
        <p:txBody>
          <a:bodyPr lIns="90000" tIns="45000" rIns="90000" bIns="45000" anchor="t">
            <a:spAutoFit/>
          </a:bodyPr>
          <a:p>
            <a:pPr algn="ctr">
              <a:lnSpc>
                <a:spcPct val="100000"/>
              </a:lnSpc>
            </a:pPr>
            <a:r>
              <a:rPr lang="es-ES" sz="800" b="0" u="none" strike="noStrike">
                <a:solidFill>
                  <a:schemeClr val="lt1"/>
                </a:solidFill>
                <a:effectLst/>
                <a:uFillTx/>
                <a:latin typeface="Arial"/>
                <a:ea typeface="Arial"/>
              </a:rPr>
              <a:t>29%</a:t>
            </a:r>
            <a:endParaRPr lang="es-ES" sz="800" b="0" u="none" strike="noStrike">
              <a:solidFill>
                <a:srgbClr val="FFFFFF"/>
              </a:solidFill>
              <a:effectLst/>
              <a:uFillTx/>
              <a:latin typeface="Arial"/>
            </a:endParaRPr>
          </a:p>
        </p:txBody>
      </p:sp>
      <p:sp>
        <p:nvSpPr>
          <p:cNvPr id="197" name="CuadroTexto 83"/>
          <p:cNvSpPr/>
          <p:nvPr/>
        </p:nvSpPr>
        <p:spPr>
          <a:xfrm>
            <a:off x="9736920" y="3372480"/>
            <a:ext cx="558720" cy="211320"/>
          </a:xfrm>
          <a:prstGeom prst="rect">
            <a:avLst/>
          </a:prstGeom>
          <a:noFill/>
          <a:ln w="0">
            <a:noFill/>
          </a:ln>
        </p:spPr>
        <p:style>
          <a:lnRef idx="0"/>
          <a:fillRef idx="0"/>
          <a:effectRef idx="0"/>
          <a:fontRef idx="minor"/>
        </p:style>
        <p:txBody>
          <a:bodyPr lIns="90000" tIns="45000" rIns="90000" bIns="45000" anchor="t">
            <a:spAutoFit/>
          </a:bodyPr>
          <a:p>
            <a:pPr algn="ctr">
              <a:lnSpc>
                <a:spcPct val="100000"/>
              </a:lnSpc>
            </a:pPr>
            <a:r>
              <a:rPr lang="es-ES" sz="800" b="0" u="none" strike="noStrike">
                <a:solidFill>
                  <a:schemeClr val="lt1"/>
                </a:solidFill>
                <a:effectLst/>
                <a:uFillTx/>
                <a:latin typeface="Arial"/>
                <a:ea typeface="Arial"/>
              </a:rPr>
              <a:t>15%</a:t>
            </a:r>
            <a:endParaRPr lang="es-ES" sz="800" b="0" u="none" strike="noStrike">
              <a:solidFill>
                <a:srgbClr val="FFFFFF"/>
              </a:solidFill>
              <a:effectLst/>
              <a:uFillTx/>
              <a:latin typeface="Arial"/>
            </a:endParaRPr>
          </a:p>
        </p:txBody>
      </p:sp>
      <p:sp>
        <p:nvSpPr>
          <p:cNvPr id="198" name="CuadroTexto 84"/>
          <p:cNvSpPr/>
          <p:nvPr/>
        </p:nvSpPr>
        <p:spPr>
          <a:xfrm>
            <a:off x="10704960" y="2844000"/>
            <a:ext cx="558720" cy="211320"/>
          </a:xfrm>
          <a:prstGeom prst="rect">
            <a:avLst/>
          </a:prstGeom>
          <a:noFill/>
          <a:ln w="0">
            <a:noFill/>
          </a:ln>
        </p:spPr>
        <p:style>
          <a:lnRef idx="0"/>
          <a:fillRef idx="0"/>
          <a:effectRef idx="0"/>
          <a:fontRef idx="minor"/>
        </p:style>
        <p:txBody>
          <a:bodyPr lIns="90000" tIns="45000" rIns="90000" bIns="45000" anchor="t">
            <a:spAutoFit/>
          </a:bodyPr>
          <a:p>
            <a:pPr algn="ctr">
              <a:lnSpc>
                <a:spcPct val="100000"/>
              </a:lnSpc>
            </a:pPr>
            <a:r>
              <a:rPr lang="es-ES" sz="800" b="0" u="none" strike="noStrike">
                <a:solidFill>
                  <a:schemeClr val="lt1"/>
                </a:solidFill>
                <a:effectLst/>
                <a:uFillTx/>
                <a:latin typeface="Arial"/>
                <a:ea typeface="Arial"/>
              </a:rPr>
              <a:t>Media</a:t>
            </a:r>
            <a:endParaRPr lang="es-ES" sz="800" b="0" u="none" strike="noStrike">
              <a:solidFill>
                <a:srgbClr val="FFFFFF"/>
              </a:solidFill>
              <a:effectLst/>
              <a:uFillTx/>
              <a:latin typeface="Arial"/>
            </a:endParaRPr>
          </a:p>
        </p:txBody>
      </p:sp>
      <p:sp>
        <p:nvSpPr>
          <p:cNvPr id="199" name="CuadroTexto 85"/>
          <p:cNvSpPr/>
          <p:nvPr/>
        </p:nvSpPr>
        <p:spPr>
          <a:xfrm>
            <a:off x="10704960" y="3122280"/>
            <a:ext cx="558720" cy="211320"/>
          </a:xfrm>
          <a:prstGeom prst="rect">
            <a:avLst/>
          </a:prstGeom>
          <a:noFill/>
          <a:ln w="0">
            <a:noFill/>
          </a:ln>
        </p:spPr>
        <p:style>
          <a:lnRef idx="0"/>
          <a:fillRef idx="0"/>
          <a:effectRef idx="0"/>
          <a:fontRef idx="minor"/>
        </p:style>
        <p:txBody>
          <a:bodyPr lIns="90000" tIns="45000" rIns="90000" bIns="45000" anchor="t">
            <a:spAutoFit/>
          </a:bodyPr>
          <a:p>
            <a:pPr algn="ctr">
              <a:lnSpc>
                <a:spcPct val="100000"/>
              </a:lnSpc>
            </a:pPr>
            <a:r>
              <a:rPr lang="es-ES" sz="800" b="0" u="none" strike="noStrike">
                <a:solidFill>
                  <a:schemeClr val="lt1"/>
                </a:solidFill>
                <a:effectLst/>
                <a:uFillTx/>
                <a:latin typeface="Arial"/>
                <a:ea typeface="Arial"/>
              </a:rPr>
              <a:t>64%</a:t>
            </a:r>
            <a:endParaRPr lang="es-ES" sz="800" b="0" u="none" strike="noStrike">
              <a:solidFill>
                <a:srgbClr val="FFFFFF"/>
              </a:solidFill>
              <a:effectLst/>
              <a:uFillTx/>
              <a:latin typeface="Arial"/>
            </a:endParaRPr>
          </a:p>
        </p:txBody>
      </p:sp>
      <p:sp>
        <p:nvSpPr>
          <p:cNvPr id="200" name="CuadroTexto 86"/>
          <p:cNvSpPr/>
          <p:nvPr/>
        </p:nvSpPr>
        <p:spPr>
          <a:xfrm>
            <a:off x="10704960" y="3372480"/>
            <a:ext cx="558720" cy="211320"/>
          </a:xfrm>
          <a:prstGeom prst="rect">
            <a:avLst/>
          </a:prstGeom>
          <a:noFill/>
          <a:ln w="0">
            <a:noFill/>
          </a:ln>
        </p:spPr>
        <p:style>
          <a:lnRef idx="0"/>
          <a:fillRef idx="0"/>
          <a:effectRef idx="0"/>
          <a:fontRef idx="minor"/>
        </p:style>
        <p:txBody>
          <a:bodyPr lIns="90000" tIns="45000" rIns="90000" bIns="45000" anchor="t">
            <a:spAutoFit/>
          </a:bodyPr>
          <a:p>
            <a:pPr algn="ctr">
              <a:lnSpc>
                <a:spcPct val="100000"/>
              </a:lnSpc>
            </a:pPr>
            <a:r>
              <a:rPr lang="es-ES" sz="800" b="0" u="none" strike="noStrike">
                <a:solidFill>
                  <a:schemeClr val="lt1"/>
                </a:solidFill>
                <a:effectLst/>
                <a:uFillTx/>
                <a:latin typeface="Arial"/>
                <a:ea typeface="Arial"/>
              </a:rPr>
              <a:t>36%</a:t>
            </a:r>
            <a:endParaRPr lang="es-ES" sz="800" b="0" u="none" strike="noStrike">
              <a:solidFill>
                <a:srgbClr val="FFFFFF"/>
              </a:solidFill>
              <a:effectLst/>
              <a:uFillTx/>
              <a:latin typeface="Arial"/>
            </a:endParaRPr>
          </a:p>
        </p:txBody>
      </p:sp>
      <p:sp>
        <p:nvSpPr>
          <p:cNvPr id="201" name="Rectángulo 87"/>
          <p:cNvSpPr/>
          <p:nvPr/>
        </p:nvSpPr>
        <p:spPr>
          <a:xfrm>
            <a:off x="4180680" y="5012280"/>
            <a:ext cx="727200" cy="255240"/>
          </a:xfrm>
          <a:prstGeom prst="rect">
            <a:avLst/>
          </a:prstGeom>
          <a:solidFill>
            <a:srgbClr val="FF0000"/>
          </a:solidFill>
          <a:ln>
            <a:solidFill>
              <a:srgbClr val="BC000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lgn="ctr">
              <a:lnSpc>
                <a:spcPct val="100000"/>
              </a:lnSpc>
            </a:pPr>
            <a:r>
              <a:rPr lang="es-ES" sz="1000" b="0" u="none" strike="noStrike">
                <a:solidFill>
                  <a:schemeClr val="lt1"/>
                </a:solidFill>
                <a:effectLst/>
                <a:uFillTx/>
                <a:latin typeface="Arial"/>
                <a:ea typeface="Arial"/>
              </a:rPr>
              <a:t>Modelo 1</a:t>
            </a:r>
            <a:endParaRPr lang="es-ES" sz="1000" b="0" u="none" strike="noStrike">
              <a:solidFill>
                <a:srgbClr val="FFFFFF"/>
              </a:solidFill>
              <a:effectLst/>
              <a:uFillTx/>
              <a:latin typeface="Arial"/>
            </a:endParaRPr>
          </a:p>
        </p:txBody>
      </p:sp>
      <p:sp>
        <p:nvSpPr>
          <p:cNvPr id="202" name="Rectángulo 88"/>
          <p:cNvSpPr/>
          <p:nvPr/>
        </p:nvSpPr>
        <p:spPr>
          <a:xfrm>
            <a:off x="4997160" y="5012280"/>
            <a:ext cx="727200" cy="255240"/>
          </a:xfrm>
          <a:prstGeom prst="rect">
            <a:avLst/>
          </a:prstGeom>
          <a:solidFill>
            <a:srgbClr val="FF0000"/>
          </a:solidFill>
          <a:ln>
            <a:solidFill>
              <a:srgbClr val="BC000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lgn="ctr">
              <a:lnSpc>
                <a:spcPct val="100000"/>
              </a:lnSpc>
            </a:pPr>
            <a:r>
              <a:rPr lang="es-ES" sz="1000" b="0" u="none" strike="noStrike">
                <a:solidFill>
                  <a:schemeClr val="lt1"/>
                </a:solidFill>
                <a:effectLst/>
                <a:uFillTx/>
                <a:latin typeface="Arial"/>
                <a:ea typeface="Arial"/>
              </a:rPr>
              <a:t>Modelo 2</a:t>
            </a:r>
            <a:endParaRPr lang="es-ES" sz="1000" b="0" u="none" strike="noStrike">
              <a:solidFill>
                <a:srgbClr val="FFFFFF"/>
              </a:solidFill>
              <a:effectLst/>
              <a:uFillTx/>
              <a:latin typeface="Arial"/>
            </a:endParaRPr>
          </a:p>
        </p:txBody>
      </p:sp>
      <p:sp>
        <p:nvSpPr>
          <p:cNvPr id="203" name="Rectángulo 89"/>
          <p:cNvSpPr/>
          <p:nvPr/>
        </p:nvSpPr>
        <p:spPr>
          <a:xfrm>
            <a:off x="5814000" y="5012280"/>
            <a:ext cx="727200" cy="255240"/>
          </a:xfrm>
          <a:prstGeom prst="rect">
            <a:avLst/>
          </a:prstGeom>
          <a:solidFill>
            <a:srgbClr val="FF0000"/>
          </a:solidFill>
          <a:ln>
            <a:solidFill>
              <a:srgbClr val="BC000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lgn="ctr">
              <a:lnSpc>
                <a:spcPct val="100000"/>
              </a:lnSpc>
            </a:pPr>
            <a:r>
              <a:rPr lang="es-ES" sz="1000" b="0" u="none" strike="noStrike">
                <a:solidFill>
                  <a:schemeClr val="lt1"/>
                </a:solidFill>
                <a:effectLst/>
                <a:uFillTx/>
                <a:latin typeface="Arial"/>
                <a:ea typeface="Arial"/>
              </a:rPr>
              <a:t>Modelo 3</a:t>
            </a:r>
            <a:endParaRPr lang="es-ES" sz="1000" b="0" u="none" strike="noStrike">
              <a:solidFill>
                <a:srgbClr val="FFFFFF"/>
              </a:solidFill>
              <a:effectLst/>
              <a:uFillTx/>
              <a:latin typeface="Arial"/>
            </a:endParaRPr>
          </a:p>
        </p:txBody>
      </p:sp>
      <p:sp>
        <p:nvSpPr>
          <p:cNvPr id="204" name="Rectángulo 90"/>
          <p:cNvSpPr/>
          <p:nvPr/>
        </p:nvSpPr>
        <p:spPr>
          <a:xfrm>
            <a:off x="6630840" y="5012280"/>
            <a:ext cx="727200" cy="255240"/>
          </a:xfrm>
          <a:prstGeom prst="rect">
            <a:avLst/>
          </a:prstGeom>
          <a:solidFill>
            <a:srgbClr val="FF0000"/>
          </a:solidFill>
          <a:ln>
            <a:solidFill>
              <a:srgbClr val="BC000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lgn="ctr">
              <a:lnSpc>
                <a:spcPct val="100000"/>
              </a:lnSpc>
            </a:pPr>
            <a:r>
              <a:rPr lang="es-ES" sz="1000" b="0" u="none" strike="noStrike">
                <a:solidFill>
                  <a:schemeClr val="lt1"/>
                </a:solidFill>
                <a:effectLst/>
                <a:uFillTx/>
                <a:latin typeface="Arial"/>
                <a:ea typeface="Arial"/>
              </a:rPr>
              <a:t>Modelo 4</a:t>
            </a:r>
            <a:endParaRPr lang="es-ES" sz="1000" b="0" u="none" strike="noStrike">
              <a:solidFill>
                <a:srgbClr val="FFFFFF"/>
              </a:solidFill>
              <a:effectLst/>
              <a:uFillTx/>
              <a:latin typeface="Arial"/>
            </a:endParaRPr>
          </a:p>
        </p:txBody>
      </p:sp>
      <p:cxnSp>
        <p:nvCxnSpPr>
          <p:cNvPr id="205" name="Conector recto de flecha 91"/>
          <p:cNvCxnSpPr/>
          <p:nvPr/>
        </p:nvCxnSpPr>
        <p:spPr>
          <a:xfrm>
            <a:off x="4544280" y="5337360"/>
            <a:ext cx="720" cy="234720"/>
          </a:xfrm>
          <a:prstGeom prst="straightConnector1">
            <a:avLst/>
          </a:prstGeom>
          <a:ln w="0">
            <a:solidFill>
              <a:srgbClr val="F90000"/>
            </a:solidFill>
            <a:tailEnd len="med" type="triangle" w="med"/>
          </a:ln>
        </p:spPr>
      </p:cxnSp>
      <p:sp>
        <p:nvSpPr>
          <p:cNvPr id="206" name="CuadroTexto 92"/>
          <p:cNvSpPr/>
          <p:nvPr/>
        </p:nvSpPr>
        <p:spPr>
          <a:xfrm>
            <a:off x="4264920" y="5615640"/>
            <a:ext cx="558720" cy="333000"/>
          </a:xfrm>
          <a:prstGeom prst="rect">
            <a:avLst/>
          </a:prstGeom>
          <a:noFill/>
          <a:ln w="0">
            <a:noFill/>
          </a:ln>
        </p:spPr>
        <p:style>
          <a:lnRef idx="0"/>
          <a:fillRef idx="0"/>
          <a:effectRef idx="0"/>
          <a:fontRef idx="minor"/>
        </p:style>
        <p:txBody>
          <a:bodyPr lIns="90000" tIns="45000" rIns="90000" bIns="45000" anchor="t">
            <a:spAutoFit/>
          </a:bodyPr>
          <a:p>
            <a:pPr algn="ctr">
              <a:lnSpc>
                <a:spcPct val="100000"/>
              </a:lnSpc>
            </a:pPr>
            <a:r>
              <a:rPr lang="es-ES" sz="800" b="0" u="none" strike="noStrike">
                <a:solidFill>
                  <a:schemeClr val="lt1"/>
                </a:solidFill>
                <a:effectLst/>
                <a:uFillTx/>
                <a:latin typeface="Arial"/>
                <a:ea typeface="Arial"/>
              </a:rPr>
              <a:t>Ventas</a:t>
            </a:r>
            <a:endParaRPr lang="es-ES" sz="800" b="0" u="none" strike="noStrike">
              <a:solidFill>
                <a:srgbClr val="FFFFFF"/>
              </a:solidFill>
              <a:effectLst/>
              <a:uFillTx/>
              <a:latin typeface="Arial"/>
            </a:endParaRPr>
          </a:p>
          <a:p>
            <a:pPr algn="ctr">
              <a:lnSpc>
                <a:spcPct val="100000"/>
              </a:lnSpc>
            </a:pPr>
            <a:r>
              <a:rPr lang="es-ES" sz="800" b="0" u="none" strike="noStrike">
                <a:solidFill>
                  <a:schemeClr val="lt1"/>
                </a:solidFill>
                <a:effectLst/>
                <a:uFillTx/>
                <a:latin typeface="Arial"/>
                <a:ea typeface="Arial"/>
              </a:rPr>
              <a:t>1000</a:t>
            </a:r>
            <a:endParaRPr lang="es-ES" sz="800" b="0" u="none" strike="noStrike">
              <a:solidFill>
                <a:srgbClr val="FFFFFF"/>
              </a:solidFill>
              <a:effectLst/>
              <a:uFillTx/>
              <a:latin typeface="Arial"/>
            </a:endParaRPr>
          </a:p>
        </p:txBody>
      </p:sp>
      <p:sp>
        <p:nvSpPr>
          <p:cNvPr id="207" name="CuadroTexto 93"/>
          <p:cNvSpPr/>
          <p:nvPr/>
        </p:nvSpPr>
        <p:spPr>
          <a:xfrm>
            <a:off x="5081760" y="5615640"/>
            <a:ext cx="558720" cy="333000"/>
          </a:xfrm>
          <a:prstGeom prst="rect">
            <a:avLst/>
          </a:prstGeom>
          <a:noFill/>
          <a:ln w="0">
            <a:noFill/>
          </a:ln>
        </p:spPr>
        <p:style>
          <a:lnRef idx="0"/>
          <a:fillRef idx="0"/>
          <a:effectRef idx="0"/>
          <a:fontRef idx="minor"/>
        </p:style>
        <p:txBody>
          <a:bodyPr lIns="90000" tIns="45000" rIns="90000" bIns="45000" anchor="t">
            <a:spAutoFit/>
          </a:bodyPr>
          <a:p>
            <a:pPr algn="ctr">
              <a:lnSpc>
                <a:spcPct val="100000"/>
              </a:lnSpc>
            </a:pPr>
            <a:r>
              <a:rPr lang="es-ES" sz="800" b="0" u="none" strike="noStrike">
                <a:solidFill>
                  <a:schemeClr val="lt1"/>
                </a:solidFill>
                <a:effectLst/>
                <a:uFillTx/>
                <a:latin typeface="Arial"/>
                <a:ea typeface="Arial"/>
              </a:rPr>
              <a:t>Ventas</a:t>
            </a:r>
            <a:endParaRPr lang="es-ES" sz="800" b="0" u="none" strike="noStrike">
              <a:solidFill>
                <a:srgbClr val="FFFFFF"/>
              </a:solidFill>
              <a:effectLst/>
              <a:uFillTx/>
              <a:latin typeface="Arial"/>
            </a:endParaRPr>
          </a:p>
          <a:p>
            <a:pPr algn="ctr">
              <a:lnSpc>
                <a:spcPct val="100000"/>
              </a:lnSpc>
            </a:pPr>
            <a:r>
              <a:rPr lang="es-ES" sz="800" b="0" u="none" strike="noStrike">
                <a:solidFill>
                  <a:schemeClr val="lt1"/>
                </a:solidFill>
                <a:effectLst/>
                <a:uFillTx/>
                <a:latin typeface="Arial"/>
                <a:ea typeface="Arial"/>
              </a:rPr>
              <a:t>500</a:t>
            </a:r>
            <a:endParaRPr lang="es-ES" sz="800" b="0" u="none" strike="noStrike">
              <a:solidFill>
                <a:srgbClr val="FFFFFF"/>
              </a:solidFill>
              <a:effectLst/>
              <a:uFillTx/>
              <a:latin typeface="Arial"/>
            </a:endParaRPr>
          </a:p>
        </p:txBody>
      </p:sp>
      <p:sp>
        <p:nvSpPr>
          <p:cNvPr id="208" name="CuadroTexto 94"/>
          <p:cNvSpPr/>
          <p:nvPr/>
        </p:nvSpPr>
        <p:spPr>
          <a:xfrm>
            <a:off x="5898600" y="5619240"/>
            <a:ext cx="558720" cy="333000"/>
          </a:xfrm>
          <a:prstGeom prst="rect">
            <a:avLst/>
          </a:prstGeom>
          <a:noFill/>
          <a:ln w="0">
            <a:noFill/>
          </a:ln>
        </p:spPr>
        <p:style>
          <a:lnRef idx="0"/>
          <a:fillRef idx="0"/>
          <a:effectRef idx="0"/>
          <a:fontRef idx="minor"/>
        </p:style>
        <p:txBody>
          <a:bodyPr lIns="90000" tIns="45000" rIns="90000" bIns="45000" anchor="t">
            <a:spAutoFit/>
          </a:bodyPr>
          <a:p>
            <a:pPr algn="ctr">
              <a:lnSpc>
                <a:spcPct val="100000"/>
              </a:lnSpc>
            </a:pPr>
            <a:r>
              <a:rPr lang="es-ES" sz="800" b="0" u="none" strike="noStrike">
                <a:solidFill>
                  <a:schemeClr val="lt1"/>
                </a:solidFill>
                <a:effectLst/>
                <a:uFillTx/>
                <a:latin typeface="Arial"/>
                <a:ea typeface="Arial"/>
              </a:rPr>
              <a:t>Ventas</a:t>
            </a:r>
            <a:endParaRPr lang="es-ES" sz="800" b="0" u="none" strike="noStrike">
              <a:solidFill>
                <a:srgbClr val="FFFFFF"/>
              </a:solidFill>
              <a:effectLst/>
              <a:uFillTx/>
              <a:latin typeface="Arial"/>
            </a:endParaRPr>
          </a:p>
          <a:p>
            <a:pPr algn="ctr">
              <a:lnSpc>
                <a:spcPct val="100000"/>
              </a:lnSpc>
            </a:pPr>
            <a:r>
              <a:rPr lang="es-ES" sz="800" b="0" u="none" strike="noStrike">
                <a:solidFill>
                  <a:schemeClr val="lt1"/>
                </a:solidFill>
                <a:effectLst/>
                <a:uFillTx/>
                <a:latin typeface="Arial"/>
                <a:ea typeface="Arial"/>
              </a:rPr>
              <a:t>1500</a:t>
            </a:r>
            <a:endParaRPr lang="es-ES" sz="800" b="0" u="none" strike="noStrike">
              <a:solidFill>
                <a:srgbClr val="FFFFFF"/>
              </a:solidFill>
              <a:effectLst/>
              <a:uFillTx/>
              <a:latin typeface="Arial"/>
            </a:endParaRPr>
          </a:p>
        </p:txBody>
      </p:sp>
      <p:sp>
        <p:nvSpPr>
          <p:cNvPr id="209" name="CuadroTexto 95"/>
          <p:cNvSpPr/>
          <p:nvPr/>
        </p:nvSpPr>
        <p:spPr>
          <a:xfrm>
            <a:off x="6715080" y="5608080"/>
            <a:ext cx="558720" cy="333000"/>
          </a:xfrm>
          <a:prstGeom prst="rect">
            <a:avLst/>
          </a:prstGeom>
          <a:noFill/>
          <a:ln w="0">
            <a:noFill/>
          </a:ln>
        </p:spPr>
        <p:style>
          <a:lnRef idx="0"/>
          <a:fillRef idx="0"/>
          <a:effectRef idx="0"/>
          <a:fontRef idx="minor"/>
        </p:style>
        <p:txBody>
          <a:bodyPr lIns="90000" tIns="45000" rIns="90000" bIns="45000" anchor="t">
            <a:spAutoFit/>
          </a:bodyPr>
          <a:p>
            <a:pPr algn="ctr">
              <a:lnSpc>
                <a:spcPct val="100000"/>
              </a:lnSpc>
            </a:pPr>
            <a:r>
              <a:rPr lang="es-ES" sz="800" b="0" u="none" strike="noStrike">
                <a:solidFill>
                  <a:schemeClr val="lt1"/>
                </a:solidFill>
                <a:effectLst/>
                <a:uFillTx/>
                <a:latin typeface="Arial"/>
                <a:ea typeface="Arial"/>
              </a:rPr>
              <a:t>Ventas</a:t>
            </a:r>
            <a:endParaRPr lang="es-ES" sz="800" b="0" u="none" strike="noStrike">
              <a:solidFill>
                <a:srgbClr val="FFFFFF"/>
              </a:solidFill>
              <a:effectLst/>
              <a:uFillTx/>
              <a:latin typeface="Arial"/>
            </a:endParaRPr>
          </a:p>
          <a:p>
            <a:pPr algn="ctr">
              <a:lnSpc>
                <a:spcPct val="100000"/>
              </a:lnSpc>
            </a:pPr>
            <a:r>
              <a:rPr lang="es-ES" sz="800" b="0" u="none" strike="noStrike">
                <a:solidFill>
                  <a:schemeClr val="lt1"/>
                </a:solidFill>
                <a:effectLst/>
                <a:uFillTx/>
                <a:latin typeface="Arial"/>
                <a:ea typeface="Arial"/>
              </a:rPr>
              <a:t>700</a:t>
            </a:r>
            <a:endParaRPr lang="es-ES" sz="800" b="0" u="none" strike="noStrike">
              <a:solidFill>
                <a:srgbClr val="FFFFFF"/>
              </a:solidFill>
              <a:effectLst/>
              <a:uFillTx/>
              <a:latin typeface="Arial"/>
            </a:endParaRPr>
          </a:p>
        </p:txBody>
      </p:sp>
      <p:cxnSp>
        <p:nvCxnSpPr>
          <p:cNvPr id="210" name="Conector recto de flecha 96"/>
          <p:cNvCxnSpPr/>
          <p:nvPr/>
        </p:nvCxnSpPr>
        <p:spPr>
          <a:xfrm>
            <a:off x="5361120" y="5337360"/>
            <a:ext cx="720" cy="243360"/>
          </a:xfrm>
          <a:prstGeom prst="straightConnector1">
            <a:avLst/>
          </a:prstGeom>
          <a:ln w="0">
            <a:solidFill>
              <a:srgbClr val="F90000"/>
            </a:solidFill>
            <a:tailEnd len="med" type="triangle" w="med"/>
          </a:ln>
        </p:spPr>
      </p:cxnSp>
      <p:cxnSp>
        <p:nvCxnSpPr>
          <p:cNvPr id="211" name="Conector recto de flecha 97"/>
          <p:cNvCxnSpPr/>
          <p:nvPr/>
        </p:nvCxnSpPr>
        <p:spPr>
          <a:xfrm>
            <a:off x="6177960" y="5337360"/>
            <a:ext cx="720" cy="243360"/>
          </a:xfrm>
          <a:prstGeom prst="straightConnector1">
            <a:avLst/>
          </a:prstGeom>
          <a:ln w="0">
            <a:solidFill>
              <a:srgbClr val="F90000"/>
            </a:solidFill>
            <a:tailEnd len="med" type="triangle" w="med"/>
          </a:ln>
        </p:spPr>
      </p:cxnSp>
      <p:cxnSp>
        <p:nvCxnSpPr>
          <p:cNvPr id="212" name="Conector recto de flecha 98"/>
          <p:cNvCxnSpPr/>
          <p:nvPr/>
        </p:nvCxnSpPr>
        <p:spPr>
          <a:xfrm>
            <a:off x="6994800" y="5337360"/>
            <a:ext cx="720" cy="252360"/>
          </a:xfrm>
          <a:prstGeom prst="straightConnector1">
            <a:avLst/>
          </a:prstGeom>
          <a:ln w="0">
            <a:solidFill>
              <a:srgbClr val="F90000"/>
            </a:solidFill>
            <a:tailEnd len="med" type="triangle" w="med"/>
          </a:ln>
        </p:spPr>
      </p:cxnSp>
      <p:sp>
        <p:nvSpPr>
          <p:cNvPr id="213" name="Abrir llave 99"/>
          <p:cNvSpPr/>
          <p:nvPr/>
        </p:nvSpPr>
        <p:spPr>
          <a:xfrm rot="16200000">
            <a:off x="5607720" y="4651200"/>
            <a:ext cx="292320" cy="3039840"/>
          </a:xfrm>
          <a:prstGeom prst="leftBrace">
            <a:avLst>
              <a:gd name="adj1" fmla="val 8333"/>
              <a:gd name="adj2" fmla="val 50000"/>
            </a:avLst>
          </a:prstGeom>
          <a:noFill/>
          <a:ln>
            <a:solidFill>
              <a:srgbClr val="F90000"/>
            </a:solidFill>
            <a:round/>
          </a:ln>
        </p:spPr>
        <p:style>
          <a:lnRef idx="1">
            <a:schemeClr val="accent1"/>
          </a:lnRef>
          <a:fillRef idx="0">
            <a:schemeClr val="accent1"/>
          </a:fillRef>
          <a:effectRef idx="0">
            <a:schemeClr val="accent1"/>
          </a:effectRef>
          <a:fontRef idx="minor"/>
        </p:style>
        <p:txBody>
          <a:bodyPr lIns="90000" tIns="45000" rIns="90000" bIns="45000" anchor="ctr">
            <a:noAutofit/>
          </a:bodyPr>
          <a:p>
            <a:endParaRPr lang="es-ES" sz="1400" b="0" u="none" strike="noStrike">
              <a:solidFill>
                <a:schemeClr val="dk1"/>
              </a:solidFill>
              <a:effectLst/>
              <a:uFillTx/>
              <a:latin typeface="Arial"/>
            </a:endParaRPr>
          </a:p>
        </p:txBody>
      </p:sp>
      <p:sp>
        <p:nvSpPr>
          <p:cNvPr id="214" name="CuadroTexto 100"/>
          <p:cNvSpPr/>
          <p:nvPr/>
        </p:nvSpPr>
        <p:spPr>
          <a:xfrm>
            <a:off x="4928400" y="6351840"/>
            <a:ext cx="1650600" cy="211320"/>
          </a:xfrm>
          <a:prstGeom prst="rect">
            <a:avLst/>
          </a:prstGeom>
          <a:noFill/>
          <a:ln w="0">
            <a:noFill/>
          </a:ln>
        </p:spPr>
        <p:style>
          <a:lnRef idx="0"/>
          <a:fillRef idx="0"/>
          <a:effectRef idx="0"/>
          <a:fontRef idx="minor"/>
        </p:style>
        <p:txBody>
          <a:bodyPr lIns="90000" tIns="45000" rIns="90000" bIns="45000" anchor="t">
            <a:spAutoFit/>
          </a:bodyPr>
          <a:p>
            <a:pPr algn="ctr">
              <a:lnSpc>
                <a:spcPct val="100000"/>
              </a:lnSpc>
            </a:pPr>
            <a:r>
              <a:rPr lang="es-ES" sz="800" b="0" u="none" strike="noStrike">
                <a:solidFill>
                  <a:schemeClr val="lt1"/>
                </a:solidFill>
                <a:effectLst/>
                <a:uFillTx/>
                <a:latin typeface="Arial"/>
                <a:ea typeface="Arial"/>
              </a:rPr>
              <a:t>Output final -&gt; 925</a:t>
            </a:r>
            <a:endParaRPr lang="es-ES"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 name="PlaceHolder 1"/>
          <p:cNvSpPr>
            <a:spLocks noGrp="1"/>
          </p:cNvSpPr>
          <p:nvPr>
            <p:ph type="title"/>
          </p:nvPr>
        </p:nvSpPr>
        <p:spPr>
          <a:xfrm>
            <a:off x="684360" y="574920"/>
            <a:ext cx="7638120" cy="1077840"/>
          </a:xfrm>
          <a:prstGeom prst="rect">
            <a:avLst/>
          </a:prstGeom>
          <a:noFill/>
          <a:ln w="0">
            <a:noFill/>
          </a:ln>
        </p:spPr>
        <p:txBody>
          <a:bodyPr lIns="91440" tIns="45720" rIns="91440" bIns="45720" anchor="ctr">
            <a:noAutofit/>
          </a:bodyPr>
          <a:p>
            <a:pPr indent="0" algn="l">
              <a:lnSpc>
                <a:spcPct val="90000"/>
              </a:lnSpc>
              <a:buNone/>
              <a:tabLst>
                <a:tab pos="0" algn="l"/>
              </a:tabLst>
            </a:pPr>
            <a:r>
              <a:rPr lang="en-GB" sz="4400" b="0" u="none" strike="noStrike">
                <a:solidFill>
                  <a:srgbClr val="FF0000"/>
                </a:solidFill>
                <a:effectLst/>
                <a:uFillTx/>
                <a:latin typeface="Calibri"/>
                <a:ea typeface="Calibri"/>
              </a:rPr>
              <a:t>Voting</a:t>
            </a:r>
            <a:endParaRPr lang="es-ES" sz="4400" b="0" u="none" strike="noStrike">
              <a:solidFill>
                <a:srgbClr val="FFFFFF"/>
              </a:solidFill>
              <a:effectLst/>
              <a:uFillTx/>
              <a:latin typeface="Arial"/>
            </a:endParaRPr>
          </a:p>
        </p:txBody>
      </p:sp>
      <p:pic>
        <p:nvPicPr>
          <p:cNvPr id="216" name="Google Shape;200;ga1f93e0ce7_0_93"/>
          <p:cNvPicPr/>
          <p:nvPr/>
        </p:nvPicPr>
        <p:blipFill>
          <a:blip r:embed="rId1"/>
          <a:stretch/>
        </p:blipFill>
        <p:spPr>
          <a:xfrm>
            <a:off x="2058120" y="2080080"/>
            <a:ext cx="8355240" cy="380160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 name="PlaceHolder 1"/>
          <p:cNvSpPr>
            <a:spLocks noGrp="1"/>
          </p:cNvSpPr>
          <p:nvPr>
            <p:ph type="title"/>
          </p:nvPr>
        </p:nvSpPr>
        <p:spPr>
          <a:xfrm>
            <a:off x="2276640" y="2330280"/>
            <a:ext cx="7638120" cy="2197080"/>
          </a:xfrm>
          <a:prstGeom prst="rect">
            <a:avLst/>
          </a:prstGeom>
          <a:noFill/>
          <a:ln w="0">
            <a:noFill/>
          </a:ln>
        </p:spPr>
        <p:txBody>
          <a:bodyPr lIns="91440" tIns="45720" rIns="91440" bIns="45720" anchor="ctr">
            <a:noAutofit/>
          </a:bodyPr>
          <a:p>
            <a:pPr indent="0" algn="ctr">
              <a:lnSpc>
                <a:spcPct val="90000"/>
              </a:lnSpc>
              <a:buNone/>
              <a:tabLst>
                <a:tab pos="0" algn="l"/>
              </a:tabLst>
            </a:pPr>
            <a:r>
              <a:rPr lang="en-GB" sz="4400" b="0" u="none" strike="noStrike">
                <a:solidFill>
                  <a:srgbClr val="FF0000"/>
                </a:solidFill>
                <a:effectLst/>
                <a:uFillTx/>
                <a:latin typeface="Calibri"/>
                <a:ea typeface="Calibri"/>
              </a:rPr>
              <a:t>Bagging y Pasting</a:t>
            </a:r>
            <a:endParaRPr lang="es-ES" sz="4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Google Shape;212;g9c522aaa2e_0_44"/>
          <p:cNvSpPr/>
          <p:nvPr/>
        </p:nvSpPr>
        <p:spPr>
          <a:xfrm>
            <a:off x="684360" y="1653480"/>
            <a:ext cx="10520280" cy="2386080"/>
          </a:xfrm>
          <a:prstGeom prst="rect">
            <a:avLst/>
          </a:prstGeom>
          <a:noFill/>
          <a:ln w="0">
            <a:noFill/>
          </a:ln>
        </p:spPr>
        <p:style>
          <a:lnRef idx="0"/>
          <a:fillRef idx="0"/>
          <a:effectRef idx="0"/>
          <a:fontRef idx="minor"/>
        </p:style>
        <p:txBody>
          <a:bodyPr lIns="90000" tIns="91440" rIns="90000" bIns="91440" anchor="t">
            <a:noAutofit/>
          </a:bodyPr>
          <a:p>
            <a:pPr>
              <a:lnSpc>
                <a:spcPct val="100000"/>
              </a:lnSpc>
              <a:tabLst>
                <a:tab pos="0" algn="l"/>
              </a:tabLst>
            </a:pPr>
            <a:r>
              <a:rPr lang="en-GB" sz="1700" b="0" u="none" strike="noStrike">
                <a:solidFill>
                  <a:schemeClr val="lt1"/>
                </a:solidFill>
                <a:effectLst/>
                <a:uFillTx/>
                <a:latin typeface="Calibri"/>
                <a:ea typeface="Calibri"/>
              </a:rPr>
              <a:t>Con esta técnica se entrenan un conjunto de modelos, mediante muestras </a:t>
            </a:r>
            <a:r>
              <a:rPr lang="en-GB" sz="1700" b="1" u="none" strike="noStrike">
                <a:solidFill>
                  <a:schemeClr val="lt1"/>
                </a:solidFill>
                <a:effectLst/>
                <a:uFillTx/>
                <a:latin typeface="Calibri"/>
                <a:ea typeface="Calibri"/>
              </a:rPr>
              <a:t>con reemplazamiento</a:t>
            </a:r>
            <a:r>
              <a:rPr lang="en-GB" sz="1700" b="0" u="none" strike="noStrike">
                <a:solidFill>
                  <a:schemeClr val="lt1"/>
                </a:solidFill>
                <a:effectLst/>
                <a:uFillTx/>
                <a:latin typeface="Calibri"/>
                <a:ea typeface="Calibri"/>
              </a:rPr>
              <a:t>. Para cada predicción todos los modelos dan un output, y como si de un sistema de votación se tratase, se escoge como output final el más frecuente. </a:t>
            </a:r>
            <a:endParaRPr lang="es-ES" sz="1700" b="0" u="none" strike="noStrike">
              <a:solidFill>
                <a:srgbClr val="FFFFFF"/>
              </a:solidFill>
              <a:effectLst/>
              <a:uFillTx/>
              <a:latin typeface="Arial"/>
            </a:endParaRPr>
          </a:p>
          <a:p>
            <a:pPr>
              <a:lnSpc>
                <a:spcPct val="100000"/>
              </a:lnSpc>
              <a:tabLst>
                <a:tab pos="0" algn="l"/>
              </a:tabLst>
            </a:pPr>
            <a:endParaRPr lang="es-ES" sz="1700" b="0" u="none" strike="noStrike">
              <a:solidFill>
                <a:srgbClr val="FFFFFF"/>
              </a:solidFill>
              <a:effectLst/>
              <a:uFillTx/>
              <a:latin typeface="Arial"/>
            </a:endParaRPr>
          </a:p>
          <a:p>
            <a:pPr>
              <a:lnSpc>
                <a:spcPct val="100000"/>
              </a:lnSpc>
              <a:tabLst>
                <a:tab pos="0" algn="l"/>
              </a:tabLst>
            </a:pPr>
            <a:r>
              <a:rPr lang="en-GB" sz="1700" b="0" u="none" strike="noStrike">
                <a:solidFill>
                  <a:schemeClr val="lt1"/>
                </a:solidFill>
                <a:effectLst/>
                <a:uFillTx/>
                <a:latin typeface="Calibri"/>
                <a:ea typeface="Calibri"/>
              </a:rPr>
              <a:t>Esta técnica se usa tanto en </a:t>
            </a:r>
            <a:r>
              <a:rPr lang="en-GB" sz="1700" b="1" u="none" strike="noStrike">
                <a:solidFill>
                  <a:schemeClr val="lt1"/>
                </a:solidFill>
                <a:effectLst/>
                <a:uFillTx/>
                <a:latin typeface="Calibri"/>
                <a:ea typeface="Calibri"/>
              </a:rPr>
              <a:t>clasificación, como en regresión</a:t>
            </a:r>
            <a:r>
              <a:rPr lang="en-GB" sz="1700" b="0" u="none" strike="noStrike">
                <a:solidFill>
                  <a:schemeClr val="lt1"/>
                </a:solidFill>
                <a:effectLst/>
                <a:uFillTx/>
                <a:latin typeface="Calibri"/>
                <a:ea typeface="Calibri"/>
              </a:rPr>
              <a:t>. Si en clasificación utiliza la moda para elegir output, en regresión es la media de los outputs de todos los modelos.</a:t>
            </a:r>
            <a:endParaRPr lang="es-ES" sz="1700" b="0" u="none" strike="noStrike">
              <a:solidFill>
                <a:srgbClr val="FFFFFF"/>
              </a:solidFill>
              <a:effectLst/>
              <a:uFillTx/>
              <a:latin typeface="Arial"/>
            </a:endParaRPr>
          </a:p>
          <a:p>
            <a:pPr>
              <a:lnSpc>
                <a:spcPct val="100000"/>
              </a:lnSpc>
              <a:tabLst>
                <a:tab pos="0" algn="l"/>
              </a:tabLst>
            </a:pPr>
            <a:endParaRPr lang="es-ES" sz="1700" b="0" u="none" strike="noStrike">
              <a:solidFill>
                <a:srgbClr val="FFFFFF"/>
              </a:solidFill>
              <a:effectLst/>
              <a:uFillTx/>
              <a:latin typeface="Arial"/>
            </a:endParaRPr>
          </a:p>
          <a:p>
            <a:pPr>
              <a:lnSpc>
                <a:spcPct val="100000"/>
              </a:lnSpc>
              <a:tabLst>
                <a:tab pos="0" algn="l"/>
              </a:tabLst>
            </a:pPr>
            <a:r>
              <a:rPr lang="en-GB" sz="1700" b="0" u="none" strike="noStrike">
                <a:solidFill>
                  <a:schemeClr val="lt1"/>
                </a:solidFill>
                <a:effectLst/>
                <a:uFillTx/>
                <a:latin typeface="Calibri"/>
                <a:ea typeface="Calibri"/>
              </a:rPr>
              <a:t>Se trabaja con el mismo modelo</a:t>
            </a:r>
            <a:endParaRPr lang="es-ES" sz="1700" b="0" u="none" strike="noStrike">
              <a:solidFill>
                <a:srgbClr val="FFFFFF"/>
              </a:solidFill>
              <a:effectLst/>
              <a:uFillTx/>
              <a:latin typeface="Arial"/>
            </a:endParaRPr>
          </a:p>
        </p:txBody>
      </p:sp>
      <p:sp>
        <p:nvSpPr>
          <p:cNvPr id="219" name="PlaceHolder 1"/>
          <p:cNvSpPr>
            <a:spLocks noGrp="1"/>
          </p:cNvSpPr>
          <p:nvPr>
            <p:ph type="title"/>
          </p:nvPr>
        </p:nvSpPr>
        <p:spPr>
          <a:xfrm>
            <a:off x="684360" y="574920"/>
            <a:ext cx="7638120" cy="1077840"/>
          </a:xfrm>
          <a:prstGeom prst="rect">
            <a:avLst/>
          </a:prstGeom>
          <a:noFill/>
          <a:ln w="0">
            <a:noFill/>
          </a:ln>
        </p:spPr>
        <p:txBody>
          <a:bodyPr lIns="91440" tIns="45720" rIns="91440" bIns="45720" anchor="ctr">
            <a:noAutofit/>
          </a:bodyPr>
          <a:p>
            <a:pPr indent="0" algn="l">
              <a:lnSpc>
                <a:spcPct val="90000"/>
              </a:lnSpc>
              <a:buNone/>
              <a:tabLst>
                <a:tab pos="0" algn="l"/>
              </a:tabLst>
            </a:pPr>
            <a:r>
              <a:rPr lang="en-GB" sz="4400" b="0" u="none" strike="noStrike">
                <a:solidFill>
                  <a:srgbClr val="FF0000"/>
                </a:solidFill>
                <a:effectLst/>
                <a:uFillTx/>
                <a:latin typeface="Calibri"/>
                <a:ea typeface="Calibri"/>
              </a:rPr>
              <a:t>Bagging (Bootstrap Aggregating)</a:t>
            </a:r>
            <a:endParaRPr lang="es-ES" sz="4400" b="0" u="none" strike="noStrike">
              <a:solidFill>
                <a:srgbClr val="FFFFFF"/>
              </a:solidFill>
              <a:effectLst/>
              <a:uFillTx/>
              <a:latin typeface="Arial"/>
            </a:endParaRPr>
          </a:p>
        </p:txBody>
      </p:sp>
      <p:pic>
        <p:nvPicPr>
          <p:cNvPr id="220" name="Google Shape;214;g9c522aaa2e_0_44"/>
          <p:cNvPicPr/>
          <p:nvPr/>
        </p:nvPicPr>
        <p:blipFill>
          <a:blip r:embed="rId1"/>
          <a:stretch/>
        </p:blipFill>
        <p:spPr>
          <a:xfrm>
            <a:off x="5960160" y="3551400"/>
            <a:ext cx="4766040" cy="2830680"/>
          </a:xfrm>
          <a:prstGeom prst="rect">
            <a:avLst/>
          </a:prstGeom>
          <a:noFill/>
          <a:ln w="0">
            <a:noFill/>
          </a:ln>
        </p:spPr>
      </p:pic>
      <p:sp>
        <p:nvSpPr>
          <p:cNvPr id="221" name="Google Shape;215;g9c522aaa2e_0_44"/>
          <p:cNvSpPr/>
          <p:nvPr/>
        </p:nvSpPr>
        <p:spPr>
          <a:xfrm>
            <a:off x="808200" y="5211720"/>
            <a:ext cx="4639320" cy="1170360"/>
          </a:xfrm>
          <a:prstGeom prst="rect">
            <a:avLst/>
          </a:prstGeom>
          <a:noFill/>
          <a:ln w="0">
            <a:noFill/>
          </a:ln>
        </p:spPr>
        <p:style>
          <a:lnRef idx="0"/>
          <a:fillRef idx="0"/>
          <a:effectRef idx="0"/>
          <a:fontRef idx="minor"/>
        </p:style>
        <p:txBody>
          <a:bodyPr lIns="90000" tIns="91440" rIns="90000" bIns="91440" anchor="t">
            <a:noAutofit/>
          </a:bodyPr>
          <a:p>
            <a:pPr>
              <a:lnSpc>
                <a:spcPct val="100000"/>
              </a:lnSpc>
              <a:tabLst>
                <a:tab pos="0" algn="l"/>
              </a:tabLst>
            </a:pPr>
            <a:r>
              <a:rPr lang="es-ES" sz="2400" b="1" u="none" strike="noStrike">
                <a:solidFill>
                  <a:schemeClr val="lt1"/>
                </a:solidFill>
                <a:effectLst/>
                <a:uFillTx/>
                <a:latin typeface="Calibri"/>
                <a:ea typeface="Calibri"/>
              </a:rPr>
              <a:t>Pasting</a:t>
            </a:r>
            <a:endParaRPr lang="es-ES" sz="2400" b="0" u="none" strike="noStrike">
              <a:solidFill>
                <a:srgbClr val="FFFFFF"/>
              </a:solidFill>
              <a:effectLst/>
              <a:uFillTx/>
              <a:latin typeface="Arial"/>
            </a:endParaRPr>
          </a:p>
          <a:p>
            <a:pPr>
              <a:lnSpc>
                <a:spcPct val="100000"/>
              </a:lnSpc>
              <a:tabLst>
                <a:tab pos="0" algn="l"/>
              </a:tabLst>
            </a:pPr>
            <a:r>
              <a:rPr lang="es-ES" sz="1600" b="0" u="none" strike="noStrike">
                <a:solidFill>
                  <a:schemeClr val="lt1"/>
                </a:solidFill>
                <a:effectLst/>
                <a:uFillTx/>
                <a:latin typeface="Calibri"/>
                <a:ea typeface="Calibri"/>
              </a:rPr>
              <a:t>Simplemente escogemos el argumento “bootstrap=False”</a:t>
            </a:r>
            <a:endParaRPr lang="es-ES" sz="1600" b="0" u="none" strike="noStrike">
              <a:solidFill>
                <a:srgbClr val="FFFFFF"/>
              </a:solidFill>
              <a:effectLst/>
              <a:uFillTx/>
              <a:latin typeface="Arial"/>
            </a:endParaRPr>
          </a:p>
          <a:p>
            <a:pPr>
              <a:lnSpc>
                <a:spcPct val="100000"/>
              </a:lnSpc>
              <a:tabLst>
                <a:tab pos="0" algn="l"/>
              </a:tabLst>
            </a:pPr>
            <a:r>
              <a:rPr lang="es-ES" sz="1600" b="0" u="none" strike="noStrike">
                <a:solidFill>
                  <a:schemeClr val="lt1"/>
                </a:solidFill>
                <a:effectLst/>
                <a:uFillTx/>
                <a:latin typeface="Calibri"/>
                <a:ea typeface="Calibri"/>
              </a:rPr>
              <a:t>Suele funcionar mejor </a:t>
            </a:r>
            <a:r>
              <a:rPr lang="es-ES" sz="1600" b="1" u="sng" strike="noStrike">
                <a:solidFill>
                  <a:schemeClr val="lt1"/>
                </a:solidFill>
                <a:effectLst/>
                <a:uFillTx/>
                <a:latin typeface="Calibri"/>
                <a:ea typeface="Calibri"/>
              </a:rPr>
              <a:t>bagging</a:t>
            </a:r>
            <a:endParaRPr lang="es-ES" sz="16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2" name="PlaceHolder 1"/>
          <p:cNvSpPr>
            <a:spLocks noGrp="1"/>
          </p:cNvSpPr>
          <p:nvPr>
            <p:ph type="title"/>
          </p:nvPr>
        </p:nvSpPr>
        <p:spPr>
          <a:xfrm>
            <a:off x="2276640" y="2330280"/>
            <a:ext cx="7638120" cy="2197080"/>
          </a:xfrm>
          <a:prstGeom prst="rect">
            <a:avLst/>
          </a:prstGeom>
          <a:noFill/>
          <a:ln w="0">
            <a:noFill/>
          </a:ln>
        </p:spPr>
        <p:txBody>
          <a:bodyPr lIns="91440" tIns="45720" rIns="91440" bIns="45720" anchor="ctr">
            <a:noAutofit/>
          </a:bodyPr>
          <a:p>
            <a:pPr indent="0" algn="ctr">
              <a:lnSpc>
                <a:spcPct val="90000"/>
              </a:lnSpc>
              <a:buNone/>
              <a:tabLst>
                <a:tab pos="0" algn="l"/>
              </a:tabLst>
            </a:pPr>
            <a:r>
              <a:rPr lang="en-GB" sz="4400" b="0" u="none" strike="noStrike">
                <a:solidFill>
                  <a:srgbClr val="FF0000"/>
                </a:solidFill>
                <a:effectLst/>
                <a:uFillTx/>
                <a:latin typeface="Calibri"/>
                <a:ea typeface="Calibri"/>
              </a:rPr>
              <a:t>Random Forest Demo</a:t>
            </a:r>
            <a:endParaRPr lang="es-ES" sz="4400" b="0" u="none" strike="noStrike">
              <a:solidFill>
                <a:srgbClr val="FFFFFF"/>
              </a:solidFill>
              <a:effectLst/>
              <a:uFillTx/>
              <a:latin typeface="Arial"/>
            </a:endParaRPr>
          </a:p>
          <a:p>
            <a:pPr indent="0" algn="ctr">
              <a:lnSpc>
                <a:spcPct val="90000"/>
              </a:lnSpc>
              <a:buNone/>
              <a:tabLst>
                <a:tab pos="0" algn="l"/>
              </a:tabLst>
            </a:pPr>
            <a:r>
              <a:rPr lang="en-GB" sz="2800" b="0" u="sng" strike="noStrike">
                <a:solidFill>
                  <a:schemeClr val="hlink"/>
                </a:solidFill>
                <a:effectLst/>
                <a:uFillTx/>
                <a:latin typeface="Calibri"/>
                <a:ea typeface="Calibri"/>
                <a:hlinkClick r:id="rId1"/>
              </a:rPr>
              <a:t>https://waternova.github.io/random-forest-viz/</a:t>
            </a:r>
            <a:endParaRPr lang="es-ES" sz="2800" b="0" u="none" strike="noStrike">
              <a:solidFill>
                <a:srgbClr val="FFFFFF"/>
              </a:solidFill>
              <a:effectLst/>
              <a:uFillTx/>
              <a:latin typeface="Arial"/>
            </a:endParaRPr>
          </a:p>
          <a:p>
            <a:pPr indent="0" algn="ctr">
              <a:lnSpc>
                <a:spcPct val="90000"/>
              </a:lnSpc>
              <a:buNone/>
              <a:tabLst>
                <a:tab pos="0" algn="l"/>
              </a:tabLst>
            </a:pPr>
            <a:endParaRPr lang="es-ES" sz="4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Google Shape;235;g9c522aaa2e_0_66"/>
          <p:cNvSpPr/>
          <p:nvPr/>
        </p:nvSpPr>
        <p:spPr>
          <a:xfrm>
            <a:off x="684360" y="1877760"/>
            <a:ext cx="10234440" cy="774720"/>
          </a:xfrm>
          <a:prstGeom prst="rect">
            <a:avLst/>
          </a:prstGeom>
          <a:noFill/>
          <a:ln w="0">
            <a:noFill/>
          </a:ln>
        </p:spPr>
        <p:style>
          <a:lnRef idx="0"/>
          <a:fillRef idx="0"/>
          <a:effectRef idx="0"/>
          <a:fontRef idx="minor"/>
        </p:style>
        <p:txBody>
          <a:bodyPr lIns="90000" tIns="91440" rIns="90000" bIns="91440" anchor="t">
            <a:noAutofit/>
          </a:bodyPr>
          <a:p>
            <a:pPr>
              <a:lnSpc>
                <a:spcPct val="100000"/>
              </a:lnSpc>
              <a:tabLst>
                <a:tab pos="0" algn="l"/>
              </a:tabLst>
            </a:pPr>
            <a:r>
              <a:rPr lang="en-GB" sz="1700" b="0" u="none" strike="noStrike">
                <a:solidFill>
                  <a:schemeClr val="lt1"/>
                </a:solidFill>
                <a:effectLst/>
                <a:uFillTx/>
                <a:latin typeface="Calibri"/>
                <a:ea typeface="Calibri"/>
              </a:rPr>
              <a:t>El algoritmo de bagging que más se utiliza es el random forest. Implementa el sistema de votación de bagging mediante árboles de decisión. </a:t>
            </a:r>
            <a:r>
              <a:rPr lang="en-GB" sz="1700" b="1" u="none" strike="noStrike">
                <a:solidFill>
                  <a:schemeClr val="lt1"/>
                </a:solidFill>
                <a:effectLst/>
                <a:uFillTx/>
                <a:latin typeface="Calibri"/>
                <a:ea typeface="Calibri"/>
              </a:rPr>
              <a:t>RandomForestClassifier y RandomForestRegressor. </a:t>
            </a:r>
            <a:r>
              <a:rPr lang="en-GB" sz="1700" b="0" u="none" strike="noStrike">
                <a:solidFill>
                  <a:schemeClr val="lt1"/>
                </a:solidFill>
                <a:effectLst/>
                <a:uFillTx/>
                <a:latin typeface="Calibri"/>
                <a:ea typeface="Calibri"/>
              </a:rPr>
              <a:t>Funciona de la siguiente manera:</a:t>
            </a:r>
            <a:endParaRPr lang="es-ES" sz="1700" b="0" u="none" strike="noStrike">
              <a:solidFill>
                <a:srgbClr val="FFFFFF"/>
              </a:solidFill>
              <a:effectLst/>
              <a:uFillTx/>
              <a:latin typeface="Arial"/>
            </a:endParaRPr>
          </a:p>
          <a:p>
            <a:pPr>
              <a:lnSpc>
                <a:spcPct val="100000"/>
              </a:lnSpc>
              <a:tabLst>
                <a:tab pos="0" algn="l"/>
              </a:tabLst>
            </a:pPr>
            <a:endParaRPr lang="es-ES" sz="1700" b="0" u="none" strike="noStrike">
              <a:solidFill>
                <a:srgbClr val="FFFFFF"/>
              </a:solidFill>
              <a:effectLst/>
              <a:uFillTx/>
              <a:latin typeface="Arial"/>
            </a:endParaRPr>
          </a:p>
        </p:txBody>
      </p:sp>
      <p:sp>
        <p:nvSpPr>
          <p:cNvPr id="224" name="PlaceHolder 1"/>
          <p:cNvSpPr>
            <a:spLocks noGrp="1"/>
          </p:cNvSpPr>
          <p:nvPr>
            <p:ph type="title"/>
          </p:nvPr>
        </p:nvSpPr>
        <p:spPr>
          <a:xfrm>
            <a:off x="684360" y="574920"/>
            <a:ext cx="7638120" cy="1077840"/>
          </a:xfrm>
          <a:prstGeom prst="rect">
            <a:avLst/>
          </a:prstGeom>
          <a:noFill/>
          <a:ln w="0">
            <a:noFill/>
          </a:ln>
        </p:spPr>
        <p:txBody>
          <a:bodyPr lIns="91440" tIns="45720" rIns="91440" bIns="45720" anchor="ctr">
            <a:noAutofit/>
          </a:bodyPr>
          <a:p>
            <a:pPr indent="0" algn="l">
              <a:lnSpc>
                <a:spcPct val="90000"/>
              </a:lnSpc>
              <a:buNone/>
              <a:tabLst>
                <a:tab pos="0" algn="l"/>
              </a:tabLst>
            </a:pPr>
            <a:r>
              <a:rPr lang="en-GB" sz="4400" b="0" u="none" strike="noStrike">
                <a:solidFill>
                  <a:srgbClr val="FF0000"/>
                </a:solidFill>
                <a:effectLst/>
                <a:uFillTx/>
                <a:latin typeface="Calibri"/>
                <a:ea typeface="Calibri"/>
              </a:rPr>
              <a:t>Random Forest</a:t>
            </a:r>
            <a:endParaRPr lang="es-ES" sz="4400" b="0" u="none" strike="noStrike">
              <a:solidFill>
                <a:srgbClr val="FFFFFF"/>
              </a:solidFill>
              <a:effectLst/>
              <a:uFillTx/>
              <a:latin typeface="Arial"/>
            </a:endParaRPr>
          </a:p>
        </p:txBody>
      </p:sp>
      <p:sp>
        <p:nvSpPr>
          <p:cNvPr id="225" name="Google Shape;237;g9c522aaa2e_0_66"/>
          <p:cNvSpPr/>
          <p:nvPr/>
        </p:nvSpPr>
        <p:spPr>
          <a:xfrm>
            <a:off x="684360" y="2877840"/>
            <a:ext cx="4744080" cy="3305880"/>
          </a:xfrm>
          <a:prstGeom prst="rect">
            <a:avLst/>
          </a:prstGeom>
          <a:noFill/>
          <a:ln w="0">
            <a:noFill/>
          </a:ln>
        </p:spPr>
        <p:style>
          <a:lnRef idx="0"/>
          <a:fillRef idx="0"/>
          <a:effectRef idx="0"/>
          <a:fontRef idx="minor"/>
        </p:style>
        <p:txBody>
          <a:bodyPr lIns="90000" tIns="91440" rIns="90000" bIns="91440" anchor="t">
            <a:noAutofit/>
          </a:bodyPr>
          <a:p>
            <a:pPr marL="457200" indent="-336600">
              <a:lnSpc>
                <a:spcPct val="100000"/>
              </a:lnSpc>
              <a:buClr>
                <a:srgbClr val="FFFFFF"/>
              </a:buClr>
              <a:buFont typeface="Calibri"/>
              <a:buAutoNum type="arabicPeriod"/>
            </a:pPr>
            <a:r>
              <a:rPr lang="en-GB" sz="1700" b="0" u="none" strike="noStrike">
                <a:solidFill>
                  <a:schemeClr val="lt1"/>
                </a:solidFill>
                <a:effectLst/>
                <a:uFillTx/>
                <a:latin typeface="Calibri"/>
                <a:ea typeface="Calibri"/>
              </a:rPr>
              <a:t>Escogemos una cantidad de árboles que entrenaremos.</a:t>
            </a:r>
            <a:endParaRPr lang="es-ES" sz="1700" b="0" u="none" strike="noStrike">
              <a:solidFill>
                <a:srgbClr val="FFFFFF"/>
              </a:solidFill>
              <a:effectLst/>
              <a:uFillTx/>
              <a:latin typeface="Arial"/>
            </a:endParaRPr>
          </a:p>
          <a:p>
            <a:pPr marL="457200" indent="-336600">
              <a:lnSpc>
                <a:spcPct val="100000"/>
              </a:lnSpc>
              <a:buClr>
                <a:srgbClr val="FFFFFF"/>
              </a:buClr>
              <a:buFont typeface="Calibri"/>
              <a:buAutoNum type="arabicPeriod"/>
            </a:pPr>
            <a:r>
              <a:rPr lang="en-GB" sz="1700" b="0" u="none" strike="noStrike">
                <a:solidFill>
                  <a:schemeClr val="lt1"/>
                </a:solidFill>
                <a:effectLst/>
                <a:uFillTx/>
                <a:latin typeface="Calibri"/>
                <a:ea typeface="Calibri"/>
              </a:rPr>
              <a:t>Cada árbol escoge un conjunto aleatorio de features para realizar cada split. Este número lo podemos configurar en sklearn.</a:t>
            </a:r>
            <a:endParaRPr lang="es-ES" sz="1700" b="0" u="none" strike="noStrike">
              <a:solidFill>
                <a:srgbClr val="FFFFFF"/>
              </a:solidFill>
              <a:effectLst/>
              <a:uFillTx/>
              <a:latin typeface="Arial"/>
            </a:endParaRPr>
          </a:p>
          <a:p>
            <a:pPr marL="457200" indent="-336600">
              <a:lnSpc>
                <a:spcPct val="100000"/>
              </a:lnSpc>
              <a:buClr>
                <a:srgbClr val="FFFFFF"/>
              </a:buClr>
              <a:buFont typeface="Calibri"/>
              <a:buAutoNum type="arabicPeriod"/>
            </a:pPr>
            <a:r>
              <a:rPr lang="en-GB" sz="1700" b="0" u="none" strike="noStrike">
                <a:solidFill>
                  <a:schemeClr val="lt1"/>
                </a:solidFill>
                <a:effectLst/>
                <a:uFillTx/>
                <a:latin typeface="Calibri"/>
                <a:ea typeface="Calibri"/>
              </a:rPr>
              <a:t>Aplicamos boostrapping, es decir, cada árbol entrena con una muestra aleatoria con reemplazamiento del conjunto de train.</a:t>
            </a:r>
            <a:endParaRPr lang="es-ES" sz="1700" b="0" u="none" strike="noStrike">
              <a:solidFill>
                <a:srgbClr val="FFFFFF"/>
              </a:solidFill>
              <a:effectLst/>
              <a:uFillTx/>
              <a:latin typeface="Arial"/>
            </a:endParaRPr>
          </a:p>
          <a:p>
            <a:pPr marL="457200" indent="-336600">
              <a:lnSpc>
                <a:spcPct val="100000"/>
              </a:lnSpc>
              <a:buClr>
                <a:srgbClr val="FFFFFF"/>
              </a:buClr>
              <a:buFont typeface="Calibri"/>
              <a:buAutoNum type="arabicPeriod"/>
            </a:pPr>
            <a:r>
              <a:rPr lang="en-GB" sz="1700" b="0" u="none" strike="noStrike">
                <a:solidFill>
                  <a:schemeClr val="lt1"/>
                </a:solidFill>
                <a:effectLst/>
                <a:uFillTx/>
                <a:latin typeface="Calibri"/>
                <a:ea typeface="Calibri"/>
              </a:rPr>
              <a:t>Una vez entrenados los árboles, aplicamos el sistema de votación de bagging para las predicciones.</a:t>
            </a:r>
            <a:endParaRPr lang="es-ES" sz="1700" b="0" u="none" strike="noStrike">
              <a:solidFill>
                <a:srgbClr val="FFFFFF"/>
              </a:solidFill>
              <a:effectLst/>
              <a:uFillTx/>
              <a:latin typeface="Arial"/>
            </a:endParaRPr>
          </a:p>
          <a:p>
            <a:pPr>
              <a:lnSpc>
                <a:spcPct val="100000"/>
              </a:lnSpc>
              <a:tabLst>
                <a:tab pos="0" algn="l"/>
              </a:tabLst>
            </a:pPr>
            <a:endParaRPr lang="es-ES" sz="1700" b="0" u="none" strike="noStrike">
              <a:solidFill>
                <a:srgbClr val="FFFFFF"/>
              </a:solidFill>
              <a:effectLst/>
              <a:uFillTx/>
              <a:latin typeface="Arial"/>
            </a:endParaRPr>
          </a:p>
        </p:txBody>
      </p:sp>
      <p:pic>
        <p:nvPicPr>
          <p:cNvPr id="226" name="Google Shape;238;g9c522aaa2e_0_66"/>
          <p:cNvPicPr/>
          <p:nvPr/>
        </p:nvPicPr>
        <p:blipFill>
          <a:blip r:embed="rId1"/>
          <a:stretch/>
        </p:blipFill>
        <p:spPr>
          <a:xfrm>
            <a:off x="6107400" y="2766240"/>
            <a:ext cx="4408200" cy="3305880"/>
          </a:xfrm>
          <a:prstGeom prst="rect">
            <a:avLst/>
          </a:prstGeom>
          <a:noFill/>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Google Shape;244;g9c522aaa2e_0_133"/>
          <p:cNvSpPr/>
          <p:nvPr/>
        </p:nvSpPr>
        <p:spPr>
          <a:xfrm>
            <a:off x="684360" y="1653480"/>
            <a:ext cx="10234440" cy="1802880"/>
          </a:xfrm>
          <a:prstGeom prst="rect">
            <a:avLst/>
          </a:prstGeom>
          <a:noFill/>
          <a:ln w="0">
            <a:noFill/>
          </a:ln>
        </p:spPr>
        <p:style>
          <a:lnRef idx="0"/>
          <a:fillRef idx="0"/>
          <a:effectRef idx="0"/>
          <a:fontRef idx="minor"/>
        </p:style>
        <p:txBody>
          <a:bodyPr lIns="90000" tIns="91440" rIns="90000" bIns="91440" anchor="t">
            <a:noAutofit/>
          </a:bodyPr>
          <a:p>
            <a:pPr>
              <a:lnSpc>
                <a:spcPct val="100000"/>
              </a:lnSpc>
              <a:tabLst>
                <a:tab pos="0" algn="l"/>
              </a:tabLst>
            </a:pPr>
            <a:r>
              <a:rPr lang="en-GB" sz="1700" b="0" u="none" strike="noStrike">
                <a:solidFill>
                  <a:schemeClr val="lt1"/>
                </a:solidFill>
                <a:effectLst/>
                <a:uFillTx/>
                <a:latin typeface="Calibri"/>
                <a:ea typeface="Calibri"/>
              </a:rPr>
              <a:t>Una característica interesante que tiene Random Forest es el feature importance. Nos da una medida de cuánto aporta cada feature a las predicciones. Se calcula para cada feature la aportación que ha hecho al gini o entropía. Para todos los árboles. Calculamos la media de la aportación de cada feature.</a:t>
            </a:r>
            <a:endParaRPr lang="es-ES" sz="1700" b="0" u="none" strike="noStrike">
              <a:solidFill>
                <a:srgbClr val="FFFFFF"/>
              </a:solidFill>
              <a:effectLst/>
              <a:uFillTx/>
              <a:latin typeface="Arial"/>
            </a:endParaRPr>
          </a:p>
          <a:p>
            <a:pPr>
              <a:lnSpc>
                <a:spcPct val="100000"/>
              </a:lnSpc>
              <a:tabLst>
                <a:tab pos="0" algn="l"/>
              </a:tabLst>
            </a:pPr>
            <a:endParaRPr lang="es-ES" sz="1700" b="0" u="none" strike="noStrike">
              <a:solidFill>
                <a:srgbClr val="FFFFFF"/>
              </a:solidFill>
              <a:effectLst/>
              <a:uFillTx/>
              <a:latin typeface="Arial"/>
            </a:endParaRPr>
          </a:p>
          <a:p>
            <a:pPr>
              <a:lnSpc>
                <a:spcPct val="100000"/>
              </a:lnSpc>
              <a:tabLst>
                <a:tab pos="0" algn="l"/>
              </a:tabLst>
            </a:pPr>
            <a:r>
              <a:rPr lang="en-GB" sz="1700" b="0" u="none" strike="noStrike">
                <a:solidFill>
                  <a:schemeClr val="lt1"/>
                </a:solidFill>
                <a:effectLst/>
                <a:uFillTx/>
                <a:latin typeface="Calibri"/>
                <a:ea typeface="Calibri"/>
              </a:rPr>
              <a:t>Por suerte sklearn ya realiza esta operación por nosotros, y lo normaliza a 1, de tal manera que las features más importantes estarán cercanas a 1.</a:t>
            </a:r>
            <a:endParaRPr lang="es-ES" sz="1700" b="0" u="none" strike="noStrike">
              <a:solidFill>
                <a:srgbClr val="FFFFFF"/>
              </a:solidFill>
              <a:effectLst/>
              <a:uFillTx/>
              <a:latin typeface="Arial"/>
            </a:endParaRPr>
          </a:p>
          <a:p>
            <a:pPr>
              <a:lnSpc>
                <a:spcPct val="100000"/>
              </a:lnSpc>
              <a:tabLst>
                <a:tab pos="0" algn="l"/>
              </a:tabLst>
            </a:pPr>
            <a:endParaRPr lang="es-ES" sz="1700" b="0" u="none" strike="noStrike">
              <a:solidFill>
                <a:srgbClr val="FFFFFF"/>
              </a:solidFill>
              <a:effectLst/>
              <a:uFillTx/>
              <a:latin typeface="Arial"/>
            </a:endParaRPr>
          </a:p>
        </p:txBody>
      </p:sp>
      <p:sp>
        <p:nvSpPr>
          <p:cNvPr id="228" name="PlaceHolder 1"/>
          <p:cNvSpPr>
            <a:spLocks noGrp="1"/>
          </p:cNvSpPr>
          <p:nvPr>
            <p:ph type="title"/>
          </p:nvPr>
        </p:nvSpPr>
        <p:spPr>
          <a:xfrm>
            <a:off x="684360" y="574920"/>
            <a:ext cx="7638120" cy="1077840"/>
          </a:xfrm>
          <a:prstGeom prst="rect">
            <a:avLst/>
          </a:prstGeom>
          <a:noFill/>
          <a:ln w="0">
            <a:noFill/>
          </a:ln>
        </p:spPr>
        <p:txBody>
          <a:bodyPr lIns="91440" tIns="45720" rIns="91440" bIns="45720" anchor="ctr">
            <a:noAutofit/>
          </a:bodyPr>
          <a:p>
            <a:pPr indent="0" algn="l">
              <a:lnSpc>
                <a:spcPct val="90000"/>
              </a:lnSpc>
              <a:buNone/>
              <a:tabLst>
                <a:tab pos="0" algn="l"/>
              </a:tabLst>
            </a:pPr>
            <a:r>
              <a:rPr lang="en-GB" sz="4400" b="0" u="none" strike="noStrike">
                <a:solidFill>
                  <a:srgbClr val="FF0000"/>
                </a:solidFill>
                <a:effectLst/>
                <a:uFillTx/>
                <a:latin typeface="Calibri"/>
                <a:ea typeface="Calibri"/>
              </a:rPr>
              <a:t>Feature importance</a:t>
            </a:r>
            <a:endParaRPr lang="es-ES" sz="4400" b="0" u="none" strike="noStrike">
              <a:solidFill>
                <a:srgbClr val="FFFFFF"/>
              </a:solidFill>
              <a:effectLst/>
              <a:uFillTx/>
              <a:latin typeface="Arial"/>
            </a:endParaRPr>
          </a:p>
        </p:txBody>
      </p:sp>
      <p:pic>
        <p:nvPicPr>
          <p:cNvPr id="229" name="Google Shape;246;g9c522aaa2e_0_133"/>
          <p:cNvPicPr/>
          <p:nvPr/>
        </p:nvPicPr>
        <p:blipFill>
          <a:blip r:embed="rId1"/>
          <a:stretch/>
        </p:blipFill>
        <p:spPr>
          <a:xfrm>
            <a:off x="7084800" y="3681720"/>
            <a:ext cx="3344400" cy="2302920"/>
          </a:xfrm>
          <a:prstGeom prst="rect">
            <a:avLst/>
          </a:prstGeom>
          <a:noFill/>
          <a:ln w="0">
            <a:noFill/>
          </a:ln>
        </p:spPr>
      </p:pic>
      <p:sp>
        <p:nvSpPr>
          <p:cNvPr id="230" name="Google Shape;247;g9c522aaa2e_0_133"/>
          <p:cNvSpPr/>
          <p:nvPr/>
        </p:nvSpPr>
        <p:spPr>
          <a:xfrm>
            <a:off x="6826680" y="6076080"/>
            <a:ext cx="4934880" cy="1383120"/>
          </a:xfrm>
          <a:prstGeom prst="rect">
            <a:avLst/>
          </a:prstGeom>
          <a:noFill/>
          <a:ln w="0">
            <a:noFill/>
          </a:ln>
        </p:spPr>
        <p:style>
          <a:lnRef idx="0"/>
          <a:fillRef idx="0"/>
          <a:effectRef idx="0"/>
          <a:fontRef idx="minor"/>
        </p:style>
        <p:txBody>
          <a:bodyPr lIns="90000" tIns="91440" rIns="90000" bIns="91440" anchor="t">
            <a:noAutofit/>
          </a:bodyPr>
          <a:p>
            <a:pPr>
              <a:lnSpc>
                <a:spcPct val="100000"/>
              </a:lnSpc>
              <a:tabLst>
                <a:tab pos="0" algn="l"/>
              </a:tabLst>
            </a:pPr>
            <a:r>
              <a:rPr lang="en-GB" sz="1700" b="0" u="none" strike="noStrike">
                <a:solidFill>
                  <a:schemeClr val="lt1"/>
                </a:solidFill>
                <a:effectLst/>
                <a:uFillTx/>
                <a:latin typeface="Calibri"/>
                <a:ea typeface="Calibri"/>
              </a:rPr>
              <a:t>Feature importance para predicción de números</a:t>
            </a:r>
            <a:endParaRPr lang="es-ES" sz="1700" b="0" u="none" strike="noStrike">
              <a:solidFill>
                <a:srgbClr val="FFFFFF"/>
              </a:solidFill>
              <a:effectLst/>
              <a:uFillTx/>
              <a:latin typeface="Arial"/>
            </a:endParaRPr>
          </a:p>
          <a:p>
            <a:pPr>
              <a:lnSpc>
                <a:spcPct val="100000"/>
              </a:lnSpc>
              <a:tabLst>
                <a:tab pos="0" algn="l"/>
              </a:tabLst>
            </a:pPr>
            <a:endParaRPr lang="es-ES" sz="1700" b="0" u="none" strike="noStrike">
              <a:solidFill>
                <a:srgbClr val="FFFFFF"/>
              </a:solidFill>
              <a:effectLst/>
              <a:uFillTx/>
              <a:latin typeface="Arial"/>
            </a:endParaRPr>
          </a:p>
        </p:txBody>
      </p:sp>
      <p:pic>
        <p:nvPicPr>
          <p:cNvPr id="231" name="Google Shape;248;g9c522aaa2e_0_133"/>
          <p:cNvPicPr/>
          <p:nvPr/>
        </p:nvPicPr>
        <p:blipFill>
          <a:blip r:embed="rId2"/>
          <a:stretch/>
        </p:blipFill>
        <p:spPr>
          <a:xfrm>
            <a:off x="684360" y="3764520"/>
            <a:ext cx="5770080" cy="2136960"/>
          </a:xfrm>
          <a:prstGeom prst="rect">
            <a:avLst/>
          </a:prstGeom>
          <a:noFill/>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 name="PlaceHolder 1"/>
          <p:cNvSpPr>
            <a:spLocks noGrp="1"/>
          </p:cNvSpPr>
          <p:nvPr>
            <p:ph type="title"/>
          </p:nvPr>
        </p:nvSpPr>
        <p:spPr>
          <a:xfrm>
            <a:off x="2276640" y="2330280"/>
            <a:ext cx="7638120" cy="2197080"/>
          </a:xfrm>
          <a:prstGeom prst="rect">
            <a:avLst/>
          </a:prstGeom>
          <a:noFill/>
          <a:ln w="0">
            <a:noFill/>
          </a:ln>
        </p:spPr>
        <p:txBody>
          <a:bodyPr lIns="91440" tIns="45720" rIns="91440" bIns="45720" anchor="ctr">
            <a:noAutofit/>
          </a:bodyPr>
          <a:p>
            <a:pPr indent="0" algn="ctr">
              <a:lnSpc>
                <a:spcPct val="90000"/>
              </a:lnSpc>
              <a:buNone/>
              <a:tabLst>
                <a:tab pos="0" algn="l"/>
              </a:tabLst>
            </a:pPr>
            <a:r>
              <a:rPr lang="en-GB" sz="4400" b="0" u="none" strike="noStrike">
                <a:solidFill>
                  <a:srgbClr val="FF0000"/>
                </a:solidFill>
                <a:effectLst/>
                <a:uFillTx/>
                <a:latin typeface="Calibri"/>
                <a:ea typeface="Calibri"/>
              </a:rPr>
              <a:t>Boosting</a:t>
            </a:r>
            <a:endParaRPr lang="es-ES" sz="4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Google Shape;260;g9c522aaa2e_0_84"/>
          <p:cNvSpPr/>
          <p:nvPr/>
        </p:nvSpPr>
        <p:spPr>
          <a:xfrm>
            <a:off x="684360" y="1653480"/>
            <a:ext cx="10234440" cy="1856520"/>
          </a:xfrm>
          <a:prstGeom prst="rect">
            <a:avLst/>
          </a:prstGeom>
          <a:noFill/>
          <a:ln w="0">
            <a:noFill/>
          </a:ln>
        </p:spPr>
        <p:style>
          <a:lnRef idx="0"/>
          <a:fillRef idx="0"/>
          <a:effectRef idx="0"/>
          <a:fontRef idx="minor"/>
        </p:style>
        <p:txBody>
          <a:bodyPr lIns="90000" tIns="91440" rIns="90000" bIns="91440" anchor="t">
            <a:noAutofit/>
          </a:bodyPr>
          <a:p>
            <a:pPr>
              <a:lnSpc>
                <a:spcPct val="100000"/>
              </a:lnSpc>
              <a:tabLst>
                <a:tab pos="0" algn="l"/>
              </a:tabLst>
            </a:pPr>
            <a:r>
              <a:rPr lang="en-GB" sz="1700" b="0" u="none" strike="noStrike">
                <a:solidFill>
                  <a:schemeClr val="lt1"/>
                </a:solidFill>
                <a:effectLst/>
                <a:uFillTx/>
                <a:latin typeface="Calibri"/>
                <a:ea typeface="Calibri"/>
              </a:rPr>
              <a:t>En el caso del bagging, teníamos un conjunto de modelos independientes, cuyos outputs agregados servían para el output final. En boosting los modelos se entrenan secuencialmente y por tanto existe una dependencia entre ellos.</a:t>
            </a:r>
            <a:endParaRPr lang="es-ES" sz="1700" b="0" u="none" strike="noStrike">
              <a:solidFill>
                <a:srgbClr val="FFFFFF"/>
              </a:solidFill>
              <a:effectLst/>
              <a:uFillTx/>
              <a:latin typeface="Arial"/>
            </a:endParaRPr>
          </a:p>
          <a:p>
            <a:pPr>
              <a:lnSpc>
                <a:spcPct val="100000"/>
              </a:lnSpc>
              <a:tabLst>
                <a:tab pos="0" algn="l"/>
              </a:tabLst>
            </a:pPr>
            <a:endParaRPr lang="es-ES" sz="1700" b="0" u="none" strike="noStrike">
              <a:solidFill>
                <a:srgbClr val="FFFFFF"/>
              </a:solidFill>
              <a:effectLst/>
              <a:uFillTx/>
              <a:latin typeface="Arial"/>
            </a:endParaRPr>
          </a:p>
          <a:p>
            <a:pPr>
              <a:lnSpc>
                <a:spcPct val="100000"/>
              </a:lnSpc>
              <a:tabLst>
                <a:tab pos="0" algn="l"/>
              </a:tabLst>
            </a:pPr>
            <a:r>
              <a:rPr lang="en-GB" sz="1700" b="0" u="none" strike="noStrike">
                <a:solidFill>
                  <a:schemeClr val="lt1"/>
                </a:solidFill>
                <a:effectLst/>
                <a:uFillTx/>
                <a:latin typeface="Calibri"/>
                <a:ea typeface="Calibri"/>
              </a:rPr>
              <a:t>Básicamente en esta técnica los modelos van intentando mejorar su predecesor, recibiendo los errores del mismo, e intentando mejorar su resultado</a:t>
            </a:r>
            <a:endParaRPr lang="es-ES" sz="1700" b="0" u="none" strike="noStrike">
              <a:solidFill>
                <a:srgbClr val="FFFFFF"/>
              </a:solidFill>
              <a:effectLst/>
              <a:uFillTx/>
              <a:latin typeface="Arial"/>
            </a:endParaRPr>
          </a:p>
          <a:p>
            <a:pPr>
              <a:lnSpc>
                <a:spcPct val="100000"/>
              </a:lnSpc>
              <a:tabLst>
                <a:tab pos="0" algn="l"/>
              </a:tabLst>
            </a:pPr>
            <a:endParaRPr lang="es-ES" sz="1700" b="0" u="none" strike="noStrike">
              <a:solidFill>
                <a:srgbClr val="FFFFFF"/>
              </a:solidFill>
              <a:effectLst/>
              <a:uFillTx/>
              <a:latin typeface="Arial"/>
            </a:endParaRPr>
          </a:p>
          <a:p>
            <a:pPr>
              <a:lnSpc>
                <a:spcPct val="100000"/>
              </a:lnSpc>
              <a:tabLst>
                <a:tab pos="0" algn="l"/>
              </a:tabLst>
            </a:pPr>
            <a:r>
              <a:rPr lang="en-GB" sz="1700" b="0" u="none" strike="noStrike">
                <a:solidFill>
                  <a:schemeClr val="lt1"/>
                </a:solidFill>
                <a:effectLst/>
                <a:uFillTx/>
                <a:latin typeface="Calibri"/>
                <a:ea typeface="Calibri"/>
              </a:rPr>
              <a:t>Los algoritmos más utilizados son:</a:t>
            </a:r>
            <a:endParaRPr lang="es-ES" sz="1700" b="0" u="none" strike="noStrike">
              <a:solidFill>
                <a:srgbClr val="FFFFFF"/>
              </a:solidFill>
              <a:effectLst/>
              <a:uFillTx/>
              <a:latin typeface="Arial"/>
            </a:endParaRPr>
          </a:p>
          <a:p>
            <a:pPr>
              <a:lnSpc>
                <a:spcPct val="100000"/>
              </a:lnSpc>
              <a:tabLst>
                <a:tab pos="0" algn="l"/>
              </a:tabLst>
            </a:pPr>
            <a:endParaRPr lang="es-ES" sz="1700" b="0" u="none" strike="noStrike">
              <a:solidFill>
                <a:srgbClr val="FFFFFF"/>
              </a:solidFill>
              <a:effectLst/>
              <a:uFillTx/>
              <a:latin typeface="Arial"/>
            </a:endParaRPr>
          </a:p>
          <a:p>
            <a:pPr marL="457200" indent="-336600">
              <a:lnSpc>
                <a:spcPct val="100000"/>
              </a:lnSpc>
              <a:buClr>
                <a:srgbClr val="FFFFFF"/>
              </a:buClr>
              <a:buFont typeface="Calibri"/>
              <a:buAutoNum type="arabicPeriod"/>
              <a:tabLst>
                <a:tab pos="0" algn="l"/>
              </a:tabLst>
            </a:pPr>
            <a:r>
              <a:rPr lang="en-GB" sz="1700" b="0" u="none" strike="noStrike">
                <a:solidFill>
                  <a:schemeClr val="lt1"/>
                </a:solidFill>
                <a:effectLst/>
                <a:uFillTx/>
                <a:latin typeface="Calibri"/>
                <a:ea typeface="Calibri"/>
              </a:rPr>
              <a:t>AdaBoost</a:t>
            </a:r>
            <a:endParaRPr lang="es-ES" sz="1700" b="0" u="none" strike="noStrike">
              <a:solidFill>
                <a:srgbClr val="FFFFFF"/>
              </a:solidFill>
              <a:effectLst/>
              <a:uFillTx/>
              <a:latin typeface="Arial"/>
            </a:endParaRPr>
          </a:p>
          <a:p>
            <a:pPr marL="457200" indent="-336600">
              <a:lnSpc>
                <a:spcPct val="100000"/>
              </a:lnSpc>
              <a:buClr>
                <a:srgbClr val="FFFFFF"/>
              </a:buClr>
              <a:buFont typeface="Calibri"/>
              <a:buAutoNum type="arabicPeriod"/>
              <a:tabLst>
                <a:tab pos="0" algn="l"/>
              </a:tabLst>
            </a:pPr>
            <a:r>
              <a:rPr lang="en-GB" sz="1700" b="0" u="none" strike="noStrike">
                <a:solidFill>
                  <a:schemeClr val="lt1"/>
                </a:solidFill>
                <a:effectLst/>
                <a:uFillTx/>
                <a:latin typeface="Calibri"/>
                <a:ea typeface="Calibri"/>
              </a:rPr>
              <a:t>Gradient Boosting</a:t>
            </a:r>
            <a:endParaRPr lang="es-ES" sz="1700" b="0" u="none" strike="noStrike">
              <a:solidFill>
                <a:srgbClr val="FFFFFF"/>
              </a:solidFill>
              <a:effectLst/>
              <a:uFillTx/>
              <a:latin typeface="Arial"/>
            </a:endParaRPr>
          </a:p>
          <a:p>
            <a:pPr marL="457200" indent="-336600">
              <a:lnSpc>
                <a:spcPct val="100000"/>
              </a:lnSpc>
              <a:buClr>
                <a:srgbClr val="FFFFFF"/>
              </a:buClr>
              <a:buFont typeface="Calibri"/>
              <a:buAutoNum type="arabicPeriod"/>
              <a:tabLst>
                <a:tab pos="0" algn="l"/>
              </a:tabLst>
            </a:pPr>
            <a:r>
              <a:rPr lang="en-GB" sz="1700" b="0" u="none" strike="noStrike">
                <a:solidFill>
                  <a:schemeClr val="lt1"/>
                </a:solidFill>
                <a:effectLst/>
                <a:uFillTx/>
                <a:latin typeface="Calibri"/>
                <a:ea typeface="Calibri"/>
              </a:rPr>
              <a:t>XGBoost</a:t>
            </a:r>
            <a:endParaRPr lang="es-ES" sz="1700" b="0" u="none" strike="noStrike">
              <a:solidFill>
                <a:srgbClr val="FFFFFF"/>
              </a:solidFill>
              <a:effectLst/>
              <a:uFillTx/>
              <a:latin typeface="Arial"/>
            </a:endParaRPr>
          </a:p>
          <a:p>
            <a:pPr>
              <a:lnSpc>
                <a:spcPct val="100000"/>
              </a:lnSpc>
              <a:tabLst>
                <a:tab pos="0" algn="l"/>
              </a:tabLst>
            </a:pPr>
            <a:endParaRPr lang="es-ES" sz="1700" b="0" u="none" strike="noStrike">
              <a:solidFill>
                <a:srgbClr val="FFFFFF"/>
              </a:solidFill>
              <a:effectLst/>
              <a:uFillTx/>
              <a:latin typeface="Arial"/>
            </a:endParaRPr>
          </a:p>
        </p:txBody>
      </p:sp>
      <p:sp>
        <p:nvSpPr>
          <p:cNvPr id="234" name="PlaceHolder 1"/>
          <p:cNvSpPr>
            <a:spLocks noGrp="1"/>
          </p:cNvSpPr>
          <p:nvPr>
            <p:ph type="title"/>
          </p:nvPr>
        </p:nvSpPr>
        <p:spPr>
          <a:xfrm>
            <a:off x="684360" y="574920"/>
            <a:ext cx="7638120" cy="1077840"/>
          </a:xfrm>
          <a:prstGeom prst="rect">
            <a:avLst/>
          </a:prstGeom>
          <a:noFill/>
          <a:ln w="0">
            <a:noFill/>
          </a:ln>
        </p:spPr>
        <p:txBody>
          <a:bodyPr lIns="91440" tIns="45720" rIns="91440" bIns="45720" anchor="ctr">
            <a:noAutofit/>
          </a:bodyPr>
          <a:p>
            <a:pPr indent="0" algn="l">
              <a:lnSpc>
                <a:spcPct val="90000"/>
              </a:lnSpc>
              <a:buNone/>
              <a:tabLst>
                <a:tab pos="0" algn="l"/>
              </a:tabLst>
            </a:pPr>
            <a:r>
              <a:rPr lang="en-GB" sz="4400" b="0" u="none" strike="noStrike">
                <a:solidFill>
                  <a:srgbClr val="FF0000"/>
                </a:solidFill>
                <a:effectLst/>
                <a:uFillTx/>
                <a:latin typeface="Calibri"/>
                <a:ea typeface="Calibri"/>
              </a:rPr>
              <a:t>Boosting</a:t>
            </a:r>
            <a:endParaRPr lang="es-ES" sz="4400" b="0" u="none" strike="noStrike">
              <a:solidFill>
                <a:srgbClr val="FFFFFF"/>
              </a:solidFill>
              <a:effectLst/>
              <a:uFillTx/>
              <a:latin typeface="Arial"/>
            </a:endParaRPr>
          </a:p>
        </p:txBody>
      </p:sp>
      <p:pic>
        <p:nvPicPr>
          <p:cNvPr id="235" name="Google Shape;262;g9c522aaa2e_0_84"/>
          <p:cNvPicPr/>
          <p:nvPr/>
        </p:nvPicPr>
        <p:blipFill>
          <a:blip r:embed="rId1"/>
          <a:stretch/>
        </p:blipFill>
        <p:spPr>
          <a:xfrm>
            <a:off x="4964400" y="3571920"/>
            <a:ext cx="5954400" cy="2806560"/>
          </a:xfrm>
          <a:prstGeom prst="rect">
            <a:avLst/>
          </a:prstGeom>
          <a:noFill/>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PlaceHolder 1"/>
          <p:cNvSpPr>
            <a:spLocks noGrp="1"/>
          </p:cNvSpPr>
          <p:nvPr>
            <p:ph type="title"/>
          </p:nvPr>
        </p:nvSpPr>
        <p:spPr>
          <a:xfrm>
            <a:off x="684360" y="574920"/>
            <a:ext cx="7638120" cy="1077840"/>
          </a:xfrm>
          <a:prstGeom prst="rect">
            <a:avLst/>
          </a:prstGeom>
          <a:noFill/>
          <a:ln w="0">
            <a:noFill/>
          </a:ln>
        </p:spPr>
        <p:txBody>
          <a:bodyPr lIns="91440" tIns="45720" rIns="91440" bIns="45720" anchor="ctr">
            <a:noAutofit/>
          </a:bodyPr>
          <a:p>
            <a:pPr indent="0" algn="l">
              <a:lnSpc>
                <a:spcPct val="90000"/>
              </a:lnSpc>
              <a:buNone/>
              <a:tabLst>
                <a:tab pos="0" algn="l"/>
              </a:tabLst>
            </a:pPr>
            <a:r>
              <a:rPr lang="en-GB" sz="4400" b="0" u="none" strike="noStrike">
                <a:solidFill>
                  <a:srgbClr val="FF0000"/>
                </a:solidFill>
                <a:effectLst/>
                <a:uFillTx/>
                <a:latin typeface="Calibri"/>
                <a:ea typeface="Calibri"/>
              </a:rPr>
              <a:t>AdaBoost (Adaptive Boosting)</a:t>
            </a:r>
            <a:endParaRPr lang="es-ES" sz="4400" b="0" u="none" strike="noStrike">
              <a:solidFill>
                <a:srgbClr val="FFFFFF"/>
              </a:solidFill>
              <a:effectLst/>
              <a:uFillTx/>
              <a:latin typeface="Arial"/>
            </a:endParaRPr>
          </a:p>
        </p:txBody>
      </p:sp>
      <p:pic>
        <p:nvPicPr>
          <p:cNvPr id="237" name="Picture 2"/>
          <p:cNvPicPr/>
          <p:nvPr/>
        </p:nvPicPr>
        <p:blipFill>
          <a:blip r:embed="rId1"/>
          <a:stretch/>
        </p:blipFill>
        <p:spPr>
          <a:xfrm>
            <a:off x="996840" y="1729080"/>
            <a:ext cx="9070200" cy="4875840"/>
          </a:xfrm>
          <a:prstGeom prst="rect">
            <a:avLst/>
          </a:prstGeom>
          <a:noFill/>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Google Shape;268;g9c522aaa2e_0_98"/>
          <p:cNvSpPr/>
          <p:nvPr/>
        </p:nvSpPr>
        <p:spPr>
          <a:xfrm>
            <a:off x="684360" y="1653480"/>
            <a:ext cx="10234440" cy="1856520"/>
          </a:xfrm>
          <a:prstGeom prst="rect">
            <a:avLst/>
          </a:prstGeom>
          <a:noFill/>
          <a:ln w="0">
            <a:noFill/>
          </a:ln>
        </p:spPr>
        <p:style>
          <a:lnRef idx="0"/>
          <a:fillRef idx="0"/>
          <a:effectRef idx="0"/>
          <a:fontRef idx="minor"/>
        </p:style>
        <p:txBody>
          <a:bodyPr lIns="90000" tIns="91440" rIns="90000" bIns="91440" anchor="t">
            <a:noAutofit/>
          </a:bodyPr>
          <a:p>
            <a:pPr>
              <a:lnSpc>
                <a:spcPct val="100000"/>
              </a:lnSpc>
              <a:tabLst>
                <a:tab pos="0" algn="l"/>
              </a:tabLst>
            </a:pPr>
            <a:r>
              <a:rPr lang="en-GB" sz="1500" b="0" u="none" strike="noStrike">
                <a:solidFill>
                  <a:schemeClr val="lt1"/>
                </a:solidFill>
                <a:effectLst/>
                <a:uFillTx/>
                <a:latin typeface="Calibri"/>
                <a:ea typeface="Calibri"/>
              </a:rPr>
              <a:t>Se trata de un conjunto de modelos iguales (árboles de decisión normalmente) que actúan de manera secuencial. Las predicciones (junto con sus errores) del modelo predecesor sirven de input para el siguiente, de tal manera que se intenta corregir el error del modelo. Se pone foco en los peores errores.</a:t>
            </a:r>
            <a:endParaRPr lang="es-ES" sz="1500" b="0" u="none" strike="noStrike">
              <a:solidFill>
                <a:srgbClr val="FFFFFF"/>
              </a:solidFill>
              <a:effectLst/>
              <a:uFillTx/>
              <a:latin typeface="Arial"/>
            </a:endParaRPr>
          </a:p>
          <a:p>
            <a:pPr>
              <a:lnSpc>
                <a:spcPct val="100000"/>
              </a:lnSpc>
              <a:tabLst>
                <a:tab pos="0" algn="l"/>
              </a:tabLst>
            </a:pPr>
            <a:endParaRPr lang="es-ES" sz="1500" b="0" u="none" strike="noStrike">
              <a:solidFill>
                <a:srgbClr val="FFFFFF"/>
              </a:solidFill>
              <a:effectLst/>
              <a:uFillTx/>
              <a:latin typeface="Arial"/>
            </a:endParaRPr>
          </a:p>
          <a:p>
            <a:pPr>
              <a:lnSpc>
                <a:spcPct val="100000"/>
              </a:lnSpc>
              <a:tabLst>
                <a:tab pos="0" algn="l"/>
              </a:tabLst>
            </a:pPr>
            <a:r>
              <a:rPr lang="en-GB" sz="1500" b="0" u="none" strike="noStrike">
                <a:solidFill>
                  <a:schemeClr val="lt1"/>
                </a:solidFill>
                <a:effectLst/>
                <a:uFillTx/>
                <a:latin typeface="Calibri"/>
                <a:ea typeface="Calibri"/>
              </a:rPr>
              <a:t>Según lo bien que lo haga cada modelo intentando corregir los errores, se le aplicará un parámetro α diferente.</a:t>
            </a:r>
            <a:endParaRPr lang="es-ES" sz="1500" b="0" u="none" strike="noStrike">
              <a:solidFill>
                <a:srgbClr val="FFFFFF"/>
              </a:solidFill>
              <a:effectLst/>
              <a:uFillTx/>
              <a:latin typeface="Arial"/>
            </a:endParaRPr>
          </a:p>
          <a:p>
            <a:pPr>
              <a:lnSpc>
                <a:spcPct val="100000"/>
              </a:lnSpc>
              <a:tabLst>
                <a:tab pos="0" algn="l"/>
              </a:tabLst>
            </a:pPr>
            <a:r>
              <a:rPr lang="en-GB" sz="1500" b="0" u="none" strike="noStrike">
                <a:solidFill>
                  <a:schemeClr val="lt1"/>
                </a:solidFill>
                <a:effectLst/>
                <a:uFillTx/>
                <a:latin typeface="Calibri"/>
                <a:ea typeface="Calibri"/>
              </a:rPr>
              <a:t>Una vez entrenados, el output del modelo final será una combinación lineal de todos los estimadores, teniendo en cuenta el peso de cada uno, α.</a:t>
            </a:r>
            <a:endParaRPr lang="es-ES" sz="1500" b="0" u="none" strike="noStrike">
              <a:solidFill>
                <a:srgbClr val="FFFFFF"/>
              </a:solidFill>
              <a:effectLst/>
              <a:uFillTx/>
              <a:latin typeface="Arial"/>
            </a:endParaRPr>
          </a:p>
        </p:txBody>
      </p:sp>
      <p:sp>
        <p:nvSpPr>
          <p:cNvPr id="239" name="PlaceHolder 1"/>
          <p:cNvSpPr>
            <a:spLocks noGrp="1"/>
          </p:cNvSpPr>
          <p:nvPr>
            <p:ph type="title"/>
          </p:nvPr>
        </p:nvSpPr>
        <p:spPr>
          <a:xfrm>
            <a:off x="684360" y="574920"/>
            <a:ext cx="7638120" cy="1077840"/>
          </a:xfrm>
          <a:prstGeom prst="rect">
            <a:avLst/>
          </a:prstGeom>
          <a:noFill/>
          <a:ln w="0">
            <a:noFill/>
          </a:ln>
        </p:spPr>
        <p:txBody>
          <a:bodyPr lIns="91440" tIns="45720" rIns="91440" bIns="45720" anchor="ctr">
            <a:noAutofit/>
          </a:bodyPr>
          <a:p>
            <a:pPr indent="0" algn="l">
              <a:lnSpc>
                <a:spcPct val="90000"/>
              </a:lnSpc>
              <a:buNone/>
              <a:tabLst>
                <a:tab pos="0" algn="l"/>
              </a:tabLst>
            </a:pPr>
            <a:r>
              <a:rPr lang="en-GB" sz="4400" b="0" u="none" strike="noStrike">
                <a:solidFill>
                  <a:srgbClr val="FF0000"/>
                </a:solidFill>
                <a:effectLst/>
                <a:uFillTx/>
                <a:latin typeface="Calibri"/>
                <a:ea typeface="Calibri"/>
              </a:rPr>
              <a:t>AdaBoost (Adaptive Boosting)</a:t>
            </a:r>
            <a:endParaRPr lang="es-ES" sz="4400" b="0" u="none" strike="noStrike">
              <a:solidFill>
                <a:srgbClr val="FFFFFF"/>
              </a:solidFill>
              <a:effectLst/>
              <a:uFillTx/>
              <a:latin typeface="Arial"/>
            </a:endParaRPr>
          </a:p>
        </p:txBody>
      </p:sp>
      <p:pic>
        <p:nvPicPr>
          <p:cNvPr id="240" name="Google Shape;270;g9c522aaa2e_0_98"/>
          <p:cNvPicPr/>
          <p:nvPr/>
        </p:nvPicPr>
        <p:blipFill>
          <a:blip r:embed="rId1"/>
          <a:stretch/>
        </p:blipFill>
        <p:spPr>
          <a:xfrm>
            <a:off x="816840" y="3708360"/>
            <a:ext cx="5020200" cy="2320920"/>
          </a:xfrm>
          <a:prstGeom prst="rect">
            <a:avLst/>
          </a:prstGeom>
          <a:noFill/>
          <a:ln w="0">
            <a:noFill/>
          </a:ln>
        </p:spPr>
      </p:pic>
      <p:pic>
        <p:nvPicPr>
          <p:cNvPr id="241" name="Picture 2" descr="mls2 0707"/>
          <p:cNvPicPr/>
          <p:nvPr/>
        </p:nvPicPr>
        <p:blipFill>
          <a:blip r:embed="rId2"/>
          <a:stretch/>
        </p:blipFill>
        <p:spPr>
          <a:xfrm>
            <a:off x="6390720" y="3633120"/>
            <a:ext cx="4528080" cy="2649240"/>
          </a:xfrm>
          <a:prstGeom prst="rect">
            <a:avLst/>
          </a:prstGeom>
          <a:noFill/>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PlaceHolder 1"/>
          <p:cNvSpPr>
            <a:spLocks noGrp="1"/>
          </p:cNvSpPr>
          <p:nvPr>
            <p:ph type="title"/>
          </p:nvPr>
        </p:nvSpPr>
        <p:spPr>
          <a:xfrm>
            <a:off x="684360" y="574920"/>
            <a:ext cx="7638120" cy="1077840"/>
          </a:xfrm>
          <a:prstGeom prst="rect">
            <a:avLst/>
          </a:prstGeom>
          <a:noFill/>
          <a:ln w="0">
            <a:noFill/>
          </a:ln>
        </p:spPr>
        <p:txBody>
          <a:bodyPr lIns="91440" tIns="45720" rIns="91440" bIns="45720" anchor="ctr">
            <a:noAutofit/>
          </a:bodyPr>
          <a:p>
            <a:pPr indent="0" algn="l">
              <a:lnSpc>
                <a:spcPct val="90000"/>
              </a:lnSpc>
              <a:buNone/>
              <a:tabLst>
                <a:tab pos="0" algn="l"/>
              </a:tabLst>
            </a:pPr>
            <a:r>
              <a:rPr lang="en-GB" sz="4400" b="0" u="none" strike="noStrike">
                <a:solidFill>
                  <a:srgbClr val="FF0000"/>
                </a:solidFill>
                <a:effectLst/>
                <a:uFillTx/>
                <a:latin typeface="Calibri"/>
                <a:ea typeface="Calibri"/>
              </a:rPr>
              <a:t>GradientBoost</a:t>
            </a:r>
            <a:endParaRPr lang="es-ES" sz="4400" b="0" u="none" strike="noStrike">
              <a:solidFill>
                <a:srgbClr val="FFFFFF"/>
              </a:solidFill>
              <a:effectLst/>
              <a:uFillTx/>
              <a:latin typeface="Arial"/>
            </a:endParaRPr>
          </a:p>
        </p:txBody>
      </p:sp>
      <p:pic>
        <p:nvPicPr>
          <p:cNvPr id="243" name="Picture 2"/>
          <p:cNvPicPr/>
          <p:nvPr/>
        </p:nvPicPr>
        <p:blipFill>
          <a:blip r:embed="rId1"/>
          <a:stretch/>
        </p:blipFill>
        <p:spPr>
          <a:xfrm>
            <a:off x="895320" y="1653480"/>
            <a:ext cx="10057680" cy="4742280"/>
          </a:xfrm>
          <a:prstGeom prst="rect">
            <a:avLst/>
          </a:prstGeom>
          <a:noFill/>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Google Shape;288;g9c522aaa2e_0_123"/>
          <p:cNvSpPr/>
          <p:nvPr/>
        </p:nvSpPr>
        <p:spPr>
          <a:xfrm>
            <a:off x="684360" y="1653480"/>
            <a:ext cx="10234440" cy="1856520"/>
          </a:xfrm>
          <a:prstGeom prst="rect">
            <a:avLst/>
          </a:prstGeom>
          <a:noFill/>
          <a:ln w="0">
            <a:noFill/>
          </a:ln>
        </p:spPr>
        <p:style>
          <a:lnRef idx="0"/>
          <a:fillRef idx="0"/>
          <a:effectRef idx="0"/>
          <a:fontRef idx="minor"/>
        </p:style>
        <p:txBody>
          <a:bodyPr lIns="90000" tIns="91440" rIns="90000" bIns="91440" anchor="t">
            <a:noAutofit/>
          </a:bodyPr>
          <a:p>
            <a:pPr>
              <a:lnSpc>
                <a:spcPct val="100000"/>
              </a:lnSpc>
              <a:tabLst>
                <a:tab pos="0" algn="l"/>
              </a:tabLst>
            </a:pPr>
            <a:r>
              <a:rPr lang="en-GB" sz="1500" b="0" u="none" strike="noStrike">
                <a:solidFill>
                  <a:schemeClr val="lt1"/>
                </a:solidFill>
                <a:effectLst/>
                <a:uFillTx/>
                <a:latin typeface="Calibri"/>
                <a:ea typeface="Calibri"/>
              </a:rPr>
              <a:t>Al igual que el AdaBoost, el GradientBoost trabaja sobre un conjunto secuencial de modelos (árboles de decisión), tratando de corregir a su predecesor. Sin embargo, cuando el AdaBoost iba actualizando los pesos de cada observación, el GradientBoosting intenta ajustar, minimizar los errores (residuos) del modelo predecesor.</a:t>
            </a:r>
            <a:endParaRPr lang="es-ES" sz="1500" b="0" u="none" strike="noStrike">
              <a:solidFill>
                <a:srgbClr val="FFFFFF"/>
              </a:solidFill>
              <a:effectLst/>
              <a:uFillTx/>
              <a:latin typeface="Arial"/>
            </a:endParaRPr>
          </a:p>
          <a:p>
            <a:pPr>
              <a:lnSpc>
                <a:spcPct val="100000"/>
              </a:lnSpc>
              <a:tabLst>
                <a:tab pos="0" algn="l"/>
              </a:tabLst>
            </a:pPr>
            <a:endParaRPr lang="es-ES" sz="1500" b="0" u="none" strike="noStrike">
              <a:solidFill>
                <a:srgbClr val="FFFFFF"/>
              </a:solidFill>
              <a:effectLst/>
              <a:uFillTx/>
              <a:latin typeface="Arial"/>
            </a:endParaRPr>
          </a:p>
          <a:p>
            <a:pPr>
              <a:lnSpc>
                <a:spcPct val="100000"/>
              </a:lnSpc>
              <a:tabLst>
                <a:tab pos="0" algn="l"/>
              </a:tabLst>
            </a:pPr>
            <a:r>
              <a:rPr lang="en-GB" sz="1500" b="0" u="none" strike="noStrike">
                <a:solidFill>
                  <a:schemeClr val="lt1"/>
                </a:solidFill>
                <a:effectLst/>
                <a:uFillTx/>
                <a:latin typeface="Calibri"/>
                <a:ea typeface="Calibri"/>
              </a:rPr>
              <a:t>El modelo final será una combinación lineal de todos los estimadores.</a:t>
            </a:r>
            <a:endParaRPr lang="es-ES" sz="1500" b="0" u="none" strike="noStrike">
              <a:solidFill>
                <a:srgbClr val="FFFFFF"/>
              </a:solidFill>
              <a:effectLst/>
              <a:uFillTx/>
              <a:latin typeface="Arial"/>
            </a:endParaRPr>
          </a:p>
        </p:txBody>
      </p:sp>
      <p:sp>
        <p:nvSpPr>
          <p:cNvPr id="245" name="PlaceHolder 1"/>
          <p:cNvSpPr>
            <a:spLocks noGrp="1"/>
          </p:cNvSpPr>
          <p:nvPr>
            <p:ph type="title"/>
          </p:nvPr>
        </p:nvSpPr>
        <p:spPr>
          <a:xfrm>
            <a:off x="684360" y="574920"/>
            <a:ext cx="7638120" cy="1077840"/>
          </a:xfrm>
          <a:prstGeom prst="rect">
            <a:avLst/>
          </a:prstGeom>
          <a:noFill/>
          <a:ln w="0">
            <a:noFill/>
          </a:ln>
        </p:spPr>
        <p:txBody>
          <a:bodyPr lIns="91440" tIns="45720" rIns="91440" bIns="45720" anchor="ctr">
            <a:noAutofit/>
          </a:bodyPr>
          <a:p>
            <a:pPr indent="0" algn="l">
              <a:lnSpc>
                <a:spcPct val="90000"/>
              </a:lnSpc>
              <a:buNone/>
              <a:tabLst>
                <a:tab pos="0" algn="l"/>
              </a:tabLst>
            </a:pPr>
            <a:r>
              <a:rPr lang="en-GB" sz="4400" b="0" u="none" strike="noStrike">
                <a:solidFill>
                  <a:srgbClr val="FF0000"/>
                </a:solidFill>
                <a:effectLst/>
                <a:uFillTx/>
                <a:latin typeface="Calibri"/>
                <a:ea typeface="Calibri"/>
              </a:rPr>
              <a:t>GradientBoost</a:t>
            </a:r>
            <a:endParaRPr lang="es-ES" sz="4400" b="0" u="none" strike="noStrike">
              <a:solidFill>
                <a:srgbClr val="FFFFFF"/>
              </a:solidFill>
              <a:effectLst/>
              <a:uFillTx/>
              <a:latin typeface="Arial"/>
            </a:endParaRPr>
          </a:p>
        </p:txBody>
      </p:sp>
      <p:pic>
        <p:nvPicPr>
          <p:cNvPr id="246" name="Google Shape;290;g9c522aaa2e_0_123"/>
          <p:cNvPicPr/>
          <p:nvPr/>
        </p:nvPicPr>
        <p:blipFill>
          <a:blip r:embed="rId1"/>
          <a:stretch/>
        </p:blipFill>
        <p:spPr>
          <a:xfrm>
            <a:off x="2905920" y="3172680"/>
            <a:ext cx="5569920" cy="3042000"/>
          </a:xfrm>
          <a:prstGeom prst="rect">
            <a:avLst/>
          </a:prstGeom>
          <a:noFill/>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Google Shape;288;g9c522aaa2e_0_123"/>
          <p:cNvSpPr/>
          <p:nvPr/>
        </p:nvSpPr>
        <p:spPr>
          <a:xfrm>
            <a:off x="684360" y="1653480"/>
            <a:ext cx="10234440" cy="1856520"/>
          </a:xfrm>
          <a:prstGeom prst="rect">
            <a:avLst/>
          </a:prstGeom>
          <a:noFill/>
          <a:ln w="0">
            <a:noFill/>
          </a:ln>
        </p:spPr>
        <p:style>
          <a:lnRef idx="0"/>
          <a:fillRef idx="0"/>
          <a:effectRef idx="0"/>
          <a:fontRef idx="minor"/>
        </p:style>
        <p:txBody>
          <a:bodyPr lIns="90000" tIns="91440" rIns="90000" bIns="91440" anchor="t">
            <a:noAutofit/>
          </a:bodyPr>
          <a:p>
            <a:pPr>
              <a:lnSpc>
                <a:spcPct val="100000"/>
              </a:lnSpc>
              <a:tabLst>
                <a:tab pos="0" algn="l"/>
              </a:tabLst>
            </a:pPr>
            <a:r>
              <a:rPr lang="en-GB" sz="1500" b="0" u="none" strike="noStrike">
                <a:solidFill>
                  <a:schemeClr val="lt1"/>
                </a:solidFill>
                <a:effectLst/>
                <a:uFillTx/>
                <a:latin typeface="Calibri"/>
                <a:ea typeface="Calibri"/>
              </a:rPr>
              <a:t>XGBoost es una biblioteca con una versión mejorada del algoritmo GradientBoosting.</a:t>
            </a:r>
            <a:endParaRPr lang="es-ES" sz="1500" b="0" u="none" strike="noStrike">
              <a:solidFill>
                <a:srgbClr val="FFFFFF"/>
              </a:solidFill>
              <a:effectLst/>
              <a:uFillTx/>
              <a:latin typeface="Arial"/>
            </a:endParaRPr>
          </a:p>
          <a:p>
            <a:pPr>
              <a:lnSpc>
                <a:spcPct val="100000"/>
              </a:lnSpc>
              <a:tabLst>
                <a:tab pos="0" algn="l"/>
              </a:tabLst>
            </a:pPr>
            <a:endParaRPr lang="es-ES" sz="1500" b="0" u="none" strike="noStrike">
              <a:solidFill>
                <a:srgbClr val="FFFFFF"/>
              </a:solidFill>
              <a:effectLst/>
              <a:uFillTx/>
              <a:latin typeface="Arial"/>
            </a:endParaRPr>
          </a:p>
          <a:p>
            <a:pPr>
              <a:lnSpc>
                <a:spcPct val="100000"/>
              </a:lnSpc>
              <a:tabLst>
                <a:tab pos="0" algn="l"/>
              </a:tabLst>
            </a:pPr>
            <a:r>
              <a:rPr lang="es-ES" sz="1500" b="0" u="none" strike="noStrike">
                <a:solidFill>
                  <a:schemeClr val="lt1"/>
                </a:solidFill>
                <a:effectLst/>
                <a:uFillTx/>
                <a:latin typeface="Calibri"/>
                <a:ea typeface="Calibri"/>
              </a:rPr>
              <a:t>Se destaca por su alta eficiencia, flexibilidad y precisión en diversas tareas de regresión y clasificación. Fue diseniada para manejar datos tabulares y puede trabajar con datasets grandes o complejos.</a:t>
            </a:r>
            <a:endParaRPr lang="es-ES" sz="1500" b="0" u="none" strike="noStrike">
              <a:solidFill>
                <a:srgbClr val="FFFFFF"/>
              </a:solidFill>
              <a:effectLst/>
              <a:uFillTx/>
              <a:latin typeface="Arial"/>
            </a:endParaRPr>
          </a:p>
        </p:txBody>
      </p:sp>
      <p:sp>
        <p:nvSpPr>
          <p:cNvPr id="248" name="PlaceHolder 1"/>
          <p:cNvSpPr>
            <a:spLocks noGrp="1"/>
          </p:cNvSpPr>
          <p:nvPr>
            <p:ph type="title"/>
          </p:nvPr>
        </p:nvSpPr>
        <p:spPr>
          <a:xfrm>
            <a:off x="684360" y="574920"/>
            <a:ext cx="7638120" cy="1077840"/>
          </a:xfrm>
          <a:prstGeom prst="rect">
            <a:avLst/>
          </a:prstGeom>
          <a:noFill/>
          <a:ln w="0">
            <a:noFill/>
          </a:ln>
        </p:spPr>
        <p:txBody>
          <a:bodyPr lIns="91440" tIns="45720" rIns="91440" bIns="45720" anchor="ctr">
            <a:noAutofit/>
          </a:bodyPr>
          <a:p>
            <a:pPr indent="0" algn="l">
              <a:lnSpc>
                <a:spcPct val="90000"/>
              </a:lnSpc>
              <a:buNone/>
              <a:tabLst>
                <a:tab pos="0" algn="l"/>
              </a:tabLst>
            </a:pPr>
            <a:r>
              <a:rPr lang="en-GB" sz="4400" b="0" u="none" strike="noStrike">
                <a:solidFill>
                  <a:srgbClr val="FF0000"/>
                </a:solidFill>
                <a:effectLst/>
                <a:uFillTx/>
                <a:latin typeface="Calibri"/>
                <a:ea typeface="Calibri"/>
              </a:rPr>
              <a:t>XGBoost</a:t>
            </a:r>
            <a:endParaRPr lang="es-ES" sz="4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 name="Google Shape;288;g9c522aaa2e_0_123"/>
          <p:cNvSpPr/>
          <p:nvPr/>
        </p:nvSpPr>
        <p:spPr>
          <a:xfrm>
            <a:off x="684360" y="1653480"/>
            <a:ext cx="10234440" cy="1856520"/>
          </a:xfrm>
          <a:prstGeom prst="rect">
            <a:avLst/>
          </a:prstGeom>
          <a:noFill/>
          <a:ln w="0">
            <a:noFill/>
          </a:ln>
        </p:spPr>
        <p:style>
          <a:lnRef idx="0"/>
          <a:fillRef idx="0"/>
          <a:effectRef idx="0"/>
          <a:fontRef idx="minor"/>
        </p:style>
        <p:txBody>
          <a:bodyPr lIns="90000" tIns="91440" rIns="90000" bIns="91440" anchor="t">
            <a:noAutofit/>
          </a:bodyPr>
          <a:p>
            <a:pPr>
              <a:lnSpc>
                <a:spcPct val="100000"/>
              </a:lnSpc>
              <a:tabLst>
                <a:tab pos="0" algn="l"/>
              </a:tabLst>
            </a:pPr>
            <a:r>
              <a:rPr lang="es-ES" sz="1500" b="0" u="none" strike="noStrike">
                <a:solidFill>
                  <a:schemeClr val="lt1"/>
                </a:solidFill>
                <a:effectLst/>
                <a:uFillTx/>
                <a:latin typeface="Calibri"/>
                <a:ea typeface="Calibri"/>
              </a:rPr>
              <a:t>Hands on Machine Learning</a:t>
            </a:r>
            <a:endParaRPr lang="es-ES" sz="1500" b="0" u="none" strike="noStrike">
              <a:solidFill>
                <a:srgbClr val="FFFFFF"/>
              </a:solidFill>
              <a:effectLst/>
              <a:uFillTx/>
              <a:latin typeface="Arial"/>
            </a:endParaRPr>
          </a:p>
          <a:p>
            <a:pPr>
              <a:lnSpc>
                <a:spcPct val="100000"/>
              </a:lnSpc>
              <a:tabLst>
                <a:tab pos="0" algn="l"/>
              </a:tabLst>
            </a:pPr>
            <a:r>
              <a:rPr lang="es-ES" sz="1500" b="0" u="sng" strike="noStrike">
                <a:solidFill>
                  <a:schemeClr val="lt1"/>
                </a:solidFill>
                <a:effectLst/>
                <a:uFillTx/>
                <a:latin typeface="Calibri"/>
                <a:ea typeface="Calibri"/>
                <a:hlinkClick r:id="rId1"/>
              </a:rPr>
              <a:t>https://learning.oreilly.com/library/view/hands-on-machine-learning/9781492032632/ch07.html#ensembles_chapter</a:t>
            </a:r>
            <a:endParaRPr lang="es-ES" sz="1500" b="0" u="none" strike="noStrike">
              <a:solidFill>
                <a:srgbClr val="FFFFFF"/>
              </a:solidFill>
              <a:effectLst/>
              <a:uFillTx/>
              <a:latin typeface="Arial"/>
            </a:endParaRPr>
          </a:p>
          <a:p>
            <a:pPr>
              <a:lnSpc>
                <a:spcPct val="100000"/>
              </a:lnSpc>
              <a:tabLst>
                <a:tab pos="0" algn="l"/>
              </a:tabLst>
            </a:pPr>
            <a:endParaRPr lang="es-ES" sz="1500" b="0" u="none" strike="noStrike">
              <a:solidFill>
                <a:srgbClr val="FFFFFF"/>
              </a:solidFill>
              <a:effectLst/>
              <a:uFillTx/>
              <a:latin typeface="Arial"/>
            </a:endParaRPr>
          </a:p>
          <a:p>
            <a:pPr>
              <a:lnSpc>
                <a:spcPct val="100000"/>
              </a:lnSpc>
              <a:tabLst>
                <a:tab pos="0" algn="l"/>
              </a:tabLst>
            </a:pPr>
            <a:r>
              <a:rPr lang="es-ES" sz="1500" b="0" u="sng" strike="noStrike">
                <a:solidFill>
                  <a:schemeClr val="lt1"/>
                </a:solidFill>
                <a:effectLst/>
                <a:uFillTx/>
                <a:latin typeface="Calibri"/>
                <a:ea typeface="Calibri"/>
                <a:hlinkClick r:id="rId2"/>
              </a:rPr>
              <a:t>https://towardsdatascience.com/simple-guide-for-ensemble-learning-methods-d87cc68705a2</a:t>
            </a:r>
            <a:endParaRPr lang="es-ES" sz="1500" b="0" u="none" strike="noStrike">
              <a:solidFill>
                <a:srgbClr val="FFFFFF"/>
              </a:solidFill>
              <a:effectLst/>
              <a:uFillTx/>
              <a:latin typeface="Arial"/>
            </a:endParaRPr>
          </a:p>
          <a:p>
            <a:pPr>
              <a:lnSpc>
                <a:spcPct val="100000"/>
              </a:lnSpc>
              <a:tabLst>
                <a:tab pos="0" algn="l"/>
              </a:tabLst>
            </a:pPr>
            <a:endParaRPr lang="es-ES" sz="1500" b="0" u="none" strike="noStrike">
              <a:solidFill>
                <a:srgbClr val="FFFFFF"/>
              </a:solidFill>
              <a:effectLst/>
              <a:uFillTx/>
              <a:latin typeface="Arial"/>
            </a:endParaRPr>
          </a:p>
          <a:p>
            <a:pPr>
              <a:lnSpc>
                <a:spcPct val="100000"/>
              </a:lnSpc>
              <a:tabLst>
                <a:tab pos="0" algn="l"/>
              </a:tabLst>
            </a:pPr>
            <a:r>
              <a:rPr lang="es-ES" sz="1800" b="0" u="sng" strike="noStrike">
                <a:solidFill>
                  <a:srgbClr val="0563C1"/>
                </a:solidFill>
                <a:effectLst/>
                <a:uFillTx/>
                <a:latin typeface="Calibri"/>
                <a:ea typeface="Arial"/>
                <a:hlinkClick r:id="rId3"/>
              </a:rPr>
              <a:t>https://towardsdatascience.com/how-does-xgboost-work-748bc75c58aa</a:t>
            </a:r>
            <a:endParaRPr lang="es-ES" sz="1800" b="0" u="none" strike="noStrike">
              <a:solidFill>
                <a:srgbClr val="FFFFFF"/>
              </a:solidFill>
              <a:effectLst/>
              <a:uFillTx/>
              <a:latin typeface="Arial"/>
            </a:endParaRPr>
          </a:p>
          <a:p>
            <a:pPr>
              <a:lnSpc>
                <a:spcPct val="100000"/>
              </a:lnSpc>
              <a:tabLst>
                <a:tab pos="0" algn="l"/>
              </a:tabLst>
            </a:pPr>
            <a:endParaRPr lang="es-ES" sz="1500" b="0" u="none" strike="noStrike">
              <a:solidFill>
                <a:srgbClr val="FFFFFF"/>
              </a:solidFill>
              <a:effectLst/>
              <a:uFillTx/>
              <a:latin typeface="Arial"/>
            </a:endParaRPr>
          </a:p>
          <a:p>
            <a:pPr>
              <a:lnSpc>
                <a:spcPct val="100000"/>
              </a:lnSpc>
              <a:tabLst>
                <a:tab pos="0" algn="l"/>
              </a:tabLst>
            </a:pPr>
            <a:endParaRPr lang="es-ES" sz="1500" b="0" u="none" strike="noStrike">
              <a:solidFill>
                <a:srgbClr val="FFFFFF"/>
              </a:solidFill>
              <a:effectLst/>
              <a:uFillTx/>
              <a:latin typeface="Arial"/>
            </a:endParaRPr>
          </a:p>
          <a:p>
            <a:pPr>
              <a:lnSpc>
                <a:spcPct val="100000"/>
              </a:lnSpc>
              <a:tabLst>
                <a:tab pos="0" algn="l"/>
              </a:tabLst>
            </a:pPr>
            <a:endParaRPr lang="es-ES" sz="1500" b="0" u="none" strike="noStrike">
              <a:solidFill>
                <a:srgbClr val="FFFFFF"/>
              </a:solidFill>
              <a:effectLst/>
              <a:uFillTx/>
              <a:latin typeface="Arial"/>
            </a:endParaRPr>
          </a:p>
          <a:p>
            <a:pPr>
              <a:lnSpc>
                <a:spcPct val="100000"/>
              </a:lnSpc>
              <a:tabLst>
                <a:tab pos="0" algn="l"/>
              </a:tabLst>
            </a:pPr>
            <a:endParaRPr lang="es-ES" sz="1500" b="0" u="none" strike="noStrike">
              <a:solidFill>
                <a:srgbClr val="FFFFFF"/>
              </a:solidFill>
              <a:effectLst/>
              <a:uFillTx/>
              <a:latin typeface="Arial"/>
            </a:endParaRPr>
          </a:p>
        </p:txBody>
      </p:sp>
      <p:sp>
        <p:nvSpPr>
          <p:cNvPr id="250" name="PlaceHolder 1"/>
          <p:cNvSpPr>
            <a:spLocks noGrp="1"/>
          </p:cNvSpPr>
          <p:nvPr>
            <p:ph type="title"/>
          </p:nvPr>
        </p:nvSpPr>
        <p:spPr>
          <a:xfrm>
            <a:off x="684360" y="574920"/>
            <a:ext cx="7638120" cy="1077840"/>
          </a:xfrm>
          <a:prstGeom prst="rect">
            <a:avLst/>
          </a:prstGeom>
          <a:noFill/>
          <a:ln w="0">
            <a:noFill/>
          </a:ln>
        </p:spPr>
        <p:txBody>
          <a:bodyPr lIns="91440" tIns="45720" rIns="91440" bIns="45720" anchor="ctr">
            <a:noAutofit/>
          </a:bodyPr>
          <a:p>
            <a:pPr indent="0" algn="l">
              <a:lnSpc>
                <a:spcPct val="90000"/>
              </a:lnSpc>
              <a:buNone/>
              <a:tabLst>
                <a:tab pos="0" algn="l"/>
              </a:tabLst>
            </a:pPr>
            <a:r>
              <a:rPr lang="en-GB" sz="4400" b="0" u="none" strike="noStrike">
                <a:solidFill>
                  <a:srgbClr val="FF0000"/>
                </a:solidFill>
                <a:effectLst/>
                <a:uFillTx/>
                <a:latin typeface="Calibri"/>
                <a:ea typeface="Calibri"/>
              </a:rPr>
              <a:t>Bibliografía</a:t>
            </a:r>
            <a:endParaRPr lang="es-ES" sz="4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Custom 1">
      <a:dk1>
        <a:srgbClr val="000000"/>
      </a:dk1>
      <a:lt1>
        <a:srgbClr val="FFFFFF"/>
      </a:lt1>
      <a:dk2>
        <a:srgbClr val="44546A"/>
      </a:dk2>
      <a:lt2>
        <a:srgbClr val="E7E6E6"/>
      </a:lt2>
      <a:accent1>
        <a:srgbClr val="FF00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Custom 1">
      <a:dk1>
        <a:srgbClr val="000000"/>
      </a:dk1>
      <a:lt1>
        <a:srgbClr val="FFFFFF"/>
      </a:lt1>
      <a:dk2>
        <a:srgbClr val="44546A"/>
      </a:dk2>
      <a:lt2>
        <a:srgbClr val="E7E6E6"/>
      </a:lt2>
      <a:accent1>
        <a:srgbClr val="FF00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Custom 1">
      <a:dk1>
        <a:srgbClr val="000000"/>
      </a:dk1>
      <a:lt1>
        <a:srgbClr val="FFFFFF"/>
      </a:lt1>
      <a:dk2>
        <a:srgbClr val="44546A"/>
      </a:dk2>
      <a:lt2>
        <a:srgbClr val="E7E6E6"/>
      </a:lt2>
      <a:accent1>
        <a:srgbClr val="FF00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Custom 1">
      <a:dk1>
        <a:srgbClr val="000000"/>
      </a:dk1>
      <a:lt1>
        <a:srgbClr val="FFFFFF"/>
      </a:lt1>
      <a:dk2>
        <a:srgbClr val="44546A"/>
      </a:dk2>
      <a:lt2>
        <a:srgbClr val="E7E6E6"/>
      </a:lt2>
      <a:accent1>
        <a:srgbClr val="FF00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Custom 1">
      <a:dk1>
        <a:srgbClr val="000000"/>
      </a:dk1>
      <a:lt1>
        <a:srgbClr val="FFFFFF"/>
      </a:lt1>
      <a:dk2>
        <a:srgbClr val="44546A"/>
      </a:dk2>
      <a:lt2>
        <a:srgbClr val="E7E6E6"/>
      </a:lt2>
      <a:accent1>
        <a:srgbClr val="FF00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Custom 1">
      <a:dk1>
        <a:srgbClr val="000000"/>
      </a:dk1>
      <a:lt1>
        <a:srgbClr val="FFFFFF"/>
      </a:lt1>
      <a:dk2>
        <a:srgbClr val="44546A"/>
      </a:dk2>
      <a:lt2>
        <a:srgbClr val="E7E6E6"/>
      </a:lt2>
      <a:accent1>
        <a:srgbClr val="FF00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Custom 1">
      <a:dk1>
        <a:srgbClr val="000000"/>
      </a:dk1>
      <a:lt1>
        <a:srgbClr val="FFFFFF"/>
      </a:lt1>
      <a:dk2>
        <a:srgbClr val="44546A"/>
      </a:dk2>
      <a:lt2>
        <a:srgbClr val="E7E6E6"/>
      </a:lt2>
      <a:accent1>
        <a:srgbClr val="FF00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Custom 1">
      <a:dk1>
        <a:srgbClr val="000000"/>
      </a:dk1>
      <a:lt1>
        <a:srgbClr val="FFFFFF"/>
      </a:lt1>
      <a:dk2>
        <a:srgbClr val="44546A"/>
      </a:dk2>
      <a:lt2>
        <a:srgbClr val="E7E6E6"/>
      </a:lt2>
      <a:accent1>
        <a:srgbClr val="FF00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Custom 1">
      <a:dk1>
        <a:srgbClr val="000000"/>
      </a:dk1>
      <a:lt1>
        <a:srgbClr val="FFFFFF"/>
      </a:lt1>
      <a:dk2>
        <a:srgbClr val="44546A"/>
      </a:dk2>
      <a:lt2>
        <a:srgbClr val="E7E6E6"/>
      </a:lt2>
      <a:accent1>
        <a:srgbClr val="FF00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Custom 1">
      <a:dk1>
        <a:srgbClr val="000000"/>
      </a:dk1>
      <a:lt1>
        <a:srgbClr val="FFFFFF"/>
      </a:lt1>
      <a:dk2>
        <a:srgbClr val="44546A"/>
      </a:dk2>
      <a:lt2>
        <a:srgbClr val="E7E6E6"/>
      </a:lt2>
      <a:accent1>
        <a:srgbClr val="FF00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Custom 1">
      <a:dk1>
        <a:srgbClr val="000000"/>
      </a:dk1>
      <a:lt1>
        <a:srgbClr val="FFFFFF"/>
      </a:lt1>
      <a:dk2>
        <a:srgbClr val="44546A"/>
      </a:dk2>
      <a:lt2>
        <a:srgbClr val="E7E6E6"/>
      </a:lt2>
      <a:accent1>
        <a:srgbClr val="FF00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2641</TotalTime>
  <Application>LibreOffice/26.2.2.2$Windows_X86_64 LibreOffice_project/1f77d10d6938fd34972958f64b2bcfa54f8b1ba5</Application>
  <AppVersion>15.0000</AppVersion>
  <Words>1209</Words>
  <Paragraphs>245</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2020-05-12T19:48:30Z</dcterms:created>
  <dc:creator>Gabriel VT</dc:creator>
  <dc:description/>
  <dc:language>es-ES</dc:language>
  <cp:lastModifiedBy/>
  <dcterms:modified xsi:type="dcterms:W3CDTF">2026-04-24T13:00:42Z</dcterms:modified>
  <cp:revision>33</cp:revision>
  <dc:subject/>
  <dc:title>Machine Learning – Ensembling</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21</vt:i4>
  </property>
  <property fmtid="{D5CDD505-2E9C-101B-9397-08002B2CF9AE}" pid="3" name="PresentationFormat">
    <vt:lpwstr>Widescreen</vt:lpwstr>
  </property>
  <property fmtid="{D5CDD505-2E9C-101B-9397-08002B2CF9AE}" pid="4" name="Slides">
    <vt:i4>21</vt:i4>
  </property>
</Properties>
</file>